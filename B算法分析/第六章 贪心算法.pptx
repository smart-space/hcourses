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Override1.xml" ContentType="application/vnd.openxmlformats-officedocument.themeOverr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heme/themeOverride2.xml" ContentType="application/vnd.openxmlformats-officedocument.themeOverride+xml"/>
  <Override PartName="/ppt/notesSlides/notesSlide1.xml" ContentType="application/vnd.openxmlformats-officedocument.presentationml.notesSlide+xml"/>
  <Override PartName="/ppt/theme/themeOverride3.xml" ContentType="application/vnd.openxmlformats-officedocument.themeOverride+xml"/>
  <Override PartName="/ppt/notesSlides/notesSlide2.xml" ContentType="application/vnd.openxmlformats-officedocument.presentationml.notesSlide+xml"/>
  <Override PartName="/ppt/theme/themeOverride4.xml" ContentType="application/vnd.openxmlformats-officedocument.themeOverride+xml"/>
  <Override PartName="/ppt/notesSlides/notesSlide3.xml" ContentType="application/vnd.openxmlformats-officedocument.presentationml.notesSlide+xml"/>
  <Override PartName="/ppt/theme/themeOverride5.xml" ContentType="application/vnd.openxmlformats-officedocument.themeOverride+xml"/>
  <Override PartName="/ppt/notesSlides/notesSlide4.xml" ContentType="application/vnd.openxmlformats-officedocument.presentationml.notesSlide+xml"/>
  <Override PartName="/ppt/theme/themeOverride6.xml" ContentType="application/vnd.openxmlformats-officedocument.themeOverride+xml"/>
  <Override PartName="/ppt/notesSlides/notesSlide5.xml" ContentType="application/vnd.openxmlformats-officedocument.presentationml.notesSlide+xml"/>
  <Override PartName="/ppt/theme/themeOverride7.xml" ContentType="application/vnd.openxmlformats-officedocument.themeOverride+xml"/>
  <Override PartName="/ppt/notesSlides/notesSlide6.xml" ContentType="application/vnd.openxmlformats-officedocument.presentationml.notesSlide+xml"/>
  <Override PartName="/ppt/theme/themeOverride8.xml" ContentType="application/vnd.openxmlformats-officedocument.themeOverride+xml"/>
  <Override PartName="/ppt/notesSlides/notesSlide7.xml" ContentType="application/vnd.openxmlformats-officedocument.presentationml.notesSlide+xml"/>
  <Override PartName="/ppt/theme/themeOverride9.xml" ContentType="application/vnd.openxmlformats-officedocument.themeOverride+xml"/>
  <Override PartName="/ppt/notesSlides/notesSlide8.xml" ContentType="application/vnd.openxmlformats-officedocument.presentationml.notesSlide+xml"/>
  <Override PartName="/ppt/theme/themeOverride10.xml" ContentType="application/vnd.openxmlformats-officedocument.themeOverride+xml"/>
  <Override PartName="/ppt/notesSlides/notesSlide9.xml" ContentType="application/vnd.openxmlformats-officedocument.presentationml.notesSlide+xml"/>
  <Override PartName="/ppt/theme/themeOverride11.xml" ContentType="application/vnd.openxmlformats-officedocument.themeOverride+xml"/>
  <Override PartName="/ppt/notesSlides/notesSlide10.xml" ContentType="application/vnd.openxmlformats-officedocument.presentationml.notesSlide+xml"/>
  <Override PartName="/ppt/theme/themeOverride12.xml" ContentType="application/vnd.openxmlformats-officedocument.themeOverride+xml"/>
  <Override PartName="/ppt/notesSlides/notesSlide11.xml" ContentType="application/vnd.openxmlformats-officedocument.presentationml.notesSlide+xml"/>
  <Override PartName="/ppt/theme/themeOverride13.xml" ContentType="application/vnd.openxmlformats-officedocument.themeOverride+xml"/>
  <Override PartName="/ppt/notesSlides/notesSlide12.xml" ContentType="application/vnd.openxmlformats-officedocument.presentationml.notesSlide+xml"/>
  <Override PartName="/ppt/theme/themeOverride14.xml" ContentType="application/vnd.openxmlformats-officedocument.themeOverride+xml"/>
  <Override PartName="/ppt/notesSlides/notesSlide13.xml" ContentType="application/vnd.openxmlformats-officedocument.presentationml.notesSlide+xml"/>
  <Override PartName="/ppt/theme/themeOverride15.xml" ContentType="application/vnd.openxmlformats-officedocument.themeOverride+xml"/>
  <Override PartName="/ppt/notesSlides/notesSlide14.xml" ContentType="application/vnd.openxmlformats-officedocument.presentationml.notesSlide+xml"/>
  <Override PartName="/ppt/theme/themeOverride16.xml" ContentType="application/vnd.openxmlformats-officedocument.themeOverride+xml"/>
  <Override PartName="/ppt/notesSlides/notesSlide15.xml" ContentType="application/vnd.openxmlformats-officedocument.presentationml.notesSlide+xml"/>
  <Override PartName="/ppt/theme/themeOverride17.xml" ContentType="application/vnd.openxmlformats-officedocument.themeOverride+xml"/>
  <Override PartName="/ppt/notesSlides/notesSlide16.xml" ContentType="application/vnd.openxmlformats-officedocument.presentationml.notesSlide+xml"/>
  <Override PartName="/ppt/theme/themeOverride18.xml" ContentType="application/vnd.openxmlformats-officedocument.themeOverride+xml"/>
  <Override PartName="/ppt/notesSlides/notesSlide17.xml" ContentType="application/vnd.openxmlformats-officedocument.presentationml.notesSlide+xml"/>
  <Override PartName="/ppt/theme/themeOverride19.xml" ContentType="application/vnd.openxmlformats-officedocument.themeOverride+xml"/>
  <Override PartName="/ppt/theme/themeOverride20.xml" ContentType="application/vnd.openxmlformats-officedocument.themeOverride+xml"/>
  <Override PartName="/ppt/theme/themeOverride21.xml" ContentType="application/vnd.openxmlformats-officedocument.themeOverride+xml"/>
  <Override PartName="/ppt/theme/themeOverride22.xml" ContentType="application/vnd.openxmlformats-officedocument.themeOverride+xml"/>
  <Override PartName="/ppt/theme/themeOverride23.xml" ContentType="application/vnd.openxmlformats-officedocument.themeOverride+xml"/>
  <Override PartName="/ppt/theme/themeOverride24.xml" ContentType="application/vnd.openxmlformats-officedocument.themeOverride+xml"/>
  <Override PartName="/ppt/theme/themeOverride25.xml" ContentType="application/vnd.openxmlformats-officedocument.themeOverride+xml"/>
  <Override PartName="/ppt/notesSlides/notesSlide18.xml" ContentType="application/vnd.openxmlformats-officedocument.presentationml.notesSlide+xml"/>
  <Override PartName="/ppt/theme/themeOverride26.xml" ContentType="application/vnd.openxmlformats-officedocument.themeOverride+xml"/>
  <Override PartName="/ppt/notesSlides/notesSlide19.xml" ContentType="application/vnd.openxmlformats-officedocument.presentationml.notesSlide+xml"/>
  <Override PartName="/ppt/theme/themeOverride27.xml" ContentType="application/vnd.openxmlformats-officedocument.themeOverride+xml"/>
  <Override PartName="/ppt/notesSlides/notesSlide20.xml" ContentType="application/vnd.openxmlformats-officedocument.presentationml.notesSlide+xml"/>
  <Override PartName="/ppt/theme/themeOverride28.xml" ContentType="application/vnd.openxmlformats-officedocument.themeOverride+xml"/>
  <Override PartName="/ppt/theme/themeOverride29.xml" ContentType="application/vnd.openxmlformats-officedocument.themeOverride+xml"/>
  <Override PartName="/ppt/tags/tag21.xml" ContentType="application/vnd.openxmlformats-officedocument.presentationml.tags+xml"/>
  <Override PartName="/ppt/theme/themeOverride30.xml" ContentType="application/vnd.openxmlformats-officedocument.themeOverride+xml"/>
  <Override PartName="/ppt/tags/tag22.xml" ContentType="application/vnd.openxmlformats-officedocument.presentationml.tags+xml"/>
  <Override PartName="/ppt/theme/themeOverride31.xml" ContentType="application/vnd.openxmlformats-officedocument.themeOverride+xml"/>
  <Override PartName="/ppt/theme/themeOverride32.xml" ContentType="application/vnd.openxmlformats-officedocument.themeOverride+xml"/>
  <Override PartName="/ppt/theme/themeOverride33.xml" ContentType="application/vnd.openxmlformats-officedocument.themeOverride+xml"/>
  <Override PartName="/ppt/theme/themeOverride34.xml" ContentType="application/vnd.openxmlformats-officedocument.themeOverride+xml"/>
  <Override PartName="/ppt/theme/themeOverride35.xml" ContentType="application/vnd.openxmlformats-officedocument.themeOverride+xml"/>
  <Override PartName="/ppt/theme/themeOverride36.xml" ContentType="application/vnd.openxmlformats-officedocument.themeOverride+xml"/>
  <Override PartName="/ppt/theme/themeOverride37.xml" ContentType="application/vnd.openxmlformats-officedocument.themeOverride+xml"/>
  <Override PartName="/ppt/theme/themeOverride38.xml" ContentType="application/vnd.openxmlformats-officedocument.themeOverride+xml"/>
  <Override PartName="/ppt/theme/themeOverride39.xml" ContentType="application/vnd.openxmlformats-officedocument.themeOverride+xml"/>
  <Override PartName="/ppt/theme/themeOverride40.xml" ContentType="application/vnd.openxmlformats-officedocument.themeOverride+xml"/>
  <Override PartName="/ppt/theme/themeOverride41.xml" ContentType="application/vnd.openxmlformats-officedocument.themeOverride+xml"/>
  <Override PartName="/ppt/tags/tag23.xml" ContentType="application/vnd.openxmlformats-officedocument.presentationml.tags+xml"/>
  <Override PartName="/ppt/tags/tag24.xml" ContentType="application/vnd.openxmlformats-officedocument.presentationml.tags+xml"/>
  <Override PartName="/ppt/theme/themeOverride42.xml" ContentType="application/vnd.openxmlformats-officedocument.themeOverride+xml"/>
  <Override PartName="/ppt/tags/tag25.xml" ContentType="application/vnd.openxmlformats-officedocument.presentationml.tags+xml"/>
  <Override PartName="/ppt/theme/themeOverride43.xml" ContentType="application/vnd.openxmlformats-officedocument.themeOverride+xml"/>
  <Override PartName="/ppt/tags/tag26.xml" ContentType="application/vnd.openxmlformats-officedocument.presentationml.tags+xml"/>
  <Override PartName="/ppt/theme/themeOverride44.xml" ContentType="application/vnd.openxmlformats-officedocument.themeOverride+xml"/>
  <Override PartName="/ppt/theme/themeOverride45.xml" ContentType="application/vnd.openxmlformats-officedocument.themeOverride+xml"/>
  <Override PartName="/ppt/theme/themeOverride46.xml" ContentType="application/vnd.openxmlformats-officedocument.themeOverride+xml"/>
  <Override PartName="/ppt/tags/tag27.xml" ContentType="application/vnd.openxmlformats-officedocument.presentationml.tags+xml"/>
  <Override PartName="/ppt/theme/themeOverride47.xml" ContentType="application/vnd.openxmlformats-officedocument.themeOverride+xml"/>
  <Override PartName="/ppt/theme/themeOverride48.xml" ContentType="application/vnd.openxmlformats-officedocument.themeOverride+xml"/>
  <Override PartName="/ppt/theme/themeOverride49.xml" ContentType="application/vnd.openxmlformats-officedocument.themeOverride+xml"/>
  <Override PartName="/ppt/theme/themeOverride50.xml" ContentType="application/vnd.openxmlformats-officedocument.themeOverride+xml"/>
  <Override PartName="/ppt/theme/themeOverride51.xml" ContentType="application/vnd.openxmlformats-officedocument.themeOverride+xml"/>
  <Override PartName="/ppt/theme/themeOverride52.xml" ContentType="application/vnd.openxmlformats-officedocument.themeOverride+xml"/>
  <Override PartName="/ppt/theme/themeOverride53.xml" ContentType="application/vnd.openxmlformats-officedocument.themeOverride+xml"/>
  <Override PartName="/ppt/theme/themeOverride54.xml" ContentType="application/vnd.openxmlformats-officedocument.themeOverride+xml"/>
  <Override PartName="/ppt/theme/themeOverride55.xml" ContentType="application/vnd.openxmlformats-officedocument.themeOverride+xml"/>
  <Override PartName="/ppt/theme/themeOverride56.xml" ContentType="application/vnd.openxmlformats-officedocument.themeOverride+xml"/>
  <Override PartName="/ppt/tags/tag28.xml" ContentType="application/vnd.openxmlformats-officedocument.presentationml.tags+xml"/>
  <Override PartName="/ppt/theme/themeOverride57.xml" ContentType="application/vnd.openxmlformats-officedocument.themeOverride+xml"/>
  <Override PartName="/ppt/theme/themeOverride58.xml" ContentType="application/vnd.openxmlformats-officedocument.themeOverride+xml"/>
  <Override PartName="/ppt/theme/themeOverride59.xml" ContentType="application/vnd.openxmlformats-officedocument.themeOverride+xml"/>
  <Override PartName="/ppt/theme/themeOverride60.xml" ContentType="application/vnd.openxmlformats-officedocument.themeOverride+xml"/>
  <Override PartName="/ppt/theme/themeOverride61.xml" ContentType="application/vnd.openxmlformats-officedocument.themeOverride+xml"/>
  <Override PartName="/ppt/theme/themeOverride62.xml" ContentType="application/vnd.openxmlformats-officedocument.themeOverride+xml"/>
  <Override PartName="/ppt/theme/themeOverride63.xml" ContentType="application/vnd.openxmlformats-officedocument.themeOverride+xml"/>
  <Override PartName="/ppt/theme/themeOverride64.xml" ContentType="application/vnd.openxmlformats-officedocument.themeOverride+xml"/>
  <Override PartName="/ppt/theme/themeOverride65.xml" ContentType="application/vnd.openxmlformats-officedocument.themeOverride+xml"/>
  <Override PartName="/ppt/theme/themeOverride66.xml" ContentType="application/vnd.openxmlformats-officedocument.themeOverride+xml"/>
  <Override PartName="/ppt/theme/themeOverride67.xml" ContentType="application/vnd.openxmlformats-officedocument.themeOverride+xml"/>
  <Override PartName="/ppt/tags/tag29.xml" ContentType="application/vnd.openxmlformats-officedocument.presentationml.tags+xml"/>
  <Override PartName="/ppt/theme/themeOverride68.xml" ContentType="application/vnd.openxmlformats-officedocument.themeOverride+xml"/>
  <Override PartName="/ppt/tags/tag30.xml" ContentType="application/vnd.openxmlformats-officedocument.presentationml.tags+xml"/>
  <Override PartName="/ppt/tags/tag31.xml" ContentType="application/vnd.openxmlformats-officedocument.presentationml.tags+xml"/>
  <Override PartName="/ppt/theme/themeOverride69.xml" ContentType="application/vnd.openxmlformats-officedocument.themeOverride+xml"/>
  <Override PartName="/ppt/tags/tag32.xml" ContentType="application/vnd.openxmlformats-officedocument.presentationml.tags+xml"/>
  <Override PartName="/ppt/tags/tag33.xml" ContentType="application/vnd.openxmlformats-officedocument.presentationml.tags+xml"/>
  <Override PartName="/ppt/theme/themeOverride70.xml" ContentType="application/vnd.openxmlformats-officedocument.themeOverride+xml"/>
  <Override PartName="/ppt/theme/themeOverride71.xml" ContentType="application/vnd.openxmlformats-officedocument.themeOverrid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heme/themeOverride72.xml" ContentType="application/vnd.openxmlformats-officedocument.themeOverride+xml"/>
  <Override PartName="/ppt/tags/tag37.xml" ContentType="application/vnd.openxmlformats-officedocument.presentationml.tags+xml"/>
  <Override PartName="/ppt/theme/themeOverride73.xml" ContentType="application/vnd.openxmlformats-officedocument.themeOverride+xml"/>
  <Override PartName="/ppt/theme/themeOverride74.xml" ContentType="application/vnd.openxmlformats-officedocument.themeOverride+xml"/>
  <Override PartName="/ppt/theme/themeOverride75.xml" ContentType="application/vnd.openxmlformats-officedocument.themeOverride+xml"/>
  <Override PartName="/ppt/theme/themeOverride76.xml" ContentType="application/vnd.openxmlformats-officedocument.themeOverride+xml"/>
  <Override PartName="/ppt/theme/themeOverride77.xml" ContentType="application/vnd.openxmlformats-officedocument.themeOverride+xml"/>
  <Override PartName="/ppt/theme/themeOverride78.xml" ContentType="application/vnd.openxmlformats-officedocument.themeOverride+xml"/>
  <Override PartName="/ppt/theme/themeOverride79.xml" ContentType="application/vnd.openxmlformats-officedocument.themeOverride+xml"/>
  <Override PartName="/ppt/theme/themeOverride80.xml" ContentType="application/vnd.openxmlformats-officedocument.themeOverride+xml"/>
  <Override PartName="/ppt/theme/themeOverride81.xml" ContentType="application/vnd.openxmlformats-officedocument.themeOverride+xml"/>
  <Override PartName="/ppt/theme/themeOverride82.xml" ContentType="application/vnd.openxmlformats-officedocument.themeOverride+xml"/>
  <Override PartName="/ppt/theme/themeOverride83.xml" ContentType="application/vnd.openxmlformats-officedocument.themeOverride+xml"/>
  <Override PartName="/ppt/theme/themeOverride84.xml" ContentType="application/vnd.openxmlformats-officedocument.themeOverride+xml"/>
  <Override PartName="/ppt/theme/themeOverride85.xml" ContentType="application/vnd.openxmlformats-officedocument.themeOverride+xml"/>
  <Override PartName="/ppt/theme/themeOverride86.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3" r:id="rId1"/>
    <p:sldMasterId id="2147483675" r:id="rId2"/>
  </p:sldMasterIdLst>
  <p:notesMasterIdLst>
    <p:notesMasterId r:id="rId90"/>
  </p:notesMasterIdLst>
  <p:handoutMasterIdLst>
    <p:handoutMasterId r:id="rId91"/>
  </p:handoutMasterIdLst>
  <p:sldIdLst>
    <p:sldId id="563" r:id="rId3"/>
    <p:sldId id="257" r:id="rId4"/>
    <p:sldId id="265" r:id="rId5"/>
    <p:sldId id="344" r:id="rId6"/>
    <p:sldId id="345" r:id="rId7"/>
    <p:sldId id="346" r:id="rId8"/>
    <p:sldId id="347" r:id="rId9"/>
    <p:sldId id="348" r:id="rId10"/>
    <p:sldId id="349" r:id="rId11"/>
    <p:sldId id="350" r:id="rId12"/>
    <p:sldId id="351" r:id="rId13"/>
    <p:sldId id="352" r:id="rId14"/>
    <p:sldId id="353" r:id="rId15"/>
    <p:sldId id="354" r:id="rId16"/>
    <p:sldId id="355" r:id="rId17"/>
    <p:sldId id="356" r:id="rId18"/>
    <p:sldId id="357" r:id="rId19"/>
    <p:sldId id="358" r:id="rId20"/>
    <p:sldId id="276" r:id="rId21"/>
    <p:sldId id="376" r:id="rId22"/>
    <p:sldId id="338" r:id="rId23"/>
    <p:sldId id="339" r:id="rId24"/>
    <p:sldId id="340" r:id="rId25"/>
    <p:sldId id="377" r:id="rId26"/>
    <p:sldId id="341" r:id="rId27"/>
    <p:sldId id="419" r:id="rId28"/>
    <p:sldId id="420" r:id="rId29"/>
    <p:sldId id="421" r:id="rId30"/>
    <p:sldId id="364" r:id="rId31"/>
    <p:sldId id="365" r:id="rId32"/>
    <p:sldId id="366" r:id="rId33"/>
    <p:sldId id="367" r:id="rId34"/>
    <p:sldId id="368" r:id="rId35"/>
    <p:sldId id="369" r:id="rId36"/>
    <p:sldId id="488" r:id="rId37"/>
    <p:sldId id="370" r:id="rId38"/>
    <p:sldId id="371" r:id="rId39"/>
    <p:sldId id="372" r:id="rId40"/>
    <p:sldId id="375" r:id="rId41"/>
    <p:sldId id="383" r:id="rId42"/>
    <p:sldId id="384" r:id="rId43"/>
    <p:sldId id="385" r:id="rId44"/>
    <p:sldId id="386" r:id="rId45"/>
    <p:sldId id="387" r:id="rId46"/>
    <p:sldId id="388" r:id="rId47"/>
    <p:sldId id="389" r:id="rId48"/>
    <p:sldId id="549" r:id="rId49"/>
    <p:sldId id="390" r:id="rId50"/>
    <p:sldId id="391" r:id="rId51"/>
    <p:sldId id="392" r:id="rId52"/>
    <p:sldId id="393" r:id="rId53"/>
    <p:sldId id="394" r:id="rId54"/>
    <p:sldId id="552" r:id="rId55"/>
    <p:sldId id="553" r:id="rId56"/>
    <p:sldId id="395" r:id="rId57"/>
    <p:sldId id="396" r:id="rId58"/>
    <p:sldId id="550" r:id="rId59"/>
    <p:sldId id="397" r:id="rId60"/>
    <p:sldId id="398" r:id="rId61"/>
    <p:sldId id="399" r:id="rId62"/>
    <p:sldId id="400" r:id="rId63"/>
    <p:sldId id="401" r:id="rId64"/>
    <p:sldId id="402" r:id="rId65"/>
    <p:sldId id="403" r:id="rId66"/>
    <p:sldId id="404" r:id="rId67"/>
    <p:sldId id="405" r:id="rId68"/>
    <p:sldId id="406" r:id="rId69"/>
    <p:sldId id="407" r:id="rId70"/>
    <p:sldId id="408" r:id="rId71"/>
    <p:sldId id="409" r:id="rId72"/>
    <p:sldId id="410" r:id="rId73"/>
    <p:sldId id="551" r:id="rId74"/>
    <p:sldId id="411" r:id="rId75"/>
    <p:sldId id="412" r:id="rId76"/>
    <p:sldId id="413" r:id="rId77"/>
    <p:sldId id="414" r:id="rId78"/>
    <p:sldId id="415" r:id="rId79"/>
    <p:sldId id="416" r:id="rId80"/>
    <p:sldId id="417" r:id="rId81"/>
    <p:sldId id="359" r:id="rId82"/>
    <p:sldId id="360" r:id="rId83"/>
    <p:sldId id="361" r:id="rId84"/>
    <p:sldId id="362" r:id="rId85"/>
    <p:sldId id="327" r:id="rId86"/>
    <p:sldId id="363" r:id="rId87"/>
    <p:sldId id="328" r:id="rId88"/>
    <p:sldId id="418" r:id="rId89"/>
  </p:sldIdLst>
  <p:sldSz cx="12192000" cy="6858000"/>
  <p:notesSz cx="6858000" cy="9144000"/>
  <p:custDataLst>
    <p:tags r:id="rId92"/>
  </p:custDataLst>
  <p:defaultTextStyle>
    <a:defPPr>
      <a:defRPr lang="zh-CN"/>
    </a:defPPr>
    <a:lvl1pPr marL="0" lvl="0" indent="0" algn="l" defTabSz="914400" rtl="0" eaLnBrk="1" fontAlgn="base" latinLnBrk="0" hangingPunct="1">
      <a:lnSpc>
        <a:spcPct val="100000"/>
      </a:lnSpc>
      <a:spcBef>
        <a:spcPct val="0"/>
      </a:spcBef>
      <a:spcAft>
        <a:spcPct val="0"/>
      </a:spcAft>
      <a:buNone/>
      <a:defRPr kern="1200">
        <a:solidFill>
          <a:schemeClr val="tx1"/>
        </a:solidFill>
        <a:latin typeface="Arial" panose="020B0604020202020204" pitchFamily="34" charset="0"/>
        <a:ea typeface="黑体" panose="02010609060101010101" charset="-122"/>
        <a:cs typeface="+mn-cs"/>
      </a:defRPr>
    </a:lvl1pPr>
    <a:lvl2pPr marL="457200" lvl="1" indent="0" algn="l" defTabSz="914400" rtl="0" eaLnBrk="1" fontAlgn="base" latinLnBrk="0" hangingPunct="1">
      <a:lnSpc>
        <a:spcPct val="100000"/>
      </a:lnSpc>
      <a:spcBef>
        <a:spcPct val="0"/>
      </a:spcBef>
      <a:spcAft>
        <a:spcPct val="0"/>
      </a:spcAft>
      <a:buNone/>
      <a:defRPr kern="1200">
        <a:solidFill>
          <a:schemeClr val="tx1"/>
        </a:solidFill>
        <a:latin typeface="Arial" panose="020B0604020202020204" pitchFamily="34" charset="0"/>
        <a:ea typeface="黑体" panose="02010609060101010101" charset="-122"/>
        <a:cs typeface="+mn-cs"/>
      </a:defRPr>
    </a:lvl2pPr>
    <a:lvl3pPr marL="914400" lvl="2" indent="0" algn="l" defTabSz="914400" rtl="0" eaLnBrk="1" fontAlgn="base" latinLnBrk="0" hangingPunct="1">
      <a:lnSpc>
        <a:spcPct val="100000"/>
      </a:lnSpc>
      <a:spcBef>
        <a:spcPct val="0"/>
      </a:spcBef>
      <a:spcAft>
        <a:spcPct val="0"/>
      </a:spcAft>
      <a:buNone/>
      <a:defRPr kern="1200">
        <a:solidFill>
          <a:schemeClr val="tx1"/>
        </a:solidFill>
        <a:latin typeface="Arial" panose="020B0604020202020204" pitchFamily="34" charset="0"/>
        <a:ea typeface="黑体" panose="02010609060101010101" charset="-122"/>
        <a:cs typeface="+mn-cs"/>
      </a:defRPr>
    </a:lvl3pPr>
    <a:lvl4pPr marL="1371600" lvl="3" indent="0" algn="l" defTabSz="914400" rtl="0" eaLnBrk="1" fontAlgn="base" latinLnBrk="0" hangingPunct="1">
      <a:lnSpc>
        <a:spcPct val="100000"/>
      </a:lnSpc>
      <a:spcBef>
        <a:spcPct val="0"/>
      </a:spcBef>
      <a:spcAft>
        <a:spcPct val="0"/>
      </a:spcAft>
      <a:buNone/>
      <a:defRPr kern="1200">
        <a:solidFill>
          <a:schemeClr val="tx1"/>
        </a:solidFill>
        <a:latin typeface="Arial" panose="020B0604020202020204" pitchFamily="34" charset="0"/>
        <a:ea typeface="黑体" panose="02010609060101010101" charset="-122"/>
        <a:cs typeface="+mn-cs"/>
      </a:defRPr>
    </a:lvl4pPr>
    <a:lvl5pPr marL="1828800" lvl="4" indent="0" algn="l" defTabSz="914400" rtl="0" eaLnBrk="1" fontAlgn="base" latinLnBrk="0" hangingPunct="1">
      <a:lnSpc>
        <a:spcPct val="100000"/>
      </a:lnSpc>
      <a:spcBef>
        <a:spcPct val="0"/>
      </a:spcBef>
      <a:spcAft>
        <a:spcPct val="0"/>
      </a:spcAft>
      <a:buNone/>
      <a:defRPr kern="1200">
        <a:solidFill>
          <a:schemeClr val="tx1"/>
        </a:solidFill>
        <a:latin typeface="Arial" panose="020B0604020202020204" pitchFamily="34" charset="0"/>
        <a:ea typeface="黑体" panose="02010609060101010101" charset="-122"/>
        <a:cs typeface="+mn-cs"/>
      </a:defRPr>
    </a:lvl5pPr>
    <a:lvl6pPr marL="2286000" lvl="5" indent="0" algn="l" defTabSz="914400" rtl="0" eaLnBrk="1" fontAlgn="base" latinLnBrk="0" hangingPunct="1">
      <a:lnSpc>
        <a:spcPct val="100000"/>
      </a:lnSpc>
      <a:spcBef>
        <a:spcPct val="0"/>
      </a:spcBef>
      <a:spcAft>
        <a:spcPct val="0"/>
      </a:spcAft>
      <a:buNone/>
      <a:defRPr kern="1200">
        <a:solidFill>
          <a:schemeClr val="tx1"/>
        </a:solidFill>
        <a:latin typeface="Arial" panose="020B0604020202020204" pitchFamily="34" charset="0"/>
        <a:ea typeface="黑体" panose="02010609060101010101" charset="-122"/>
        <a:cs typeface="+mn-cs"/>
      </a:defRPr>
    </a:lvl6pPr>
    <a:lvl7pPr marL="2743200" lvl="6" indent="0" algn="l" defTabSz="914400" rtl="0" eaLnBrk="1" fontAlgn="base" latinLnBrk="0" hangingPunct="1">
      <a:lnSpc>
        <a:spcPct val="100000"/>
      </a:lnSpc>
      <a:spcBef>
        <a:spcPct val="0"/>
      </a:spcBef>
      <a:spcAft>
        <a:spcPct val="0"/>
      </a:spcAft>
      <a:buNone/>
      <a:defRPr kern="1200">
        <a:solidFill>
          <a:schemeClr val="tx1"/>
        </a:solidFill>
        <a:latin typeface="Arial" panose="020B0604020202020204" pitchFamily="34" charset="0"/>
        <a:ea typeface="黑体" panose="02010609060101010101" charset="-122"/>
        <a:cs typeface="+mn-cs"/>
      </a:defRPr>
    </a:lvl7pPr>
    <a:lvl8pPr marL="3200400" lvl="7" indent="0" algn="l" defTabSz="914400" rtl="0" eaLnBrk="1" fontAlgn="base" latinLnBrk="0" hangingPunct="1">
      <a:lnSpc>
        <a:spcPct val="100000"/>
      </a:lnSpc>
      <a:spcBef>
        <a:spcPct val="0"/>
      </a:spcBef>
      <a:spcAft>
        <a:spcPct val="0"/>
      </a:spcAft>
      <a:buNone/>
      <a:defRPr kern="1200">
        <a:solidFill>
          <a:schemeClr val="tx1"/>
        </a:solidFill>
        <a:latin typeface="Arial" panose="020B0604020202020204" pitchFamily="34" charset="0"/>
        <a:ea typeface="黑体" panose="02010609060101010101" charset="-122"/>
        <a:cs typeface="+mn-cs"/>
      </a:defRPr>
    </a:lvl8pPr>
    <a:lvl9pPr marL="3657600" lvl="8" indent="0" algn="l" defTabSz="914400" rtl="0" eaLnBrk="1" fontAlgn="base" latinLnBrk="0" hangingPunct="1">
      <a:lnSpc>
        <a:spcPct val="100000"/>
      </a:lnSpc>
      <a:spcBef>
        <a:spcPct val="0"/>
      </a:spcBef>
      <a:spcAft>
        <a:spcPct val="0"/>
      </a:spcAft>
      <a:buNone/>
      <a:defRPr kern="1200">
        <a:solidFill>
          <a:schemeClr val="tx1"/>
        </a:solidFill>
        <a:latin typeface="Arial" panose="020B0604020202020204" pitchFamily="34" charset="0"/>
        <a:ea typeface="黑体" panose="02010609060101010101" charset="-122"/>
        <a:cs typeface="+mn-cs"/>
      </a:defRPr>
    </a:lvl9pPr>
  </p:defaultTextStyle>
  <p:extLst>
    <p:ext uri="{EFAFB233-063F-42B5-8137-9DF3F51BA10A}">
      <p15:sldGuideLst xmlns:p15="http://schemas.microsoft.com/office/powerpoint/2012/main">
        <p15:guide id="1" orient="horz" pos="2047" userDrawn="1">
          <p15:clr>
            <a:srgbClr val="A4A3A4"/>
          </p15:clr>
        </p15:guide>
        <p15:guide id="2" pos="33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FFFF"/>
    <a:srgbClr val="C0906D"/>
    <a:srgbClr val="E6E6E6"/>
    <a:srgbClr val="15295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75DCB02-9BB8-47FD-8907-85C794F793BA}" styleName="主题样式 1 - 强调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E269D01E-BC32-4049-B463-5C60D7B0CCD2}" styleName="主题样式 2 - 强调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877" autoAdjust="0"/>
    <p:restoredTop sz="94660"/>
  </p:normalViewPr>
  <p:slideViewPr>
    <p:cSldViewPr snapToGrid="0" showGuides="1">
      <p:cViewPr varScale="1">
        <p:scale>
          <a:sx n="71" d="100"/>
          <a:sy n="71" d="100"/>
        </p:scale>
        <p:origin x="54" y="417"/>
      </p:cViewPr>
      <p:guideLst>
        <p:guide orient="horz" pos="2047"/>
        <p:guide pos="335"/>
      </p:guideLst>
    </p:cSldViewPr>
  </p:slideViewPr>
  <p:notesTextViewPr>
    <p:cViewPr>
      <p:scale>
        <a:sx n="1" d="1"/>
        <a:sy n="1" d="1"/>
      </p:scale>
      <p:origin x="0" y="0"/>
    </p:cViewPr>
  </p:notesTextViewPr>
  <p:gridSpacing cx="72006" cy="72006"/>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notesMaster" Target="notesMasters/notesMaster1.xml"/><Relationship Id="rId95" Type="http://schemas.openxmlformats.org/officeDocument/2006/relationships/theme" Target="theme/theme1.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handoutMaster" Target="handoutMasters/handoutMaster1.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tags" Target="tags/tag1.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auto"/>
            <a:endParaRPr lang="zh-CN" altLang="en-US" strike="noStrike" noProof="1"/>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fontAlgn="auto"/>
            <a:fld id="{AFB66139-9B0F-4285-A7C8-5F3DD1739595}" type="datetimeFigureOut">
              <a:rPr lang="zh-CN" altLang="en-US" strike="noStrike" noProof="1" smtClean="0">
                <a:latin typeface="+mn-lt"/>
                <a:ea typeface="+mn-ea"/>
                <a:cs typeface="+mn-cs"/>
              </a:rPr>
              <a:t>2024/8/7</a:t>
            </a:fld>
            <a:endParaRPr lang="zh-CN" altLang="en-US" strike="noStrike" noProof="1"/>
          </a:p>
        </p:txBody>
      </p:sp>
      <p:sp>
        <p:nvSpPr>
          <p:cNvPr id="4" name="页脚占位符 3"/>
          <p:cNvSpPr>
            <a:spLocks noGrp="1"/>
          </p:cNvSpPr>
          <p:nvPr>
            <p:ph type="ftr" sz="quarter" idx="2"/>
          </p:nvPr>
        </p:nvSpPr>
        <p:spPr>
          <a:xfrm>
            <a:off x="0" y="8685213"/>
            <a:ext cx="2971800" cy="458788"/>
          </a:xfrm>
          <a:prstGeom prst="rect">
            <a:avLst/>
          </a:prstGeom>
        </p:spPr>
        <p:txBody>
          <a:bodyPr vert="horz" lIns="91440" tIns="45720" rIns="91440" bIns="45720" rtlCol="0" anchor="b"/>
          <a:lstStyle>
            <a:lvl1pPr algn="l">
              <a:defRPr sz="1200"/>
            </a:lvl1pPr>
          </a:lstStyle>
          <a:p>
            <a:pPr fontAlgn="auto"/>
            <a:endParaRPr lang="zh-CN" altLang="en-US" strike="noStrike" noProof="1"/>
          </a:p>
        </p:txBody>
      </p:sp>
      <p:sp>
        <p:nvSpPr>
          <p:cNvPr id="5" name="灯片编号占位符 4"/>
          <p:cNvSpPr>
            <a:spLocks noGrp="1"/>
          </p:cNvSpPr>
          <p:nvPr>
            <p:ph type="sldNum" sz="quarter" idx="3"/>
          </p:nvPr>
        </p:nvSpPr>
        <p:spPr>
          <a:xfrm>
            <a:off x="3884613" y="8685213"/>
            <a:ext cx="2971800" cy="458788"/>
          </a:xfrm>
          <a:prstGeom prst="rect">
            <a:avLst/>
          </a:prstGeom>
        </p:spPr>
        <p:txBody>
          <a:bodyPr vert="horz" lIns="91440" tIns="45720" rIns="91440" bIns="45720" rtlCol="0" anchor="b"/>
          <a:lstStyle>
            <a:lvl1pPr algn="r">
              <a:defRPr sz="1200"/>
            </a:lvl1pPr>
          </a:lstStyle>
          <a:p>
            <a:pPr fontAlgn="auto"/>
            <a:fld id="{56964104-390F-47AC-91D9-CA37E3CE05E7}" type="slidenum">
              <a:rPr lang="zh-CN" altLang="en-US" strike="noStrike" noProof="1" smtClean="0">
                <a:latin typeface="+mn-lt"/>
                <a:ea typeface="+mn-ea"/>
                <a:cs typeface="+mn-cs"/>
              </a:rPr>
              <a:t>‹#›</a:t>
            </a:fld>
            <a:endParaRPr lang="zh-CN" altLang="en-US" strike="noStrike" noProof="1"/>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2024/8/7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dirty="0"/>
              <a:t>3</a:t>
            </a:fld>
            <a:endParaRPr lang="en-US" altLang="zh-CN" dirty="0"/>
          </a:p>
        </p:txBody>
      </p:sp>
      <p:sp>
        <p:nvSpPr>
          <p:cNvPr id="70659" name="Rectangle 2"/>
          <p:cNvSpPr>
            <a:spLocks noGrp="1" noRot="1" noChangeAspect="1" noTextEdit="1"/>
          </p:cNvSpPr>
          <p:nvPr>
            <p:ph type="sldImg"/>
          </p:nvPr>
        </p:nvSpPr>
        <p:spPr/>
      </p:sp>
      <p:sp>
        <p:nvSpPr>
          <p:cNvPr id="70660" name="Rectangle 3"/>
          <p:cNvSpPr>
            <a:spLocks noGrp="1"/>
          </p:cNvSpPr>
          <p:nvPr>
            <p:ph type="body"/>
          </p:nvPr>
        </p:nvSpPr>
        <p:spPr>
          <a:xfrm>
            <a:off x="914400" y="4343400"/>
            <a:ext cx="5029200" cy="4114800"/>
          </a:xfrm>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dirty="0"/>
              <a:t>4</a:t>
            </a:fld>
            <a:endParaRPr lang="en-US" altLang="zh-CN" dirty="0"/>
          </a:p>
        </p:txBody>
      </p:sp>
      <p:sp>
        <p:nvSpPr>
          <p:cNvPr id="70659" name="Rectangle 2"/>
          <p:cNvSpPr>
            <a:spLocks noGrp="1" noRot="1" noChangeAspect="1" noTextEdit="1"/>
          </p:cNvSpPr>
          <p:nvPr>
            <p:ph type="sldImg"/>
          </p:nvPr>
        </p:nvSpPr>
        <p:spPr/>
      </p:sp>
      <p:sp>
        <p:nvSpPr>
          <p:cNvPr id="70660" name="Rectangle 3"/>
          <p:cNvSpPr>
            <a:spLocks noGrp="1"/>
          </p:cNvSpPr>
          <p:nvPr>
            <p:ph type="body"/>
          </p:nvPr>
        </p:nvSpPr>
        <p:spPr>
          <a:xfrm>
            <a:off x="914400" y="4343400"/>
            <a:ext cx="5029200" cy="4114800"/>
          </a:xfrm>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dirty="0"/>
              <a:t>5</a:t>
            </a:fld>
            <a:endParaRPr lang="en-US" altLang="zh-CN" dirty="0"/>
          </a:p>
        </p:txBody>
      </p:sp>
      <p:sp>
        <p:nvSpPr>
          <p:cNvPr id="70659" name="Rectangle 2"/>
          <p:cNvSpPr>
            <a:spLocks noGrp="1" noRot="1" noChangeAspect="1" noTextEdit="1"/>
          </p:cNvSpPr>
          <p:nvPr>
            <p:ph type="sldImg"/>
          </p:nvPr>
        </p:nvSpPr>
        <p:spPr/>
      </p:sp>
      <p:sp>
        <p:nvSpPr>
          <p:cNvPr id="70660" name="Rectangle 3"/>
          <p:cNvSpPr>
            <a:spLocks noGrp="1"/>
          </p:cNvSpPr>
          <p:nvPr>
            <p:ph type="body"/>
          </p:nvPr>
        </p:nvSpPr>
        <p:spPr>
          <a:xfrm>
            <a:off x="914400" y="4343400"/>
            <a:ext cx="5029200" cy="4114800"/>
          </a:xfrm>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dirty="0"/>
              <a:t>6</a:t>
            </a:fld>
            <a:endParaRPr lang="en-US" altLang="zh-CN" dirty="0"/>
          </a:p>
        </p:txBody>
      </p:sp>
      <p:sp>
        <p:nvSpPr>
          <p:cNvPr id="70659" name="Rectangle 2"/>
          <p:cNvSpPr>
            <a:spLocks noGrp="1" noRot="1" noChangeAspect="1" noTextEdit="1"/>
          </p:cNvSpPr>
          <p:nvPr>
            <p:ph type="sldImg"/>
          </p:nvPr>
        </p:nvSpPr>
        <p:spPr/>
      </p:sp>
      <p:sp>
        <p:nvSpPr>
          <p:cNvPr id="70660" name="Rectangle 3"/>
          <p:cNvSpPr>
            <a:spLocks noGrp="1"/>
          </p:cNvSpPr>
          <p:nvPr>
            <p:ph type="body"/>
          </p:nvPr>
        </p:nvSpPr>
        <p:spPr>
          <a:xfrm>
            <a:off x="914400" y="4343400"/>
            <a:ext cx="5029200" cy="4114800"/>
          </a:xfrm>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dirty="0"/>
              <a:t>7</a:t>
            </a:fld>
            <a:endParaRPr lang="en-US" altLang="zh-CN" dirty="0"/>
          </a:p>
        </p:txBody>
      </p:sp>
      <p:sp>
        <p:nvSpPr>
          <p:cNvPr id="70659" name="Rectangle 2"/>
          <p:cNvSpPr>
            <a:spLocks noGrp="1" noRot="1" noChangeAspect="1" noTextEdit="1"/>
          </p:cNvSpPr>
          <p:nvPr>
            <p:ph type="sldImg"/>
          </p:nvPr>
        </p:nvSpPr>
        <p:spPr/>
      </p:sp>
      <p:sp>
        <p:nvSpPr>
          <p:cNvPr id="70660" name="Rectangle 3"/>
          <p:cNvSpPr>
            <a:spLocks noGrp="1"/>
          </p:cNvSpPr>
          <p:nvPr>
            <p:ph type="body"/>
          </p:nvPr>
        </p:nvSpPr>
        <p:spPr>
          <a:xfrm>
            <a:off x="914400" y="4343400"/>
            <a:ext cx="5029200" cy="4114800"/>
          </a:xfrm>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dirty="0"/>
              <a:t>8</a:t>
            </a:fld>
            <a:endParaRPr lang="en-US" altLang="zh-CN" dirty="0"/>
          </a:p>
        </p:txBody>
      </p:sp>
      <p:sp>
        <p:nvSpPr>
          <p:cNvPr id="70659" name="Rectangle 2"/>
          <p:cNvSpPr>
            <a:spLocks noGrp="1" noRot="1" noChangeAspect="1" noTextEdit="1"/>
          </p:cNvSpPr>
          <p:nvPr>
            <p:ph type="sldImg"/>
          </p:nvPr>
        </p:nvSpPr>
        <p:spPr/>
      </p:sp>
      <p:sp>
        <p:nvSpPr>
          <p:cNvPr id="70660" name="Rectangle 3"/>
          <p:cNvSpPr>
            <a:spLocks noGrp="1"/>
          </p:cNvSpPr>
          <p:nvPr>
            <p:ph type="body"/>
          </p:nvPr>
        </p:nvSpPr>
        <p:spPr>
          <a:xfrm>
            <a:off x="914400" y="4343400"/>
            <a:ext cx="5029200" cy="4114800"/>
          </a:xfrm>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dirty="0"/>
              <a:t>9</a:t>
            </a:fld>
            <a:endParaRPr lang="en-US" altLang="zh-CN" dirty="0"/>
          </a:p>
        </p:txBody>
      </p:sp>
      <p:sp>
        <p:nvSpPr>
          <p:cNvPr id="70659" name="Rectangle 2"/>
          <p:cNvSpPr>
            <a:spLocks noGrp="1" noRot="1" noChangeAspect="1" noTextEdit="1"/>
          </p:cNvSpPr>
          <p:nvPr>
            <p:ph type="sldImg"/>
          </p:nvPr>
        </p:nvSpPr>
        <p:spPr/>
      </p:sp>
      <p:sp>
        <p:nvSpPr>
          <p:cNvPr id="70660" name="Rectangle 3"/>
          <p:cNvSpPr>
            <a:spLocks noGrp="1"/>
          </p:cNvSpPr>
          <p:nvPr>
            <p:ph type="body"/>
          </p:nvPr>
        </p:nvSpPr>
        <p:spPr>
          <a:xfrm>
            <a:off x="914400" y="4343400"/>
            <a:ext cx="5029200" cy="4114800"/>
          </a:xfrm>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dirty="0"/>
              <a:t>10</a:t>
            </a:fld>
            <a:endParaRPr lang="en-US" altLang="zh-CN" dirty="0"/>
          </a:p>
        </p:txBody>
      </p:sp>
      <p:sp>
        <p:nvSpPr>
          <p:cNvPr id="70659" name="Rectangle 2"/>
          <p:cNvSpPr>
            <a:spLocks noGrp="1" noRot="1" noChangeAspect="1" noTextEdit="1"/>
          </p:cNvSpPr>
          <p:nvPr>
            <p:ph type="sldImg"/>
          </p:nvPr>
        </p:nvSpPr>
        <p:spPr/>
      </p:sp>
      <p:sp>
        <p:nvSpPr>
          <p:cNvPr id="70660" name="Rectangle 3"/>
          <p:cNvSpPr>
            <a:spLocks noGrp="1"/>
          </p:cNvSpPr>
          <p:nvPr>
            <p:ph type="body"/>
          </p:nvPr>
        </p:nvSpPr>
        <p:spPr>
          <a:xfrm>
            <a:off x="914400" y="4343400"/>
            <a:ext cx="5029200" cy="4114800"/>
          </a:xfrm>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dirty="0"/>
              <a:t>11</a:t>
            </a:fld>
            <a:endParaRPr lang="en-US" altLang="zh-CN" dirty="0"/>
          </a:p>
        </p:txBody>
      </p:sp>
      <p:sp>
        <p:nvSpPr>
          <p:cNvPr id="70659" name="Rectangle 2"/>
          <p:cNvSpPr>
            <a:spLocks noGrp="1" noRot="1" noChangeAspect="1" noTextEdit="1"/>
          </p:cNvSpPr>
          <p:nvPr>
            <p:ph type="sldImg"/>
          </p:nvPr>
        </p:nvSpPr>
        <p:spPr/>
      </p:sp>
      <p:sp>
        <p:nvSpPr>
          <p:cNvPr id="70660" name="Rectangle 3"/>
          <p:cNvSpPr>
            <a:spLocks noGrp="1"/>
          </p:cNvSpPr>
          <p:nvPr>
            <p:ph type="body"/>
          </p:nvPr>
        </p:nvSpPr>
        <p:spPr>
          <a:xfrm>
            <a:off x="914400" y="4343400"/>
            <a:ext cx="5029200" cy="4114800"/>
          </a:xfrm>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dirty="0"/>
              <a:t>12</a:t>
            </a:fld>
            <a:endParaRPr lang="en-US" altLang="zh-CN" dirty="0"/>
          </a:p>
        </p:txBody>
      </p:sp>
      <p:sp>
        <p:nvSpPr>
          <p:cNvPr id="70659" name="Rectangle 2"/>
          <p:cNvSpPr>
            <a:spLocks noGrp="1" noRot="1" noChangeAspect="1" noTextEdit="1"/>
          </p:cNvSpPr>
          <p:nvPr>
            <p:ph type="sldImg"/>
          </p:nvPr>
        </p:nvSpPr>
        <p:spPr/>
      </p:sp>
      <p:sp>
        <p:nvSpPr>
          <p:cNvPr id="70660" name="Rectangle 3"/>
          <p:cNvSpPr>
            <a:spLocks noGrp="1"/>
          </p:cNvSpPr>
          <p:nvPr>
            <p:ph type="body"/>
          </p:nvPr>
        </p:nvSpPr>
        <p:spPr>
          <a:xfrm>
            <a:off x="914400" y="4343400"/>
            <a:ext cx="5029200" cy="4114800"/>
          </a:xfrm>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dirty="0"/>
              <a:t>13</a:t>
            </a:fld>
            <a:endParaRPr lang="en-US" altLang="zh-CN" dirty="0"/>
          </a:p>
        </p:txBody>
      </p:sp>
      <p:sp>
        <p:nvSpPr>
          <p:cNvPr id="70659" name="Rectangle 2"/>
          <p:cNvSpPr>
            <a:spLocks noGrp="1" noRot="1" noChangeAspect="1" noTextEdit="1"/>
          </p:cNvSpPr>
          <p:nvPr>
            <p:ph type="sldImg"/>
          </p:nvPr>
        </p:nvSpPr>
        <p:spPr/>
      </p:sp>
      <p:sp>
        <p:nvSpPr>
          <p:cNvPr id="70660" name="Rectangle 3"/>
          <p:cNvSpPr>
            <a:spLocks noGrp="1"/>
          </p:cNvSpPr>
          <p:nvPr>
            <p:ph type="body"/>
          </p:nvPr>
        </p:nvSpPr>
        <p:spPr>
          <a:xfrm>
            <a:off x="914400" y="4343400"/>
            <a:ext cx="5029200" cy="4114800"/>
          </a:xfrm>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dirty="0"/>
              <a:t>14</a:t>
            </a:fld>
            <a:endParaRPr lang="en-US" altLang="zh-CN" dirty="0"/>
          </a:p>
        </p:txBody>
      </p:sp>
      <p:sp>
        <p:nvSpPr>
          <p:cNvPr id="70659" name="Rectangle 2"/>
          <p:cNvSpPr>
            <a:spLocks noGrp="1" noRot="1" noChangeAspect="1" noTextEdit="1"/>
          </p:cNvSpPr>
          <p:nvPr>
            <p:ph type="sldImg"/>
          </p:nvPr>
        </p:nvSpPr>
        <p:spPr/>
      </p:sp>
      <p:sp>
        <p:nvSpPr>
          <p:cNvPr id="70660" name="Rectangle 3"/>
          <p:cNvSpPr>
            <a:spLocks noGrp="1"/>
          </p:cNvSpPr>
          <p:nvPr>
            <p:ph type="body"/>
          </p:nvPr>
        </p:nvSpPr>
        <p:spPr>
          <a:xfrm>
            <a:off x="914400" y="4343400"/>
            <a:ext cx="5029200" cy="4114800"/>
          </a:xfrm>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dirty="0"/>
              <a:t>15</a:t>
            </a:fld>
            <a:endParaRPr lang="en-US" altLang="zh-CN" dirty="0"/>
          </a:p>
        </p:txBody>
      </p:sp>
      <p:sp>
        <p:nvSpPr>
          <p:cNvPr id="70659" name="Rectangle 2"/>
          <p:cNvSpPr>
            <a:spLocks noGrp="1" noRot="1" noChangeAspect="1" noTextEdit="1"/>
          </p:cNvSpPr>
          <p:nvPr>
            <p:ph type="sldImg"/>
          </p:nvPr>
        </p:nvSpPr>
        <p:spPr/>
      </p:sp>
      <p:sp>
        <p:nvSpPr>
          <p:cNvPr id="70660" name="Rectangle 3"/>
          <p:cNvSpPr>
            <a:spLocks noGrp="1"/>
          </p:cNvSpPr>
          <p:nvPr>
            <p:ph type="body"/>
          </p:nvPr>
        </p:nvSpPr>
        <p:spPr>
          <a:xfrm>
            <a:off x="914400" y="4343400"/>
            <a:ext cx="5029200" cy="4114800"/>
          </a:xfrm>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dirty="0"/>
              <a:t>16</a:t>
            </a:fld>
            <a:endParaRPr lang="en-US" altLang="zh-CN" dirty="0"/>
          </a:p>
        </p:txBody>
      </p:sp>
      <p:sp>
        <p:nvSpPr>
          <p:cNvPr id="70659" name="Rectangle 2"/>
          <p:cNvSpPr>
            <a:spLocks noGrp="1" noRot="1" noChangeAspect="1" noTextEdit="1"/>
          </p:cNvSpPr>
          <p:nvPr>
            <p:ph type="sldImg"/>
          </p:nvPr>
        </p:nvSpPr>
        <p:spPr/>
      </p:sp>
      <p:sp>
        <p:nvSpPr>
          <p:cNvPr id="70660" name="Rectangle 3"/>
          <p:cNvSpPr>
            <a:spLocks noGrp="1"/>
          </p:cNvSpPr>
          <p:nvPr>
            <p:ph type="body"/>
          </p:nvPr>
        </p:nvSpPr>
        <p:spPr>
          <a:xfrm>
            <a:off x="914400" y="4343400"/>
            <a:ext cx="5029200" cy="4114800"/>
          </a:xfrm>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dirty="0"/>
              <a:t>17</a:t>
            </a:fld>
            <a:endParaRPr lang="en-US" altLang="zh-CN" dirty="0"/>
          </a:p>
        </p:txBody>
      </p:sp>
      <p:sp>
        <p:nvSpPr>
          <p:cNvPr id="70659" name="Rectangle 2"/>
          <p:cNvSpPr>
            <a:spLocks noGrp="1" noRot="1" noChangeAspect="1" noTextEdit="1"/>
          </p:cNvSpPr>
          <p:nvPr>
            <p:ph type="sldImg"/>
          </p:nvPr>
        </p:nvSpPr>
        <p:spPr/>
      </p:sp>
      <p:sp>
        <p:nvSpPr>
          <p:cNvPr id="70660" name="Rectangle 3"/>
          <p:cNvSpPr>
            <a:spLocks noGrp="1"/>
          </p:cNvSpPr>
          <p:nvPr>
            <p:ph type="body"/>
          </p:nvPr>
        </p:nvSpPr>
        <p:spPr>
          <a:xfrm>
            <a:off x="914400" y="4343400"/>
            <a:ext cx="5029200" cy="4114800"/>
          </a:xfrm>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dirty="0"/>
              <a:t>18</a:t>
            </a:fld>
            <a:endParaRPr lang="en-US" altLang="zh-CN" dirty="0"/>
          </a:p>
        </p:txBody>
      </p:sp>
      <p:sp>
        <p:nvSpPr>
          <p:cNvPr id="70659" name="Rectangle 2"/>
          <p:cNvSpPr>
            <a:spLocks noGrp="1" noRot="1" noChangeAspect="1" noTextEdit="1"/>
          </p:cNvSpPr>
          <p:nvPr>
            <p:ph type="sldImg"/>
          </p:nvPr>
        </p:nvSpPr>
        <p:spPr/>
      </p:sp>
      <p:sp>
        <p:nvSpPr>
          <p:cNvPr id="70660" name="Rectangle 3"/>
          <p:cNvSpPr>
            <a:spLocks noGrp="1"/>
          </p:cNvSpPr>
          <p:nvPr>
            <p:ph type="body"/>
          </p:nvPr>
        </p:nvSpPr>
        <p:spPr>
          <a:xfrm>
            <a:off x="914400" y="4343400"/>
            <a:ext cx="5029200" cy="4114800"/>
          </a:xfrm>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dirty="0"/>
              <a:t>19</a:t>
            </a:fld>
            <a:endParaRPr lang="en-US" altLang="zh-CN" dirty="0"/>
          </a:p>
        </p:txBody>
      </p:sp>
      <p:sp>
        <p:nvSpPr>
          <p:cNvPr id="81923" name="Rectangle 2"/>
          <p:cNvSpPr>
            <a:spLocks noGrp="1" noRot="1" noChangeAspect="1" noTextEdit="1"/>
          </p:cNvSpPr>
          <p:nvPr>
            <p:ph type="sldImg"/>
          </p:nvPr>
        </p:nvSpPr>
        <p:spPr/>
      </p:sp>
      <p:sp>
        <p:nvSpPr>
          <p:cNvPr id="81924" name="Rectangle 3"/>
          <p:cNvSpPr>
            <a:spLocks noGrp="1"/>
          </p:cNvSpPr>
          <p:nvPr>
            <p:ph type="body"/>
          </p:nvPr>
        </p:nvSpPr>
        <p:spPr>
          <a:xfrm>
            <a:off x="914400" y="4343400"/>
            <a:ext cx="5029200" cy="4114800"/>
          </a:xfrm>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dirty="0"/>
              <a:t>26</a:t>
            </a:fld>
            <a:endParaRPr lang="en-US" altLang="zh-CN" dirty="0"/>
          </a:p>
        </p:txBody>
      </p:sp>
      <p:sp>
        <p:nvSpPr>
          <p:cNvPr id="91139" name="Rectangle 2"/>
          <p:cNvSpPr>
            <a:spLocks noGrp="1" noRot="1" noChangeAspect="1" noTextEdit="1"/>
          </p:cNvSpPr>
          <p:nvPr>
            <p:ph type="sldImg"/>
          </p:nvPr>
        </p:nvSpPr>
        <p:spPr/>
      </p:sp>
      <p:sp>
        <p:nvSpPr>
          <p:cNvPr id="91140"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dirty="0"/>
              <a:t>27</a:t>
            </a:fld>
            <a:endParaRPr lang="en-US" altLang="zh-CN" dirty="0"/>
          </a:p>
        </p:txBody>
      </p:sp>
      <p:sp>
        <p:nvSpPr>
          <p:cNvPr id="92163" name="Rectangle 2"/>
          <p:cNvSpPr>
            <a:spLocks noGrp="1" noRot="1" noChangeAspect="1" noTextEdit="1"/>
          </p:cNvSpPr>
          <p:nvPr>
            <p:ph type="sldImg"/>
          </p:nvPr>
        </p:nvSpPr>
        <p:spPr/>
      </p:sp>
      <p:sp>
        <p:nvSpPr>
          <p:cNvPr id="92164"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dirty="0"/>
              <a:t>28</a:t>
            </a:fld>
            <a:endParaRPr lang="en-US" altLang="zh-CN" dirty="0"/>
          </a:p>
        </p:txBody>
      </p:sp>
      <p:sp>
        <p:nvSpPr>
          <p:cNvPr id="93187" name="Rectangle 2"/>
          <p:cNvSpPr>
            <a:spLocks noGrp="1" noRot="1" noChangeAspect="1" noTextEdit="1"/>
          </p:cNvSpPr>
          <p:nvPr>
            <p:ph type="sldImg"/>
          </p:nvPr>
        </p:nvSpPr>
        <p:spPr/>
      </p:sp>
      <p:sp>
        <p:nvSpPr>
          <p:cNvPr id="93188"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xml"/><Relationship Id="rId1" Type="http://schemas.openxmlformats.org/officeDocument/2006/relationships/tags" Target="../tags/tag2.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tags" Target="../tags/tag6.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tags" Target="../tags/tag8.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3.xml"/><Relationship Id="rId1" Type="http://schemas.openxmlformats.org/officeDocument/2006/relationships/tags" Target="../tags/tag12.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5.xml"/><Relationship Id="rId1" Type="http://schemas.openxmlformats.org/officeDocument/2006/relationships/tags" Target="../tags/tag14.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7.xml"/><Relationship Id="rId1" Type="http://schemas.openxmlformats.org/officeDocument/2006/relationships/tags" Target="../tags/tag16.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直接连接符 6"/>
          <p:cNvSpPr>
            <a:spLocks noChangeShapeType="1"/>
          </p:cNvSpPr>
          <p:nvPr/>
        </p:nvSpPr>
        <p:spPr bwMode="auto">
          <a:xfrm>
            <a:off x="685800" y="5349903"/>
            <a:ext cx="1150620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07" tIns="45703" rIns="91407" bIns="45703" anchor="t" compatLnSpc="1"/>
          <a:lstStyle/>
          <a:p>
            <a:endParaRPr kumimoji="0" lang="en-US" sz="1800"/>
          </a:p>
        </p:txBody>
      </p:sp>
      <p:sp>
        <p:nvSpPr>
          <p:cNvPr id="29" name="标题 28"/>
          <p:cNvSpPr>
            <a:spLocks noGrp="1"/>
          </p:cNvSpPr>
          <p:nvPr>
            <p:ph type="ctrTitle"/>
          </p:nvPr>
        </p:nvSpPr>
        <p:spPr>
          <a:xfrm>
            <a:off x="508000" y="4853412"/>
            <a:ext cx="11277600" cy="1222375"/>
          </a:xfrm>
        </p:spPr>
        <p:txBody>
          <a:bodyPr anchor="t"/>
          <a:lstStyle/>
          <a:p>
            <a:r>
              <a:rPr kumimoji="0" lang="zh-CN" altLang="en-US"/>
              <a:t>单击此处编辑母版标题样式</a:t>
            </a:r>
            <a:endParaRPr kumimoji="0" lang="en-US"/>
          </a:p>
        </p:txBody>
      </p:sp>
      <p:sp>
        <p:nvSpPr>
          <p:cNvPr id="9" name="副标题 8"/>
          <p:cNvSpPr>
            <a:spLocks noGrp="1"/>
          </p:cNvSpPr>
          <p:nvPr>
            <p:ph type="subTitle" idx="1"/>
          </p:nvPr>
        </p:nvSpPr>
        <p:spPr>
          <a:xfrm>
            <a:off x="508000" y="3886200"/>
            <a:ext cx="11277600" cy="914400"/>
          </a:xfrm>
        </p:spPr>
        <p:txBody>
          <a:bodyPr anchor="b"/>
          <a:lstStyle>
            <a:lvl1pPr marL="0" indent="0" algn="l">
              <a:buNone/>
              <a:defRPr sz="2400">
                <a:solidFill>
                  <a:schemeClr val="tx2">
                    <a:shade val="75000"/>
                  </a:schemeClr>
                </a:solidFill>
              </a:defRPr>
            </a:lvl1pPr>
            <a:lvl2pPr marL="457063" indent="0" algn="ctr">
              <a:buNone/>
            </a:lvl2pPr>
            <a:lvl3pPr marL="914126" indent="0" algn="ctr">
              <a:buNone/>
            </a:lvl3pPr>
            <a:lvl4pPr marL="1371189" indent="0" algn="ctr">
              <a:buNone/>
            </a:lvl4pPr>
            <a:lvl5pPr marL="1828251" indent="0" algn="ctr">
              <a:buNone/>
            </a:lvl5pPr>
            <a:lvl6pPr marL="2285314" indent="0" algn="ctr">
              <a:buNone/>
            </a:lvl6pPr>
            <a:lvl7pPr marL="2742377" indent="0" algn="ctr">
              <a:buNone/>
            </a:lvl7pPr>
            <a:lvl8pPr marL="3199440" indent="0" algn="ctr">
              <a:buNone/>
            </a:lvl8pPr>
            <a:lvl9pPr marL="3656503" indent="0" algn="ctr">
              <a:buNone/>
            </a:lvl9pPr>
          </a:lstStyle>
          <a:p>
            <a:r>
              <a:rPr kumimoji="0" lang="zh-CN" altLang="en-US"/>
              <a:t>单击此处编辑母版副标题样式</a:t>
            </a:r>
            <a:endParaRPr kumimoji="0" lang="en-US"/>
          </a:p>
        </p:txBody>
      </p:sp>
      <p:sp>
        <p:nvSpPr>
          <p:cNvPr id="16" name="日期占位符 15"/>
          <p:cNvSpPr>
            <a:spLocks noGrp="1"/>
          </p:cNvSpPr>
          <p:nvPr>
            <p:ph type="dt" sz="half" idx="10"/>
          </p:nvPr>
        </p:nvSpPr>
        <p:spPr/>
        <p:txBody>
          <a:bodyPr/>
          <a:lstStyle/>
          <a:p>
            <a:fld id="{9D96BA32-6B79-4895-824E-744062688BEE}" type="datetimeFigureOut">
              <a:rPr lang="zh-CN" altLang="en-US" smtClean="0"/>
              <a:t>2024/8/6</a:t>
            </a:fld>
            <a:endParaRPr lang="zh-CN" altLang="en-US"/>
          </a:p>
        </p:txBody>
      </p:sp>
      <p:sp>
        <p:nvSpPr>
          <p:cNvPr id="2" name="页脚占位符 1"/>
          <p:cNvSpPr>
            <a:spLocks noGrp="1"/>
          </p:cNvSpPr>
          <p:nvPr>
            <p:ph type="ftr" sz="quarter" idx="11"/>
          </p:nvPr>
        </p:nvSpPr>
        <p:spPr/>
        <p:txBody>
          <a:bodyPr/>
          <a:lstStyle/>
          <a:p>
            <a:endParaRPr lang="zh-CN" altLang="en-US"/>
          </a:p>
        </p:txBody>
      </p:sp>
      <p:sp>
        <p:nvSpPr>
          <p:cNvPr id="15" name="灯片编号占位符 14"/>
          <p:cNvSpPr>
            <a:spLocks noGrp="1"/>
          </p:cNvSpPr>
          <p:nvPr>
            <p:ph type="sldNum" sz="quarter" idx="12"/>
          </p:nvPr>
        </p:nvSpPr>
        <p:spPr>
          <a:xfrm>
            <a:off x="10972800" y="6473952"/>
            <a:ext cx="1011936" cy="246888"/>
          </a:xfrm>
        </p:spPr>
        <p:txBody>
          <a:bodyPr/>
          <a:lstStyle/>
          <a:p>
            <a:fld id="{FF35C9E2-507E-45B8-BD25-F3C98D86BE5F}" type="slidenum">
              <a:rPr lang="zh-CN" altLang="en-US" smtClean="0"/>
              <a:t>‹#›</a:t>
            </a:fld>
            <a:endParaRPr lang="zh-CN" altLang="en-US"/>
          </a:p>
        </p:txBody>
      </p:sp>
      <p:pic>
        <p:nvPicPr>
          <p:cNvPr id="3" name="图片 2">
            <a:extLst>
              <a:ext uri="{FF2B5EF4-FFF2-40B4-BE49-F238E27FC236}">
                <a16:creationId xmlns:a16="http://schemas.microsoft.com/office/drawing/2014/main" id="{71EFEFC3-9A40-97F0-4D53-E89EAD2ECEE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964301" y="756342"/>
            <a:ext cx="4263399" cy="680573"/>
          </a:xfrm>
          <a:prstGeom prst="rect">
            <a:avLst/>
          </a:prstGeom>
          <a:effectLst>
            <a:outerShdw blurRad="50800" dist="50800" dir="5400000" algn="ctr" rotWithShape="0">
              <a:srgbClr val="000000">
                <a:alpha val="98000"/>
              </a:srgbClr>
            </a:outerShdw>
          </a:effectLst>
        </p:spPr>
      </p:pic>
    </p:spTree>
    <p:extLst>
      <p:ext uri="{BB962C8B-B14F-4D97-AF65-F5344CB8AC3E}">
        <p14:creationId xmlns:p14="http://schemas.microsoft.com/office/powerpoint/2010/main" val="3379066859"/>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2" name="标题 21"/>
          <p:cNvSpPr>
            <a:spLocks noGrp="1"/>
          </p:cNvSpPr>
          <p:nvPr>
            <p:ph type="title"/>
          </p:nvPr>
        </p:nvSpPr>
        <p:spPr/>
        <p:txBody>
          <a:bodyPr/>
          <a:lstStyle/>
          <a:p>
            <a:r>
              <a:rPr kumimoji="0" lang="zh-CN" altLang="en-US"/>
              <a:t>单击此处编辑母版标题样式</a:t>
            </a:r>
            <a:endParaRPr kumimoji="0" lang="en-US"/>
          </a:p>
        </p:txBody>
      </p:sp>
      <p:sp>
        <p:nvSpPr>
          <p:cNvPr id="27" name="内容占位符 26"/>
          <p:cNvSpPr>
            <a:spLocks noGrp="1"/>
          </p:cNvSpPr>
          <p:nvPr>
            <p:ph idx="1"/>
          </p:nvPr>
        </p:nvSpPr>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25" name="日期占位符 24"/>
          <p:cNvSpPr>
            <a:spLocks noGrp="1"/>
          </p:cNvSpPr>
          <p:nvPr>
            <p:ph type="dt" sz="half" idx="10"/>
          </p:nvPr>
        </p:nvSpPr>
        <p:spPr/>
        <p:txBody>
          <a:bodyPr/>
          <a:lstStyle/>
          <a:p>
            <a:fld id="{9D96BA32-6B79-4895-824E-744062688BEE}" type="datetimeFigureOut">
              <a:rPr lang="zh-CN" altLang="en-US" smtClean="0"/>
              <a:t>2024/8/6</a:t>
            </a:fld>
            <a:endParaRPr lang="zh-CN" altLang="en-US"/>
          </a:p>
        </p:txBody>
      </p:sp>
      <p:sp>
        <p:nvSpPr>
          <p:cNvPr id="19" name="页脚占位符 18"/>
          <p:cNvSpPr>
            <a:spLocks noGrp="1"/>
          </p:cNvSpPr>
          <p:nvPr>
            <p:ph type="ftr" sz="quarter" idx="11"/>
          </p:nvPr>
        </p:nvSpPr>
        <p:spPr>
          <a:xfrm>
            <a:off x="4775201" y="76201"/>
            <a:ext cx="3860800" cy="288925"/>
          </a:xfrm>
        </p:spPr>
        <p:txBody>
          <a:bodyPr/>
          <a:lstStyle/>
          <a:p>
            <a:endParaRPr lang="zh-CN" altLang="en-US"/>
          </a:p>
        </p:txBody>
      </p:sp>
      <p:sp>
        <p:nvSpPr>
          <p:cNvPr id="16" name="灯片编号占位符 15"/>
          <p:cNvSpPr>
            <a:spLocks noGrp="1"/>
          </p:cNvSpPr>
          <p:nvPr>
            <p:ph type="sldNum" sz="quarter" idx="12"/>
          </p:nvPr>
        </p:nvSpPr>
        <p:spPr>
          <a:xfrm>
            <a:off x="10972800" y="6473952"/>
            <a:ext cx="1011936" cy="246888"/>
          </a:xfrm>
        </p:spPr>
        <p:txBody>
          <a:bodyPr/>
          <a:lstStyle/>
          <a:p>
            <a:fld id="{FF35C9E2-507E-45B8-BD25-F3C98D86BE5F}" type="slidenum">
              <a:rPr lang="zh-CN" altLang="en-US" smtClean="0"/>
              <a:t>‹#›</a:t>
            </a:fld>
            <a:endParaRPr lang="zh-CN" altLang="en-US"/>
          </a:p>
        </p:txBody>
      </p:sp>
      <p:pic>
        <p:nvPicPr>
          <p:cNvPr id="2" name="图片 1">
            <a:extLst>
              <a:ext uri="{FF2B5EF4-FFF2-40B4-BE49-F238E27FC236}">
                <a16:creationId xmlns:a16="http://schemas.microsoft.com/office/drawing/2014/main" id="{16C686BC-D84A-F585-FFF4-35A8D766C95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795366" y="214041"/>
            <a:ext cx="2932284" cy="468085"/>
          </a:xfrm>
          <a:prstGeom prst="rect">
            <a:avLst/>
          </a:prstGeom>
          <a:effectLst/>
        </p:spPr>
      </p:pic>
      <p:sp>
        <p:nvSpPr>
          <p:cNvPr id="3" name="矩形 2">
            <a:extLst>
              <a:ext uri="{FF2B5EF4-FFF2-40B4-BE49-F238E27FC236}">
                <a16:creationId xmlns:a16="http://schemas.microsoft.com/office/drawing/2014/main" id="{93E674F8-D069-5E3A-7F51-0737CC644829}"/>
              </a:ext>
            </a:extLst>
          </p:cNvPr>
          <p:cNvSpPr/>
          <p:nvPr userDrawn="1"/>
        </p:nvSpPr>
        <p:spPr>
          <a:xfrm>
            <a:off x="10229998" y="1926771"/>
            <a:ext cx="674913" cy="3246840"/>
          </a:xfrm>
          <a:prstGeom prst="rect">
            <a:avLst/>
          </a:prstGeom>
          <a:blipFill dpi="0" rotWithShape="1">
            <a:blip r:embed="rId3" cstate="print">
              <a:alphaModFix amt="10000"/>
              <a:extLst>
                <a:ext uri="{28A0092B-C50C-407E-A947-70E740481C1C}">
                  <a14:useLocalDpi xmlns:a14="http://schemas.microsoft.com/office/drawing/2010/main" val="0"/>
                </a:ext>
              </a:extLst>
            </a:blip>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00" dirty="0"/>
          </a:p>
        </p:txBody>
      </p:sp>
    </p:spTree>
    <p:extLst>
      <p:ext uri="{BB962C8B-B14F-4D97-AF65-F5344CB8AC3E}">
        <p14:creationId xmlns:p14="http://schemas.microsoft.com/office/powerpoint/2010/main" val="131048691"/>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直接连接符 6"/>
          <p:cNvSpPr>
            <a:spLocks noChangeShapeType="1"/>
          </p:cNvSpPr>
          <p:nvPr/>
        </p:nvSpPr>
        <p:spPr bwMode="auto">
          <a:xfrm>
            <a:off x="685800" y="3444904"/>
            <a:ext cx="1150620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07" tIns="45703" rIns="91407" bIns="45703" anchor="t" compatLnSpc="1"/>
          <a:lstStyle/>
          <a:p>
            <a:endParaRPr kumimoji="0" lang="en-US" sz="1800"/>
          </a:p>
        </p:txBody>
      </p:sp>
      <p:sp>
        <p:nvSpPr>
          <p:cNvPr id="6" name="文本占位符 5"/>
          <p:cNvSpPr>
            <a:spLocks noGrp="1"/>
          </p:cNvSpPr>
          <p:nvPr>
            <p:ph type="body" idx="1"/>
          </p:nvPr>
        </p:nvSpPr>
        <p:spPr>
          <a:xfrm>
            <a:off x="508000" y="1676400"/>
            <a:ext cx="11277600" cy="1219200"/>
          </a:xfrm>
        </p:spPr>
        <p:txBody>
          <a:bodyPr anchor="b"/>
          <a:lstStyle>
            <a:lvl1pPr marL="0" indent="0" algn="r">
              <a:buNone/>
              <a:defRPr sz="2000">
                <a:solidFill>
                  <a:schemeClr val="tx2">
                    <a:shade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a:t>单击此处编辑母版文本样式</a:t>
            </a:r>
          </a:p>
        </p:txBody>
      </p:sp>
      <p:sp>
        <p:nvSpPr>
          <p:cNvPr id="19" name="日期占位符 18"/>
          <p:cNvSpPr>
            <a:spLocks noGrp="1"/>
          </p:cNvSpPr>
          <p:nvPr>
            <p:ph type="dt" sz="half" idx="10"/>
          </p:nvPr>
        </p:nvSpPr>
        <p:spPr/>
        <p:txBody>
          <a:bodyPr/>
          <a:lstStyle/>
          <a:p>
            <a:fld id="{9D96BA32-6B79-4895-824E-744062688BEE}" type="datetimeFigureOut">
              <a:rPr lang="zh-CN" altLang="en-US" smtClean="0"/>
              <a:t>2024/8/6</a:t>
            </a:fld>
            <a:endParaRPr lang="zh-CN" altLang="en-US"/>
          </a:p>
        </p:txBody>
      </p:sp>
      <p:sp>
        <p:nvSpPr>
          <p:cNvPr id="11" name="页脚占位符 10"/>
          <p:cNvSpPr>
            <a:spLocks noGrp="1"/>
          </p:cNvSpPr>
          <p:nvPr>
            <p:ph type="ftr" sz="quarter" idx="11"/>
          </p:nvPr>
        </p:nvSpPr>
        <p:spPr/>
        <p:txBody>
          <a:bodyPr/>
          <a:lstStyle/>
          <a:p>
            <a:endParaRPr lang="zh-CN" altLang="en-US"/>
          </a:p>
        </p:txBody>
      </p:sp>
      <p:sp>
        <p:nvSpPr>
          <p:cNvPr id="16" name="灯片编号占位符 15"/>
          <p:cNvSpPr>
            <a:spLocks noGrp="1"/>
          </p:cNvSpPr>
          <p:nvPr>
            <p:ph type="sldNum" sz="quarter" idx="12"/>
          </p:nvPr>
        </p:nvSpPr>
        <p:spPr/>
        <p:txBody>
          <a:bodyPr/>
          <a:lstStyle/>
          <a:p>
            <a:fld id="{FF35C9E2-507E-45B8-BD25-F3C98D86BE5F}" type="slidenum">
              <a:rPr lang="zh-CN" altLang="en-US" smtClean="0"/>
              <a:t>‹#›</a:t>
            </a:fld>
            <a:endParaRPr lang="zh-CN" altLang="en-US"/>
          </a:p>
        </p:txBody>
      </p:sp>
      <p:sp>
        <p:nvSpPr>
          <p:cNvPr id="8" name="标题 7"/>
          <p:cNvSpPr>
            <a:spLocks noGrp="1"/>
          </p:cNvSpPr>
          <p:nvPr>
            <p:ph type="title"/>
          </p:nvPr>
        </p:nvSpPr>
        <p:spPr>
          <a:xfrm>
            <a:off x="240633" y="2947087"/>
            <a:ext cx="11582400" cy="1184825"/>
          </a:xfrm>
        </p:spPr>
        <p:txBody>
          <a:bodyPr rtlCol="0" anchor="t"/>
          <a:lstStyle>
            <a:lvl1pPr algn="r">
              <a:defRPr/>
            </a:lvl1pPr>
          </a:lstStyle>
          <a:p>
            <a:r>
              <a:rPr kumimoji="0" lang="zh-CN" altLang="en-US"/>
              <a:t>单击此处编辑母版标题样式</a:t>
            </a:r>
            <a:endParaRPr kumimoji="0" lang="en-US"/>
          </a:p>
        </p:txBody>
      </p:sp>
      <p:pic>
        <p:nvPicPr>
          <p:cNvPr id="2" name="图片 1">
            <a:extLst>
              <a:ext uri="{FF2B5EF4-FFF2-40B4-BE49-F238E27FC236}">
                <a16:creationId xmlns:a16="http://schemas.microsoft.com/office/drawing/2014/main" id="{A7174B1D-EE8A-FDC7-CEB6-0940CBB5A142}"/>
              </a:ext>
            </a:extLst>
          </p:cNvPr>
          <p:cNvPicPr>
            <a:picLocks noChangeAspect="1"/>
          </p:cNvPicPr>
          <p:nvPr userDrawn="1">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8795366" y="214041"/>
            <a:ext cx="2932284" cy="468085"/>
          </a:xfrm>
          <a:prstGeom prst="rect">
            <a:avLst/>
          </a:prstGeom>
          <a:effectLst/>
        </p:spPr>
      </p:pic>
      <p:sp>
        <p:nvSpPr>
          <p:cNvPr id="3" name="矩形 2">
            <a:extLst>
              <a:ext uri="{FF2B5EF4-FFF2-40B4-BE49-F238E27FC236}">
                <a16:creationId xmlns:a16="http://schemas.microsoft.com/office/drawing/2014/main" id="{55D3A3A7-825E-ED17-752A-CF504AC4992E}"/>
              </a:ext>
            </a:extLst>
          </p:cNvPr>
          <p:cNvSpPr/>
          <p:nvPr userDrawn="1">
            <p:custDataLst>
              <p:tags r:id="rId2"/>
            </p:custDataLst>
          </p:nvPr>
        </p:nvSpPr>
        <p:spPr>
          <a:xfrm>
            <a:off x="10229998" y="1926771"/>
            <a:ext cx="674913" cy="3246840"/>
          </a:xfrm>
          <a:prstGeom prst="rect">
            <a:avLst/>
          </a:prstGeom>
          <a:blipFill dpi="0" rotWithShape="1">
            <a:blip r:embed="rId5" cstate="print">
              <a:alphaModFix amt="10000"/>
              <a:extLst>
                <a:ext uri="{28A0092B-C50C-407E-A947-70E740481C1C}">
                  <a14:useLocalDpi xmlns:a14="http://schemas.microsoft.com/office/drawing/2010/main" val="0"/>
                </a:ext>
              </a:extLst>
            </a:blip>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00" dirty="0"/>
          </a:p>
        </p:txBody>
      </p:sp>
    </p:spTree>
    <p:extLst>
      <p:ext uri="{BB962C8B-B14F-4D97-AF65-F5344CB8AC3E}">
        <p14:creationId xmlns:p14="http://schemas.microsoft.com/office/powerpoint/2010/main" val="3210261599"/>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0" name="标题 19"/>
          <p:cNvSpPr>
            <a:spLocks noGrp="1"/>
          </p:cNvSpPr>
          <p:nvPr>
            <p:ph type="title"/>
          </p:nvPr>
        </p:nvSpPr>
        <p:spPr>
          <a:xfrm>
            <a:off x="402336" y="457201"/>
            <a:ext cx="11582400" cy="841248"/>
          </a:xfrm>
        </p:spPr>
        <p:txBody>
          <a:bodyPr/>
          <a:lstStyle/>
          <a:p>
            <a:r>
              <a:rPr kumimoji="0" lang="zh-CN" altLang="en-US"/>
              <a:t>单击此处编辑母版标题样式</a:t>
            </a:r>
            <a:endParaRPr kumimoji="0" lang="en-US"/>
          </a:p>
        </p:txBody>
      </p:sp>
      <p:sp>
        <p:nvSpPr>
          <p:cNvPr id="14" name="内容占位符 13"/>
          <p:cNvSpPr>
            <a:spLocks noGrp="1"/>
          </p:cNvSpPr>
          <p:nvPr>
            <p:ph sz="half" idx="1"/>
          </p:nvPr>
        </p:nvSpPr>
        <p:spPr>
          <a:xfrm>
            <a:off x="406401" y="1600200"/>
            <a:ext cx="5588000" cy="4724400"/>
          </a:xfrm>
        </p:spPr>
        <p:txBody>
          <a:bodyPr/>
          <a:lstStyle>
            <a:lvl1pPr>
              <a:defRPr sz="2799"/>
            </a:lvl1pPr>
            <a:lvl2pPr>
              <a:defRPr sz="2400"/>
            </a:lvl2pPr>
            <a:lvl3pPr>
              <a:defRPr sz="2000"/>
            </a:lvl3pPr>
            <a:lvl4pPr>
              <a:defRPr sz="1800"/>
            </a:lvl4pPr>
            <a:lvl5pPr>
              <a:defRPr sz="1800"/>
            </a:lvl5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13" name="内容占位符 12"/>
          <p:cNvSpPr>
            <a:spLocks noGrp="1"/>
          </p:cNvSpPr>
          <p:nvPr>
            <p:ph sz="half" idx="2"/>
          </p:nvPr>
        </p:nvSpPr>
        <p:spPr>
          <a:xfrm>
            <a:off x="6197600" y="1600200"/>
            <a:ext cx="5791200" cy="4724400"/>
          </a:xfrm>
        </p:spPr>
        <p:txBody>
          <a:bodyPr/>
          <a:lstStyle>
            <a:lvl1pPr>
              <a:defRPr sz="2799"/>
            </a:lvl1pPr>
            <a:lvl2pPr>
              <a:defRPr sz="2400"/>
            </a:lvl2pPr>
            <a:lvl3pPr>
              <a:defRPr sz="2000"/>
            </a:lvl3pPr>
            <a:lvl4pPr>
              <a:defRPr sz="1800"/>
            </a:lvl4pPr>
            <a:lvl5pPr>
              <a:defRPr sz="1800"/>
            </a:lvl5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21" name="日期占位符 20"/>
          <p:cNvSpPr>
            <a:spLocks noGrp="1"/>
          </p:cNvSpPr>
          <p:nvPr>
            <p:ph type="dt" sz="half" idx="10"/>
          </p:nvPr>
        </p:nvSpPr>
        <p:spPr/>
        <p:txBody>
          <a:bodyPr/>
          <a:lstStyle/>
          <a:p>
            <a:fld id="{9D96BA32-6B79-4895-824E-744062688BEE}" type="datetimeFigureOut">
              <a:rPr lang="zh-CN" altLang="en-US" smtClean="0"/>
              <a:t>2024/8/6</a:t>
            </a:fld>
            <a:endParaRPr lang="zh-CN" altLang="en-US"/>
          </a:p>
        </p:txBody>
      </p:sp>
      <p:sp>
        <p:nvSpPr>
          <p:cNvPr id="10" name="页脚占位符 9"/>
          <p:cNvSpPr>
            <a:spLocks noGrp="1"/>
          </p:cNvSpPr>
          <p:nvPr>
            <p:ph type="ftr" sz="quarter" idx="11"/>
          </p:nvPr>
        </p:nvSpPr>
        <p:spPr/>
        <p:txBody>
          <a:bodyPr/>
          <a:lstStyle/>
          <a:p>
            <a:endParaRPr lang="zh-CN" altLang="en-US"/>
          </a:p>
        </p:txBody>
      </p:sp>
      <p:sp>
        <p:nvSpPr>
          <p:cNvPr id="31" name="灯片编号占位符 30"/>
          <p:cNvSpPr>
            <a:spLocks noGrp="1"/>
          </p:cNvSpPr>
          <p:nvPr>
            <p:ph type="sldNum" sz="quarter" idx="12"/>
          </p:nvPr>
        </p:nvSpPr>
        <p:spPr/>
        <p:txBody>
          <a:bodyPr/>
          <a:lstStyle/>
          <a:p>
            <a:fld id="{FF35C9E2-507E-45B8-BD25-F3C98D86BE5F}" type="slidenum">
              <a:rPr lang="zh-CN" altLang="en-US" smtClean="0"/>
              <a:t>‹#›</a:t>
            </a:fld>
            <a:endParaRPr lang="zh-CN" altLang="en-US"/>
          </a:p>
        </p:txBody>
      </p:sp>
      <p:pic>
        <p:nvPicPr>
          <p:cNvPr id="2" name="图片 1">
            <a:extLst>
              <a:ext uri="{FF2B5EF4-FFF2-40B4-BE49-F238E27FC236}">
                <a16:creationId xmlns:a16="http://schemas.microsoft.com/office/drawing/2014/main" id="{D3C47A14-E6F2-4E69-9286-73C83F4872CC}"/>
              </a:ext>
            </a:extLst>
          </p:cNvPr>
          <p:cNvPicPr>
            <a:picLocks noChangeAspect="1"/>
          </p:cNvPicPr>
          <p:nvPr userDrawn="1">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8795366" y="214041"/>
            <a:ext cx="2932284" cy="468085"/>
          </a:xfrm>
          <a:prstGeom prst="rect">
            <a:avLst/>
          </a:prstGeom>
          <a:effectLst/>
        </p:spPr>
      </p:pic>
      <p:sp>
        <p:nvSpPr>
          <p:cNvPr id="3" name="矩形 2">
            <a:extLst>
              <a:ext uri="{FF2B5EF4-FFF2-40B4-BE49-F238E27FC236}">
                <a16:creationId xmlns:a16="http://schemas.microsoft.com/office/drawing/2014/main" id="{862CCE02-D313-62CE-2CB6-27C80259C040}"/>
              </a:ext>
            </a:extLst>
          </p:cNvPr>
          <p:cNvSpPr/>
          <p:nvPr userDrawn="1">
            <p:custDataLst>
              <p:tags r:id="rId2"/>
            </p:custDataLst>
          </p:nvPr>
        </p:nvSpPr>
        <p:spPr>
          <a:xfrm>
            <a:off x="10229998" y="1926771"/>
            <a:ext cx="674913" cy="3246840"/>
          </a:xfrm>
          <a:prstGeom prst="rect">
            <a:avLst/>
          </a:prstGeom>
          <a:blipFill dpi="0" rotWithShape="1">
            <a:blip r:embed="rId5" cstate="print">
              <a:alphaModFix amt="10000"/>
              <a:extLst>
                <a:ext uri="{28A0092B-C50C-407E-A947-70E740481C1C}">
                  <a14:useLocalDpi xmlns:a14="http://schemas.microsoft.com/office/drawing/2010/main" val="0"/>
                </a:ext>
              </a:extLst>
            </a:blip>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00" dirty="0"/>
          </a:p>
        </p:txBody>
      </p:sp>
    </p:spTree>
    <p:extLst>
      <p:ext uri="{BB962C8B-B14F-4D97-AF65-F5344CB8AC3E}">
        <p14:creationId xmlns:p14="http://schemas.microsoft.com/office/powerpoint/2010/main" val="3923976821"/>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9" name="标题 28"/>
          <p:cNvSpPr>
            <a:spLocks noGrp="1"/>
          </p:cNvSpPr>
          <p:nvPr>
            <p:ph type="title"/>
          </p:nvPr>
        </p:nvSpPr>
        <p:spPr>
          <a:xfrm>
            <a:off x="406400" y="5410200"/>
            <a:ext cx="11480800" cy="882650"/>
          </a:xfrm>
        </p:spPr>
        <p:txBody>
          <a:bodyPr anchor="ctr"/>
          <a:lstStyle>
            <a:lvl1pPr>
              <a:defRPr/>
            </a:lvl1pPr>
          </a:lstStyle>
          <a:p>
            <a:r>
              <a:rPr kumimoji="0" lang="zh-CN" altLang="en-US"/>
              <a:t>单击此处编辑母版标题样式</a:t>
            </a:r>
            <a:endParaRPr kumimoji="0" lang="en-US"/>
          </a:p>
        </p:txBody>
      </p:sp>
      <p:sp>
        <p:nvSpPr>
          <p:cNvPr id="13" name="文本占位符 12"/>
          <p:cNvSpPr>
            <a:spLocks noGrp="1"/>
          </p:cNvSpPr>
          <p:nvPr>
            <p:ph type="body" idx="1"/>
          </p:nvPr>
        </p:nvSpPr>
        <p:spPr>
          <a:xfrm>
            <a:off x="375260" y="666750"/>
            <a:ext cx="5720741" cy="639762"/>
          </a:xfrm>
        </p:spPr>
        <p:txBody>
          <a:bodyPr anchor="ctr"/>
          <a:lstStyle>
            <a:lvl1pPr marL="0" indent="0">
              <a:buNone/>
              <a:defRPr sz="1800" b="0" cap="all"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a:t>单击此处编辑母版文本样式</a:t>
            </a:r>
          </a:p>
        </p:txBody>
      </p:sp>
      <p:sp>
        <p:nvSpPr>
          <p:cNvPr id="25" name="文本占位符 24"/>
          <p:cNvSpPr>
            <a:spLocks noGrp="1"/>
          </p:cNvSpPr>
          <p:nvPr>
            <p:ph type="body" sz="half" idx="3"/>
          </p:nvPr>
        </p:nvSpPr>
        <p:spPr>
          <a:xfrm>
            <a:off x="6193368" y="666750"/>
            <a:ext cx="5722988" cy="639762"/>
          </a:xfrm>
        </p:spPr>
        <p:txBody>
          <a:bodyPr anchor="ctr"/>
          <a:lstStyle>
            <a:lvl1pPr marL="0" indent="0">
              <a:buNone/>
              <a:defRPr sz="1800" b="0" cap="all"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a:t>单击此处编辑母版文本样式</a:t>
            </a:r>
          </a:p>
        </p:txBody>
      </p:sp>
      <p:sp>
        <p:nvSpPr>
          <p:cNvPr id="4" name="内容占位符 3"/>
          <p:cNvSpPr>
            <a:spLocks noGrp="1"/>
          </p:cNvSpPr>
          <p:nvPr>
            <p:ph sz="quarter" idx="2"/>
          </p:nvPr>
        </p:nvSpPr>
        <p:spPr>
          <a:xfrm>
            <a:off x="375260" y="1316038"/>
            <a:ext cx="5720741"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28" name="内容占位符 27"/>
          <p:cNvSpPr>
            <a:spLocks noGrp="1"/>
          </p:cNvSpPr>
          <p:nvPr>
            <p:ph sz="quarter" idx="4"/>
          </p:nvPr>
        </p:nvSpPr>
        <p:spPr>
          <a:xfrm>
            <a:off x="6198307" y="1316038"/>
            <a:ext cx="571804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10" name="日期占位符 9"/>
          <p:cNvSpPr>
            <a:spLocks noGrp="1"/>
          </p:cNvSpPr>
          <p:nvPr>
            <p:ph type="dt" sz="half" idx="10"/>
          </p:nvPr>
        </p:nvSpPr>
        <p:spPr/>
        <p:txBody>
          <a:bodyPr/>
          <a:lstStyle/>
          <a:p>
            <a:fld id="{9D96BA32-6B79-4895-824E-744062688BEE}" type="datetimeFigureOut">
              <a:rPr lang="zh-CN" altLang="en-US" smtClean="0"/>
              <a:t>2024/8/6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a:xfrm>
            <a:off x="10972800" y="6477001"/>
            <a:ext cx="1016000" cy="246888"/>
          </a:xfrm>
        </p:spPr>
        <p:txBody>
          <a:bodyPr/>
          <a:lstStyle/>
          <a:p>
            <a:fld id="{FF35C9E2-507E-45B8-BD25-F3C98D86BE5F}" type="slidenum">
              <a:rPr lang="zh-CN" altLang="en-US" smtClean="0"/>
              <a:t>‹#›</a:t>
            </a:fld>
            <a:endParaRPr lang="zh-CN" altLang="en-US"/>
          </a:p>
        </p:txBody>
      </p:sp>
      <p:sp>
        <p:nvSpPr>
          <p:cNvPr id="11" name="直接连接符 10"/>
          <p:cNvSpPr>
            <a:spLocks noChangeShapeType="1"/>
          </p:cNvSpPr>
          <p:nvPr/>
        </p:nvSpPr>
        <p:spPr bwMode="auto">
          <a:xfrm>
            <a:off x="685800" y="6019801"/>
            <a:ext cx="1150620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07" tIns="45703" rIns="91407" bIns="45703" anchor="t" compatLnSpc="1"/>
          <a:lstStyle/>
          <a:p>
            <a:endParaRPr kumimoji="0" lang="en-US" sz="1800"/>
          </a:p>
        </p:txBody>
      </p:sp>
      <p:pic>
        <p:nvPicPr>
          <p:cNvPr id="2" name="图片 1">
            <a:extLst>
              <a:ext uri="{FF2B5EF4-FFF2-40B4-BE49-F238E27FC236}">
                <a16:creationId xmlns:a16="http://schemas.microsoft.com/office/drawing/2014/main" id="{0CA6DC45-A57C-2A6B-1758-069E13E4D2A2}"/>
              </a:ext>
            </a:extLst>
          </p:cNvPr>
          <p:cNvPicPr>
            <a:picLocks noChangeAspect="1"/>
          </p:cNvPicPr>
          <p:nvPr userDrawn="1">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8795366" y="214041"/>
            <a:ext cx="2932284" cy="468085"/>
          </a:xfrm>
          <a:prstGeom prst="rect">
            <a:avLst/>
          </a:prstGeom>
          <a:effectLst/>
        </p:spPr>
      </p:pic>
      <p:sp>
        <p:nvSpPr>
          <p:cNvPr id="3" name="矩形 2">
            <a:extLst>
              <a:ext uri="{FF2B5EF4-FFF2-40B4-BE49-F238E27FC236}">
                <a16:creationId xmlns:a16="http://schemas.microsoft.com/office/drawing/2014/main" id="{C4A52EC4-D988-0354-3653-55917A421357}"/>
              </a:ext>
            </a:extLst>
          </p:cNvPr>
          <p:cNvSpPr/>
          <p:nvPr userDrawn="1">
            <p:custDataLst>
              <p:tags r:id="rId2"/>
            </p:custDataLst>
          </p:nvPr>
        </p:nvSpPr>
        <p:spPr>
          <a:xfrm>
            <a:off x="10229998" y="1926771"/>
            <a:ext cx="674913" cy="3246840"/>
          </a:xfrm>
          <a:prstGeom prst="rect">
            <a:avLst/>
          </a:prstGeom>
          <a:blipFill dpi="0" rotWithShape="1">
            <a:blip r:embed="rId5" cstate="print">
              <a:alphaModFix amt="10000"/>
              <a:extLst>
                <a:ext uri="{28A0092B-C50C-407E-A947-70E740481C1C}">
                  <a14:useLocalDpi xmlns:a14="http://schemas.microsoft.com/office/drawing/2010/main" val="0"/>
                </a:ext>
              </a:extLst>
            </a:blip>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00" dirty="0"/>
          </a:p>
        </p:txBody>
      </p:sp>
    </p:spTree>
    <p:extLst>
      <p:ext uri="{BB962C8B-B14F-4D97-AF65-F5344CB8AC3E}">
        <p14:creationId xmlns:p14="http://schemas.microsoft.com/office/powerpoint/2010/main" val="165773803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0" name="标题 29"/>
          <p:cNvSpPr>
            <a:spLocks noGrp="1"/>
          </p:cNvSpPr>
          <p:nvPr>
            <p:ph type="title"/>
          </p:nvPr>
        </p:nvSpPr>
        <p:spPr>
          <a:xfrm>
            <a:off x="402336" y="457201"/>
            <a:ext cx="11582400" cy="841248"/>
          </a:xfrm>
        </p:spPr>
        <p:txBody>
          <a:bodyPr/>
          <a:lstStyle/>
          <a:p>
            <a:r>
              <a:rPr kumimoji="0" lang="zh-CN" altLang="en-US"/>
              <a:t>单击此处编辑母版标题样式</a:t>
            </a:r>
            <a:endParaRPr kumimoji="0" lang="en-US"/>
          </a:p>
        </p:txBody>
      </p:sp>
      <p:sp>
        <p:nvSpPr>
          <p:cNvPr id="12" name="日期占位符 11"/>
          <p:cNvSpPr>
            <a:spLocks noGrp="1"/>
          </p:cNvSpPr>
          <p:nvPr>
            <p:ph type="dt" sz="half" idx="10"/>
          </p:nvPr>
        </p:nvSpPr>
        <p:spPr/>
        <p:txBody>
          <a:bodyPr/>
          <a:lstStyle/>
          <a:p>
            <a:fld id="{9D96BA32-6B79-4895-824E-744062688BEE}" type="datetimeFigureOut">
              <a:rPr lang="zh-CN" altLang="en-US" smtClean="0"/>
              <a:t>2024/8/6</a:t>
            </a:fld>
            <a:endParaRPr lang="zh-CN" altLang="en-US"/>
          </a:p>
        </p:txBody>
      </p:sp>
      <p:sp>
        <p:nvSpPr>
          <p:cNvPr id="21" name="页脚占位符 20"/>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F35C9E2-507E-45B8-BD25-F3C98D86BE5F}" type="slidenum">
              <a:rPr lang="zh-CN" altLang="en-US" smtClean="0"/>
              <a:t>‹#›</a:t>
            </a:fld>
            <a:endParaRPr lang="zh-CN" altLang="en-US"/>
          </a:p>
        </p:txBody>
      </p:sp>
      <p:pic>
        <p:nvPicPr>
          <p:cNvPr id="2" name="图片 1">
            <a:extLst>
              <a:ext uri="{FF2B5EF4-FFF2-40B4-BE49-F238E27FC236}">
                <a16:creationId xmlns:a16="http://schemas.microsoft.com/office/drawing/2014/main" id="{5828A9F2-BA92-EAA6-43C2-A8FE80642CFD}"/>
              </a:ext>
            </a:extLst>
          </p:cNvPr>
          <p:cNvPicPr>
            <a:picLocks noChangeAspect="1"/>
          </p:cNvPicPr>
          <p:nvPr userDrawn="1">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8795366" y="214041"/>
            <a:ext cx="2932284" cy="468085"/>
          </a:xfrm>
          <a:prstGeom prst="rect">
            <a:avLst/>
          </a:prstGeom>
          <a:effectLst/>
        </p:spPr>
      </p:pic>
      <p:sp>
        <p:nvSpPr>
          <p:cNvPr id="3" name="矩形 2">
            <a:extLst>
              <a:ext uri="{FF2B5EF4-FFF2-40B4-BE49-F238E27FC236}">
                <a16:creationId xmlns:a16="http://schemas.microsoft.com/office/drawing/2014/main" id="{09E2FC0B-AF79-0971-8041-3533F17DE918}"/>
              </a:ext>
            </a:extLst>
          </p:cNvPr>
          <p:cNvSpPr/>
          <p:nvPr userDrawn="1">
            <p:custDataLst>
              <p:tags r:id="rId2"/>
            </p:custDataLst>
          </p:nvPr>
        </p:nvSpPr>
        <p:spPr>
          <a:xfrm>
            <a:off x="10229998" y="1926771"/>
            <a:ext cx="674913" cy="3246840"/>
          </a:xfrm>
          <a:prstGeom prst="rect">
            <a:avLst/>
          </a:prstGeom>
          <a:blipFill dpi="0" rotWithShape="1">
            <a:blip r:embed="rId5" cstate="print">
              <a:alphaModFix amt="10000"/>
              <a:extLst>
                <a:ext uri="{28A0092B-C50C-407E-A947-70E740481C1C}">
                  <a14:useLocalDpi xmlns:a14="http://schemas.microsoft.com/office/drawing/2010/main" val="0"/>
                </a:ext>
              </a:extLst>
            </a:blip>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00" dirty="0"/>
          </a:p>
        </p:txBody>
      </p:sp>
    </p:spTree>
    <p:extLst>
      <p:ext uri="{BB962C8B-B14F-4D97-AF65-F5344CB8AC3E}">
        <p14:creationId xmlns:p14="http://schemas.microsoft.com/office/powerpoint/2010/main" val="4179705203"/>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9D96BA32-6B79-4895-824E-744062688BEE}" type="datetimeFigureOut">
              <a:rPr lang="zh-CN" altLang="en-US" smtClean="0"/>
              <a:t>2024/8/6</a:t>
            </a:fld>
            <a:endParaRPr lang="zh-CN" altLang="en-US"/>
          </a:p>
        </p:txBody>
      </p:sp>
      <p:sp>
        <p:nvSpPr>
          <p:cNvPr id="24" name="页脚占位符 23"/>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F35C9E2-507E-45B8-BD25-F3C98D86BE5F}" type="slidenum">
              <a:rPr lang="zh-CN" altLang="en-US" smtClean="0"/>
              <a:t>‹#›</a:t>
            </a:fld>
            <a:endParaRPr lang="zh-CN" altLang="en-US"/>
          </a:p>
        </p:txBody>
      </p:sp>
      <p:pic>
        <p:nvPicPr>
          <p:cNvPr id="2" name="图片 1">
            <a:extLst>
              <a:ext uri="{FF2B5EF4-FFF2-40B4-BE49-F238E27FC236}">
                <a16:creationId xmlns:a16="http://schemas.microsoft.com/office/drawing/2014/main" id="{562F51CA-4ED5-7171-9219-D347C2FACCDA}"/>
              </a:ext>
            </a:extLst>
          </p:cNvPr>
          <p:cNvPicPr>
            <a:picLocks noChangeAspect="1"/>
          </p:cNvPicPr>
          <p:nvPr userDrawn="1">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8795366" y="214041"/>
            <a:ext cx="2932284" cy="468085"/>
          </a:xfrm>
          <a:prstGeom prst="rect">
            <a:avLst/>
          </a:prstGeom>
          <a:effectLst/>
        </p:spPr>
      </p:pic>
      <p:sp>
        <p:nvSpPr>
          <p:cNvPr id="4" name="矩形 3">
            <a:extLst>
              <a:ext uri="{FF2B5EF4-FFF2-40B4-BE49-F238E27FC236}">
                <a16:creationId xmlns:a16="http://schemas.microsoft.com/office/drawing/2014/main" id="{C2E37F42-F4A4-9637-BC0D-8437F15C2890}"/>
              </a:ext>
            </a:extLst>
          </p:cNvPr>
          <p:cNvSpPr/>
          <p:nvPr userDrawn="1">
            <p:custDataLst>
              <p:tags r:id="rId2"/>
            </p:custDataLst>
          </p:nvPr>
        </p:nvSpPr>
        <p:spPr>
          <a:xfrm>
            <a:off x="10229998" y="1926771"/>
            <a:ext cx="674913" cy="3246840"/>
          </a:xfrm>
          <a:prstGeom prst="rect">
            <a:avLst/>
          </a:prstGeom>
          <a:blipFill dpi="0" rotWithShape="1">
            <a:blip r:embed="rId5" cstate="print">
              <a:alphaModFix amt="10000"/>
              <a:extLst>
                <a:ext uri="{28A0092B-C50C-407E-A947-70E740481C1C}">
                  <a14:useLocalDpi xmlns:a14="http://schemas.microsoft.com/office/drawing/2010/main" val="0"/>
                </a:ext>
              </a:extLst>
            </a:blip>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00" dirty="0"/>
          </a:p>
        </p:txBody>
      </p:sp>
    </p:spTree>
    <p:extLst>
      <p:ext uri="{BB962C8B-B14F-4D97-AF65-F5344CB8AC3E}">
        <p14:creationId xmlns:p14="http://schemas.microsoft.com/office/powerpoint/2010/main" val="79455398"/>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直接连接符 7"/>
          <p:cNvSpPr>
            <a:spLocks noChangeShapeType="1"/>
          </p:cNvSpPr>
          <p:nvPr/>
        </p:nvSpPr>
        <p:spPr bwMode="auto">
          <a:xfrm>
            <a:off x="685800" y="5849119"/>
            <a:ext cx="1150620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07" tIns="45703" rIns="91407" bIns="45703" anchor="t" compatLnSpc="1"/>
          <a:lstStyle/>
          <a:p>
            <a:endParaRPr kumimoji="0" lang="en-US" sz="1800"/>
          </a:p>
        </p:txBody>
      </p:sp>
      <p:sp>
        <p:nvSpPr>
          <p:cNvPr id="12" name="标题 11"/>
          <p:cNvSpPr>
            <a:spLocks noGrp="1"/>
          </p:cNvSpPr>
          <p:nvPr>
            <p:ph type="title"/>
          </p:nvPr>
        </p:nvSpPr>
        <p:spPr>
          <a:xfrm>
            <a:off x="609600" y="5486400"/>
            <a:ext cx="11277600" cy="520700"/>
          </a:xfrm>
        </p:spPr>
        <p:txBody>
          <a:bodyPr anchor="ctr"/>
          <a:lstStyle>
            <a:lvl1pPr algn="l">
              <a:buNone/>
              <a:defRPr sz="2000" b="1"/>
            </a:lvl1pPr>
          </a:lstStyle>
          <a:p>
            <a:r>
              <a:rPr kumimoji="0" lang="zh-CN" altLang="en-US"/>
              <a:t>单击此处编辑母版标题样式</a:t>
            </a:r>
            <a:endParaRPr kumimoji="0" lang="en-US"/>
          </a:p>
        </p:txBody>
      </p:sp>
      <p:sp>
        <p:nvSpPr>
          <p:cNvPr id="26" name="文本占位符 25"/>
          <p:cNvSpPr>
            <a:spLocks noGrp="1"/>
          </p:cNvSpPr>
          <p:nvPr>
            <p:ph type="body" idx="2"/>
          </p:nvPr>
        </p:nvSpPr>
        <p:spPr>
          <a:xfrm>
            <a:off x="609601" y="609600"/>
            <a:ext cx="4011084" cy="4800600"/>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zh-CN" altLang="en-US"/>
              <a:t>单击此处编辑母版文本样式</a:t>
            </a:r>
          </a:p>
        </p:txBody>
      </p:sp>
      <p:sp>
        <p:nvSpPr>
          <p:cNvPr id="14" name="内容占位符 13"/>
          <p:cNvSpPr>
            <a:spLocks noGrp="1"/>
          </p:cNvSpPr>
          <p:nvPr>
            <p:ph sz="half" idx="1"/>
          </p:nvPr>
        </p:nvSpPr>
        <p:spPr>
          <a:xfrm>
            <a:off x="4766733" y="609600"/>
            <a:ext cx="7120467" cy="4800600"/>
          </a:xfrm>
        </p:spPr>
        <p:txBody>
          <a:bodyPr/>
          <a:lstStyle>
            <a:lvl1pPr>
              <a:defRPr sz="3199"/>
            </a:lvl1pPr>
            <a:lvl2pPr>
              <a:defRPr sz="2799"/>
            </a:lvl2pPr>
            <a:lvl3pPr>
              <a:defRPr sz="2400"/>
            </a:lvl3pPr>
            <a:lvl4pPr>
              <a:defRPr sz="2000"/>
            </a:lvl4pPr>
            <a:lvl5pPr>
              <a:defRPr sz="2000"/>
            </a:lvl5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25" name="日期占位符 24"/>
          <p:cNvSpPr>
            <a:spLocks noGrp="1"/>
          </p:cNvSpPr>
          <p:nvPr>
            <p:ph type="dt" sz="half" idx="10"/>
          </p:nvPr>
        </p:nvSpPr>
        <p:spPr/>
        <p:txBody>
          <a:bodyPr/>
          <a:lstStyle/>
          <a:p>
            <a:fld id="{9D96BA32-6B79-4895-824E-744062688BEE}" type="datetimeFigureOut">
              <a:rPr lang="zh-CN" altLang="en-US" smtClean="0"/>
              <a:t>2024/8/6</a:t>
            </a:fld>
            <a:endParaRPr lang="zh-CN" altLang="en-US"/>
          </a:p>
        </p:txBody>
      </p:sp>
      <p:sp>
        <p:nvSpPr>
          <p:cNvPr id="29" name="页脚占位符 28"/>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F35C9E2-507E-45B8-BD25-F3C98D86BE5F}" type="slidenum">
              <a:rPr lang="zh-CN" altLang="en-US" smtClean="0"/>
              <a:t>‹#›</a:t>
            </a:fld>
            <a:endParaRPr lang="zh-CN" altLang="en-US"/>
          </a:p>
        </p:txBody>
      </p:sp>
      <p:pic>
        <p:nvPicPr>
          <p:cNvPr id="2" name="图片 1">
            <a:extLst>
              <a:ext uri="{FF2B5EF4-FFF2-40B4-BE49-F238E27FC236}">
                <a16:creationId xmlns:a16="http://schemas.microsoft.com/office/drawing/2014/main" id="{14C56219-5722-32C1-225A-5187E3DF8E64}"/>
              </a:ext>
            </a:extLst>
          </p:cNvPr>
          <p:cNvPicPr>
            <a:picLocks noChangeAspect="1"/>
          </p:cNvPicPr>
          <p:nvPr userDrawn="1">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8795366" y="214041"/>
            <a:ext cx="2932284" cy="468085"/>
          </a:xfrm>
          <a:prstGeom prst="rect">
            <a:avLst/>
          </a:prstGeom>
          <a:effectLst/>
        </p:spPr>
      </p:pic>
      <p:sp>
        <p:nvSpPr>
          <p:cNvPr id="3" name="矩形 2">
            <a:extLst>
              <a:ext uri="{FF2B5EF4-FFF2-40B4-BE49-F238E27FC236}">
                <a16:creationId xmlns:a16="http://schemas.microsoft.com/office/drawing/2014/main" id="{3CDD244D-5A95-09DD-CFDF-7C645A3666FE}"/>
              </a:ext>
            </a:extLst>
          </p:cNvPr>
          <p:cNvSpPr/>
          <p:nvPr userDrawn="1">
            <p:custDataLst>
              <p:tags r:id="rId2"/>
            </p:custDataLst>
          </p:nvPr>
        </p:nvSpPr>
        <p:spPr>
          <a:xfrm>
            <a:off x="10229998" y="1926771"/>
            <a:ext cx="674913" cy="3246840"/>
          </a:xfrm>
          <a:prstGeom prst="rect">
            <a:avLst/>
          </a:prstGeom>
          <a:blipFill dpi="0" rotWithShape="1">
            <a:blip r:embed="rId5" cstate="print">
              <a:alphaModFix amt="10000"/>
              <a:extLst>
                <a:ext uri="{28A0092B-C50C-407E-A947-70E740481C1C}">
                  <a14:useLocalDpi xmlns:a14="http://schemas.microsoft.com/office/drawing/2010/main" val="0"/>
                </a:ext>
              </a:extLst>
            </a:blip>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00" dirty="0"/>
          </a:p>
        </p:txBody>
      </p:sp>
    </p:spTree>
    <p:extLst>
      <p:ext uri="{BB962C8B-B14F-4D97-AF65-F5344CB8AC3E}">
        <p14:creationId xmlns:p14="http://schemas.microsoft.com/office/powerpoint/2010/main" val="2228871236"/>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13" name="图片占位符 12"/>
          <p:cNvSpPr>
            <a:spLocks noGrp="1"/>
          </p:cNvSpPr>
          <p:nvPr>
            <p:ph type="pic" idx="1"/>
          </p:nvPr>
        </p:nvSpPr>
        <p:spPr>
          <a:xfrm>
            <a:off x="4673601" y="616635"/>
            <a:ext cx="6705600" cy="3657600"/>
          </a:xfrm>
          <a:solidFill>
            <a:schemeClr val="bg1"/>
          </a:solidFill>
          <a:ln w="6350">
            <a:solidFill>
              <a:schemeClr val="accent1"/>
            </a:solidFill>
          </a:ln>
          <a:effectLst>
            <a:reflection blurRad="1000" stA="49000" endA="500" endPos="10000" dist="900" dir="5400000" sy="-90000" algn="bl" rotWithShape="0"/>
          </a:effectLst>
        </p:spPr>
        <p:txBody>
          <a:bodyPr/>
          <a:lstStyle>
            <a:lvl1pPr marL="0" indent="0">
              <a:buNone/>
              <a:defRPr sz="3199"/>
            </a:lvl1pPr>
          </a:lstStyle>
          <a:p>
            <a:r>
              <a:rPr kumimoji="0" lang="zh-CN" altLang="en-US"/>
              <a:t>单击图标添加图片</a:t>
            </a:r>
            <a:endParaRPr kumimoji="0" lang="en-US"/>
          </a:p>
        </p:txBody>
      </p:sp>
      <p:sp>
        <p:nvSpPr>
          <p:cNvPr id="7" name="日期占位符 6"/>
          <p:cNvSpPr>
            <a:spLocks noGrp="1"/>
          </p:cNvSpPr>
          <p:nvPr>
            <p:ph type="dt" sz="half" idx="10"/>
          </p:nvPr>
        </p:nvSpPr>
        <p:spPr/>
        <p:txBody>
          <a:bodyPr/>
          <a:lstStyle/>
          <a:p>
            <a:fld id="{9D96BA32-6B79-4895-824E-744062688BEE}" type="datetimeFigureOut">
              <a:rPr lang="zh-CN" altLang="en-US" smtClean="0"/>
              <a:t>2024/8/6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31" name="灯片编号占位符 30"/>
          <p:cNvSpPr>
            <a:spLocks noGrp="1"/>
          </p:cNvSpPr>
          <p:nvPr>
            <p:ph type="sldNum" sz="quarter" idx="12"/>
          </p:nvPr>
        </p:nvSpPr>
        <p:spPr/>
        <p:txBody>
          <a:bodyPr/>
          <a:lstStyle/>
          <a:p>
            <a:fld id="{FF35C9E2-507E-45B8-BD25-F3C98D86BE5F}" type="slidenum">
              <a:rPr lang="zh-CN" altLang="en-US" smtClean="0"/>
              <a:t>‹#›</a:t>
            </a:fld>
            <a:endParaRPr lang="zh-CN" altLang="en-US"/>
          </a:p>
        </p:txBody>
      </p:sp>
      <p:sp>
        <p:nvSpPr>
          <p:cNvPr id="17" name="标题 16"/>
          <p:cNvSpPr>
            <a:spLocks noGrp="1"/>
          </p:cNvSpPr>
          <p:nvPr>
            <p:ph type="title"/>
          </p:nvPr>
        </p:nvSpPr>
        <p:spPr>
          <a:xfrm>
            <a:off x="508000" y="4993760"/>
            <a:ext cx="7823200" cy="522288"/>
          </a:xfrm>
        </p:spPr>
        <p:txBody>
          <a:bodyPr anchor="ctr"/>
          <a:lstStyle>
            <a:lvl1pPr algn="l">
              <a:buNone/>
              <a:defRPr sz="2000" b="1"/>
            </a:lvl1pPr>
          </a:lstStyle>
          <a:p>
            <a:r>
              <a:rPr kumimoji="0" lang="zh-CN" altLang="en-US"/>
              <a:t>单击此处编辑母版标题样式</a:t>
            </a:r>
            <a:endParaRPr kumimoji="0" lang="en-US"/>
          </a:p>
        </p:txBody>
      </p:sp>
      <p:sp>
        <p:nvSpPr>
          <p:cNvPr id="26" name="文本占位符 25"/>
          <p:cNvSpPr>
            <a:spLocks noGrp="1"/>
          </p:cNvSpPr>
          <p:nvPr>
            <p:ph type="body" sz="half" idx="2"/>
          </p:nvPr>
        </p:nvSpPr>
        <p:spPr>
          <a:xfrm>
            <a:off x="508000" y="5533218"/>
            <a:ext cx="7823200" cy="768350"/>
          </a:xfrm>
        </p:spPr>
        <p:txBody>
          <a:bodyPr lIns="109728" tIns="0"/>
          <a:lstStyle>
            <a:lvl1pPr marL="0" indent="0">
              <a:buNone/>
              <a:defRPr sz="1400"/>
            </a:lvl1pPr>
            <a:lvl2pPr>
              <a:defRPr sz="1200"/>
            </a:lvl2pPr>
            <a:lvl3pPr>
              <a:defRPr sz="1000"/>
            </a:lvl3pPr>
            <a:lvl4pPr>
              <a:defRPr sz="900"/>
            </a:lvl4pPr>
            <a:lvl5pPr>
              <a:defRPr sz="900"/>
            </a:lvl5pPr>
          </a:lstStyle>
          <a:p>
            <a:pPr lvl="0" eaLnBrk="1" latinLnBrk="0" hangingPunct="1"/>
            <a:r>
              <a:rPr kumimoji="0" lang="zh-CN" altLang="en-US"/>
              <a:t>单击此处编辑母版文本样式</a:t>
            </a:r>
          </a:p>
        </p:txBody>
      </p:sp>
      <p:pic>
        <p:nvPicPr>
          <p:cNvPr id="2" name="图片 1">
            <a:extLst>
              <a:ext uri="{FF2B5EF4-FFF2-40B4-BE49-F238E27FC236}">
                <a16:creationId xmlns:a16="http://schemas.microsoft.com/office/drawing/2014/main" id="{594A0373-D556-D2E2-C3D0-270E7F48C0FD}"/>
              </a:ext>
            </a:extLst>
          </p:cNvPr>
          <p:cNvPicPr>
            <a:picLocks noChangeAspect="1"/>
          </p:cNvPicPr>
          <p:nvPr userDrawn="1">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8795366" y="214041"/>
            <a:ext cx="2932284" cy="468085"/>
          </a:xfrm>
          <a:prstGeom prst="rect">
            <a:avLst/>
          </a:prstGeom>
          <a:effectLst/>
        </p:spPr>
      </p:pic>
      <p:sp>
        <p:nvSpPr>
          <p:cNvPr id="3" name="矩形 2">
            <a:extLst>
              <a:ext uri="{FF2B5EF4-FFF2-40B4-BE49-F238E27FC236}">
                <a16:creationId xmlns:a16="http://schemas.microsoft.com/office/drawing/2014/main" id="{CD89A9DC-A8AE-9EEC-0574-289EA8235675}"/>
              </a:ext>
            </a:extLst>
          </p:cNvPr>
          <p:cNvSpPr/>
          <p:nvPr userDrawn="1">
            <p:custDataLst>
              <p:tags r:id="rId2"/>
            </p:custDataLst>
          </p:nvPr>
        </p:nvSpPr>
        <p:spPr>
          <a:xfrm>
            <a:off x="10229998" y="1926771"/>
            <a:ext cx="674913" cy="3246840"/>
          </a:xfrm>
          <a:prstGeom prst="rect">
            <a:avLst/>
          </a:prstGeom>
          <a:blipFill dpi="0" rotWithShape="1">
            <a:blip r:embed="rId5" cstate="print">
              <a:alphaModFix amt="10000"/>
              <a:extLst>
                <a:ext uri="{28A0092B-C50C-407E-A947-70E740481C1C}">
                  <a14:useLocalDpi xmlns:a14="http://schemas.microsoft.com/office/drawing/2010/main" val="0"/>
                </a:ext>
              </a:extLst>
            </a:blip>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00" dirty="0"/>
          </a:p>
        </p:txBody>
      </p:sp>
    </p:spTree>
    <p:extLst>
      <p:ext uri="{BB962C8B-B14F-4D97-AF65-F5344CB8AC3E}">
        <p14:creationId xmlns:p14="http://schemas.microsoft.com/office/powerpoint/2010/main" val="41315660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9D96BA32-6B79-4895-824E-744062688BEE}" type="datetimeFigureOut">
              <a:rPr lang="zh-CN" altLang="en-US" smtClean="0"/>
              <a:t>2024/8/6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F35C9E2-507E-45B8-BD25-F3C98D86BE5F}" type="slidenum">
              <a:rPr lang="zh-CN" altLang="en-US" smtClean="0"/>
              <a:t>‹#›</a:t>
            </a:fld>
            <a:endParaRPr lang="zh-CN" altLang="en-US"/>
          </a:p>
        </p:txBody>
      </p:sp>
      <p:pic>
        <p:nvPicPr>
          <p:cNvPr id="7" name="图片 6">
            <a:extLst>
              <a:ext uri="{FF2B5EF4-FFF2-40B4-BE49-F238E27FC236}">
                <a16:creationId xmlns:a16="http://schemas.microsoft.com/office/drawing/2014/main" id="{DE36B19F-B0EB-E71B-7EA6-C34EB5586F7A}"/>
              </a:ext>
            </a:extLst>
          </p:cNvPr>
          <p:cNvPicPr>
            <a:picLocks noChangeAspect="1"/>
          </p:cNvPicPr>
          <p:nvPr userDrawn="1">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8795366" y="214041"/>
            <a:ext cx="2932284" cy="468085"/>
          </a:xfrm>
          <a:prstGeom prst="rect">
            <a:avLst/>
          </a:prstGeom>
          <a:effectLst/>
        </p:spPr>
      </p:pic>
      <p:sp>
        <p:nvSpPr>
          <p:cNvPr id="8" name="矩形 7">
            <a:extLst>
              <a:ext uri="{FF2B5EF4-FFF2-40B4-BE49-F238E27FC236}">
                <a16:creationId xmlns:a16="http://schemas.microsoft.com/office/drawing/2014/main" id="{323BE86A-D071-E117-96D3-120FD3D1DC0B}"/>
              </a:ext>
            </a:extLst>
          </p:cNvPr>
          <p:cNvSpPr/>
          <p:nvPr userDrawn="1">
            <p:custDataLst>
              <p:tags r:id="rId2"/>
            </p:custDataLst>
          </p:nvPr>
        </p:nvSpPr>
        <p:spPr>
          <a:xfrm>
            <a:off x="10229998" y="1926771"/>
            <a:ext cx="674913" cy="3246840"/>
          </a:xfrm>
          <a:prstGeom prst="rect">
            <a:avLst/>
          </a:prstGeom>
          <a:blipFill dpi="0" rotWithShape="1">
            <a:blip r:embed="rId5" cstate="print">
              <a:alphaModFix amt="10000"/>
              <a:extLst>
                <a:ext uri="{28A0092B-C50C-407E-A947-70E740481C1C}">
                  <a14:useLocalDpi xmlns:a14="http://schemas.microsoft.com/office/drawing/2010/main" val="0"/>
                </a:ext>
              </a:extLst>
            </a:blip>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00" dirty="0"/>
          </a:p>
        </p:txBody>
      </p:sp>
    </p:spTree>
    <p:extLst>
      <p:ext uri="{BB962C8B-B14F-4D97-AF65-F5344CB8AC3E}">
        <p14:creationId xmlns:p14="http://schemas.microsoft.com/office/powerpoint/2010/main" val="230983061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144001" y="549278"/>
            <a:ext cx="2438400" cy="5851525"/>
          </a:xfrm>
        </p:spPr>
        <p:txBody>
          <a:bodyPr vert="eaVert"/>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609600" y="549278"/>
            <a:ext cx="8331200" cy="5851525"/>
          </a:xfrm>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9D96BA32-6B79-4895-824E-744062688BEE}" type="datetimeFigureOut">
              <a:rPr lang="zh-CN" altLang="en-US" smtClean="0"/>
              <a:t>2024/8/6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F35C9E2-507E-45B8-BD25-F3C98D86BE5F}" type="slidenum">
              <a:rPr lang="zh-CN" altLang="en-US" smtClean="0"/>
              <a:t>‹#›</a:t>
            </a:fld>
            <a:endParaRPr lang="zh-CN" altLang="en-US"/>
          </a:p>
        </p:txBody>
      </p:sp>
    </p:spTree>
    <p:extLst>
      <p:ext uri="{BB962C8B-B14F-4D97-AF65-F5344CB8AC3E}">
        <p14:creationId xmlns:p14="http://schemas.microsoft.com/office/powerpoint/2010/main" val="1908894183"/>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直接连接符 6"/>
          <p:cNvSpPr>
            <a:spLocks noChangeShapeType="1"/>
          </p:cNvSpPr>
          <p:nvPr/>
        </p:nvSpPr>
        <p:spPr bwMode="auto">
          <a:xfrm>
            <a:off x="685800" y="5349903"/>
            <a:ext cx="1150620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07" tIns="45703" rIns="91407" bIns="45703" anchor="t" compatLnSpc="1"/>
          <a:lstStyle/>
          <a:p>
            <a:endParaRPr kumimoji="0" lang="en-US" sz="1800"/>
          </a:p>
        </p:txBody>
      </p:sp>
      <p:sp>
        <p:nvSpPr>
          <p:cNvPr id="29" name="标题 28"/>
          <p:cNvSpPr>
            <a:spLocks noGrp="1"/>
          </p:cNvSpPr>
          <p:nvPr>
            <p:ph type="ctrTitle"/>
          </p:nvPr>
        </p:nvSpPr>
        <p:spPr>
          <a:xfrm>
            <a:off x="508000" y="4853412"/>
            <a:ext cx="11277600" cy="1222375"/>
          </a:xfrm>
        </p:spPr>
        <p:txBody>
          <a:bodyPr anchor="t"/>
          <a:lstStyle/>
          <a:p>
            <a:r>
              <a:rPr kumimoji="0" lang="zh-CN" altLang="en-US"/>
              <a:t>单击此处编辑母版标题样式</a:t>
            </a:r>
            <a:endParaRPr kumimoji="0" lang="en-US"/>
          </a:p>
        </p:txBody>
      </p:sp>
      <p:sp>
        <p:nvSpPr>
          <p:cNvPr id="9" name="副标题 8"/>
          <p:cNvSpPr>
            <a:spLocks noGrp="1"/>
          </p:cNvSpPr>
          <p:nvPr>
            <p:ph type="subTitle" idx="1"/>
          </p:nvPr>
        </p:nvSpPr>
        <p:spPr>
          <a:xfrm>
            <a:off x="508000" y="3886200"/>
            <a:ext cx="11277600" cy="914400"/>
          </a:xfrm>
        </p:spPr>
        <p:txBody>
          <a:bodyPr anchor="b"/>
          <a:lstStyle>
            <a:lvl1pPr marL="0" indent="0" algn="l">
              <a:buNone/>
              <a:defRPr sz="2400">
                <a:solidFill>
                  <a:schemeClr val="tx2">
                    <a:shade val="75000"/>
                  </a:schemeClr>
                </a:solidFill>
              </a:defRPr>
            </a:lvl1pPr>
            <a:lvl2pPr marL="457063" indent="0" algn="ctr">
              <a:buNone/>
            </a:lvl2pPr>
            <a:lvl3pPr marL="914126" indent="0" algn="ctr">
              <a:buNone/>
            </a:lvl3pPr>
            <a:lvl4pPr marL="1371189" indent="0" algn="ctr">
              <a:buNone/>
            </a:lvl4pPr>
            <a:lvl5pPr marL="1828251" indent="0" algn="ctr">
              <a:buNone/>
            </a:lvl5pPr>
            <a:lvl6pPr marL="2285314" indent="0" algn="ctr">
              <a:buNone/>
            </a:lvl6pPr>
            <a:lvl7pPr marL="2742377" indent="0" algn="ctr">
              <a:buNone/>
            </a:lvl7pPr>
            <a:lvl8pPr marL="3199440" indent="0" algn="ctr">
              <a:buNone/>
            </a:lvl8pPr>
            <a:lvl9pPr marL="3656503" indent="0" algn="ctr">
              <a:buNone/>
            </a:lvl9pPr>
          </a:lstStyle>
          <a:p>
            <a:r>
              <a:rPr kumimoji="0" lang="zh-CN" altLang="en-US"/>
              <a:t>单击此处编辑母版副标题样式</a:t>
            </a:r>
            <a:endParaRPr kumimoji="0" lang="en-US"/>
          </a:p>
        </p:txBody>
      </p:sp>
      <p:sp>
        <p:nvSpPr>
          <p:cNvPr id="16" name="日期占位符 15"/>
          <p:cNvSpPr>
            <a:spLocks noGrp="1"/>
          </p:cNvSpPr>
          <p:nvPr>
            <p:ph type="dt" sz="half" idx="10"/>
          </p:nvPr>
        </p:nvSpPr>
        <p:spPr/>
        <p:txBody>
          <a:bodyPr/>
          <a:lstStyle/>
          <a:p>
            <a:endParaRPr lang="en-US" altLang="zh-CN"/>
          </a:p>
        </p:txBody>
      </p:sp>
      <p:sp>
        <p:nvSpPr>
          <p:cNvPr id="2" name="页脚占位符 1"/>
          <p:cNvSpPr>
            <a:spLocks noGrp="1"/>
          </p:cNvSpPr>
          <p:nvPr>
            <p:ph type="ftr" sz="quarter" idx="11"/>
          </p:nvPr>
        </p:nvSpPr>
        <p:spPr/>
        <p:txBody>
          <a:bodyPr/>
          <a:lstStyle/>
          <a:p>
            <a:endParaRPr lang="en-US" altLang="zh-CN"/>
          </a:p>
        </p:txBody>
      </p:sp>
      <p:sp>
        <p:nvSpPr>
          <p:cNvPr id="15" name="灯片编号占位符 14"/>
          <p:cNvSpPr>
            <a:spLocks noGrp="1"/>
          </p:cNvSpPr>
          <p:nvPr>
            <p:ph type="sldNum" sz="quarter" idx="12"/>
          </p:nvPr>
        </p:nvSpPr>
        <p:spPr>
          <a:xfrm>
            <a:off x="10972800" y="6473952"/>
            <a:ext cx="1011936" cy="246888"/>
          </a:xfrm>
        </p:spPr>
        <p:txBody>
          <a:bodyPr/>
          <a:lstStyle/>
          <a:p>
            <a:fld id="{2D144C32-927F-4180-9294-88B94A00587D}" type="slidenum">
              <a:rPr lang="en-US" altLang="zh-CN" smtClean="0"/>
              <a:pPr/>
              <a:t>‹#›</a:t>
            </a:fld>
            <a:endParaRPr lang="en-US" altLang="zh-CN"/>
          </a:p>
        </p:txBody>
      </p:sp>
    </p:spTree>
    <p:extLst>
      <p:ext uri="{BB962C8B-B14F-4D97-AF65-F5344CB8AC3E}">
        <p14:creationId xmlns:p14="http://schemas.microsoft.com/office/powerpoint/2010/main" val="13244130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2" name="标题 21"/>
          <p:cNvSpPr>
            <a:spLocks noGrp="1"/>
          </p:cNvSpPr>
          <p:nvPr>
            <p:ph type="title"/>
          </p:nvPr>
        </p:nvSpPr>
        <p:spPr/>
        <p:txBody>
          <a:bodyPr/>
          <a:lstStyle/>
          <a:p>
            <a:r>
              <a:rPr kumimoji="0" lang="zh-CN" altLang="en-US"/>
              <a:t>单击此处编辑母版标题样式</a:t>
            </a:r>
            <a:endParaRPr kumimoji="0" lang="en-US"/>
          </a:p>
        </p:txBody>
      </p:sp>
      <p:sp>
        <p:nvSpPr>
          <p:cNvPr id="27" name="内容占位符 26"/>
          <p:cNvSpPr>
            <a:spLocks noGrp="1"/>
          </p:cNvSpPr>
          <p:nvPr>
            <p:ph idx="1"/>
          </p:nvPr>
        </p:nvSpPr>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25" name="日期占位符 24"/>
          <p:cNvSpPr>
            <a:spLocks noGrp="1"/>
          </p:cNvSpPr>
          <p:nvPr>
            <p:ph type="dt" sz="half" idx="10"/>
          </p:nvPr>
        </p:nvSpPr>
        <p:spPr/>
        <p:txBody>
          <a:bodyPr/>
          <a:lstStyle/>
          <a:p>
            <a:endParaRPr lang="en-US" altLang="zh-CN"/>
          </a:p>
        </p:txBody>
      </p:sp>
      <p:sp>
        <p:nvSpPr>
          <p:cNvPr id="19" name="页脚占位符 18"/>
          <p:cNvSpPr>
            <a:spLocks noGrp="1"/>
          </p:cNvSpPr>
          <p:nvPr>
            <p:ph type="ftr" sz="quarter" idx="11"/>
          </p:nvPr>
        </p:nvSpPr>
        <p:spPr>
          <a:xfrm>
            <a:off x="4775201" y="76201"/>
            <a:ext cx="3860800" cy="288925"/>
          </a:xfrm>
        </p:spPr>
        <p:txBody>
          <a:bodyPr/>
          <a:lstStyle/>
          <a:p>
            <a:endParaRPr lang="en-US" altLang="zh-CN"/>
          </a:p>
        </p:txBody>
      </p:sp>
      <p:sp>
        <p:nvSpPr>
          <p:cNvPr id="16" name="灯片编号占位符 15"/>
          <p:cNvSpPr>
            <a:spLocks noGrp="1"/>
          </p:cNvSpPr>
          <p:nvPr>
            <p:ph type="sldNum" sz="quarter" idx="12"/>
          </p:nvPr>
        </p:nvSpPr>
        <p:spPr>
          <a:xfrm>
            <a:off x="10972800" y="6473952"/>
            <a:ext cx="1011936" cy="246888"/>
          </a:xfrm>
        </p:spPr>
        <p:txBody>
          <a:bodyPr/>
          <a:lstStyle/>
          <a:p>
            <a:fld id="{816E1AE2-1FF3-4140-B1E2-6A093B6A483C}" type="slidenum">
              <a:rPr lang="en-US" altLang="zh-CN" smtClean="0"/>
              <a:pPr/>
              <a:t>‹#›</a:t>
            </a:fld>
            <a:endParaRPr lang="en-US" altLang="zh-CN"/>
          </a:p>
        </p:txBody>
      </p:sp>
    </p:spTree>
    <p:extLst>
      <p:ext uri="{BB962C8B-B14F-4D97-AF65-F5344CB8AC3E}">
        <p14:creationId xmlns:p14="http://schemas.microsoft.com/office/powerpoint/2010/main" val="25254163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直接连接符 6"/>
          <p:cNvSpPr>
            <a:spLocks noChangeShapeType="1"/>
          </p:cNvSpPr>
          <p:nvPr/>
        </p:nvSpPr>
        <p:spPr bwMode="auto">
          <a:xfrm>
            <a:off x="685800" y="3444904"/>
            <a:ext cx="1150620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07" tIns="45703" rIns="91407" bIns="45703" anchor="t" compatLnSpc="1"/>
          <a:lstStyle/>
          <a:p>
            <a:endParaRPr kumimoji="0" lang="en-US" sz="1800"/>
          </a:p>
        </p:txBody>
      </p:sp>
      <p:sp>
        <p:nvSpPr>
          <p:cNvPr id="6" name="文本占位符 5"/>
          <p:cNvSpPr>
            <a:spLocks noGrp="1"/>
          </p:cNvSpPr>
          <p:nvPr>
            <p:ph type="body" idx="1"/>
          </p:nvPr>
        </p:nvSpPr>
        <p:spPr>
          <a:xfrm>
            <a:off x="508000" y="1676400"/>
            <a:ext cx="11277600" cy="1219200"/>
          </a:xfrm>
        </p:spPr>
        <p:txBody>
          <a:bodyPr anchor="b"/>
          <a:lstStyle>
            <a:lvl1pPr marL="0" indent="0" algn="r">
              <a:buNone/>
              <a:defRPr sz="2000">
                <a:solidFill>
                  <a:schemeClr val="tx2">
                    <a:shade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a:t>单击此处编辑母版文本样式</a:t>
            </a:r>
          </a:p>
        </p:txBody>
      </p:sp>
      <p:sp>
        <p:nvSpPr>
          <p:cNvPr id="19" name="日期占位符 18"/>
          <p:cNvSpPr>
            <a:spLocks noGrp="1"/>
          </p:cNvSpPr>
          <p:nvPr>
            <p:ph type="dt" sz="half" idx="10"/>
          </p:nvPr>
        </p:nvSpPr>
        <p:spPr/>
        <p:txBody>
          <a:bodyPr/>
          <a:lstStyle/>
          <a:p>
            <a:endParaRPr lang="en-US" altLang="zh-CN"/>
          </a:p>
        </p:txBody>
      </p:sp>
      <p:sp>
        <p:nvSpPr>
          <p:cNvPr id="11" name="页脚占位符 10"/>
          <p:cNvSpPr>
            <a:spLocks noGrp="1"/>
          </p:cNvSpPr>
          <p:nvPr>
            <p:ph type="ftr" sz="quarter" idx="11"/>
          </p:nvPr>
        </p:nvSpPr>
        <p:spPr/>
        <p:txBody>
          <a:bodyPr/>
          <a:lstStyle/>
          <a:p>
            <a:endParaRPr lang="en-US" altLang="zh-CN"/>
          </a:p>
        </p:txBody>
      </p:sp>
      <p:sp>
        <p:nvSpPr>
          <p:cNvPr id="16" name="灯片编号占位符 15"/>
          <p:cNvSpPr>
            <a:spLocks noGrp="1"/>
          </p:cNvSpPr>
          <p:nvPr>
            <p:ph type="sldNum" sz="quarter" idx="12"/>
          </p:nvPr>
        </p:nvSpPr>
        <p:spPr/>
        <p:txBody>
          <a:bodyPr/>
          <a:lstStyle/>
          <a:p>
            <a:fld id="{D4D8B537-0F04-4291-A2BF-9FB11C394A39}" type="slidenum">
              <a:rPr lang="en-US" altLang="zh-CN" smtClean="0"/>
              <a:pPr/>
              <a:t>‹#›</a:t>
            </a:fld>
            <a:endParaRPr lang="en-US" altLang="zh-CN"/>
          </a:p>
        </p:txBody>
      </p:sp>
      <p:sp>
        <p:nvSpPr>
          <p:cNvPr id="8" name="标题 7"/>
          <p:cNvSpPr>
            <a:spLocks noGrp="1"/>
          </p:cNvSpPr>
          <p:nvPr>
            <p:ph type="title"/>
          </p:nvPr>
        </p:nvSpPr>
        <p:spPr>
          <a:xfrm>
            <a:off x="240633" y="2947087"/>
            <a:ext cx="11582400" cy="1184825"/>
          </a:xfrm>
        </p:spPr>
        <p:txBody>
          <a:bodyPr rtlCol="0" anchor="t"/>
          <a:lstStyle>
            <a:lvl1pPr algn="r">
              <a:defRPr/>
            </a:lvl1pPr>
          </a:lstStyle>
          <a:p>
            <a:r>
              <a:rPr kumimoji="0" lang="zh-CN" altLang="en-US"/>
              <a:t>单击此处编辑母版标题样式</a:t>
            </a:r>
            <a:endParaRPr kumimoji="0" lang="en-US"/>
          </a:p>
        </p:txBody>
      </p:sp>
    </p:spTree>
    <p:extLst>
      <p:ext uri="{BB962C8B-B14F-4D97-AF65-F5344CB8AC3E}">
        <p14:creationId xmlns:p14="http://schemas.microsoft.com/office/powerpoint/2010/main" val="2723122470"/>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0" name="标题 19"/>
          <p:cNvSpPr>
            <a:spLocks noGrp="1"/>
          </p:cNvSpPr>
          <p:nvPr>
            <p:ph type="title"/>
          </p:nvPr>
        </p:nvSpPr>
        <p:spPr>
          <a:xfrm>
            <a:off x="402336" y="457201"/>
            <a:ext cx="11582400" cy="841248"/>
          </a:xfrm>
        </p:spPr>
        <p:txBody>
          <a:bodyPr/>
          <a:lstStyle/>
          <a:p>
            <a:r>
              <a:rPr kumimoji="0" lang="zh-CN" altLang="en-US"/>
              <a:t>单击此处编辑母版标题样式</a:t>
            </a:r>
            <a:endParaRPr kumimoji="0" lang="en-US"/>
          </a:p>
        </p:txBody>
      </p:sp>
      <p:sp>
        <p:nvSpPr>
          <p:cNvPr id="14" name="内容占位符 13"/>
          <p:cNvSpPr>
            <a:spLocks noGrp="1"/>
          </p:cNvSpPr>
          <p:nvPr>
            <p:ph sz="half" idx="1"/>
          </p:nvPr>
        </p:nvSpPr>
        <p:spPr>
          <a:xfrm>
            <a:off x="406401" y="1600200"/>
            <a:ext cx="5588000" cy="4724400"/>
          </a:xfrm>
        </p:spPr>
        <p:txBody>
          <a:bodyPr/>
          <a:lstStyle>
            <a:lvl1pPr>
              <a:defRPr sz="2799"/>
            </a:lvl1pPr>
            <a:lvl2pPr>
              <a:defRPr sz="2400"/>
            </a:lvl2pPr>
            <a:lvl3pPr>
              <a:defRPr sz="2000"/>
            </a:lvl3pPr>
            <a:lvl4pPr>
              <a:defRPr sz="1800"/>
            </a:lvl4pPr>
            <a:lvl5pPr>
              <a:defRPr sz="1800"/>
            </a:lvl5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13" name="内容占位符 12"/>
          <p:cNvSpPr>
            <a:spLocks noGrp="1"/>
          </p:cNvSpPr>
          <p:nvPr>
            <p:ph sz="half" idx="2"/>
          </p:nvPr>
        </p:nvSpPr>
        <p:spPr>
          <a:xfrm>
            <a:off x="6197600" y="1600200"/>
            <a:ext cx="5791200" cy="4724400"/>
          </a:xfrm>
        </p:spPr>
        <p:txBody>
          <a:bodyPr/>
          <a:lstStyle>
            <a:lvl1pPr>
              <a:defRPr sz="2799"/>
            </a:lvl1pPr>
            <a:lvl2pPr>
              <a:defRPr sz="2400"/>
            </a:lvl2pPr>
            <a:lvl3pPr>
              <a:defRPr sz="2000"/>
            </a:lvl3pPr>
            <a:lvl4pPr>
              <a:defRPr sz="1800"/>
            </a:lvl4pPr>
            <a:lvl5pPr>
              <a:defRPr sz="1800"/>
            </a:lvl5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21" name="日期占位符 20"/>
          <p:cNvSpPr>
            <a:spLocks noGrp="1"/>
          </p:cNvSpPr>
          <p:nvPr>
            <p:ph type="dt" sz="half" idx="10"/>
          </p:nvPr>
        </p:nvSpPr>
        <p:spPr/>
        <p:txBody>
          <a:bodyPr/>
          <a:lstStyle/>
          <a:p>
            <a:endParaRPr lang="en-US" altLang="zh-CN"/>
          </a:p>
        </p:txBody>
      </p:sp>
      <p:sp>
        <p:nvSpPr>
          <p:cNvPr id="10" name="页脚占位符 9"/>
          <p:cNvSpPr>
            <a:spLocks noGrp="1"/>
          </p:cNvSpPr>
          <p:nvPr>
            <p:ph type="ftr" sz="quarter" idx="11"/>
          </p:nvPr>
        </p:nvSpPr>
        <p:spPr/>
        <p:txBody>
          <a:bodyPr/>
          <a:lstStyle/>
          <a:p>
            <a:endParaRPr lang="en-US" altLang="zh-CN"/>
          </a:p>
        </p:txBody>
      </p:sp>
      <p:sp>
        <p:nvSpPr>
          <p:cNvPr id="31" name="灯片编号占位符 30"/>
          <p:cNvSpPr>
            <a:spLocks noGrp="1"/>
          </p:cNvSpPr>
          <p:nvPr>
            <p:ph type="sldNum" sz="quarter" idx="12"/>
          </p:nvPr>
        </p:nvSpPr>
        <p:spPr/>
        <p:txBody>
          <a:bodyPr/>
          <a:lstStyle/>
          <a:p>
            <a:fld id="{C23C37BD-115D-4EA8-9FFF-E0D34C15907D}" type="slidenum">
              <a:rPr lang="en-US" altLang="zh-CN" smtClean="0"/>
              <a:pPr/>
              <a:t>‹#›</a:t>
            </a:fld>
            <a:endParaRPr lang="en-US" altLang="zh-CN"/>
          </a:p>
        </p:txBody>
      </p:sp>
    </p:spTree>
    <p:extLst>
      <p:ext uri="{BB962C8B-B14F-4D97-AF65-F5344CB8AC3E}">
        <p14:creationId xmlns:p14="http://schemas.microsoft.com/office/powerpoint/2010/main" val="17847690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9" name="标题 28"/>
          <p:cNvSpPr>
            <a:spLocks noGrp="1"/>
          </p:cNvSpPr>
          <p:nvPr>
            <p:ph type="title"/>
          </p:nvPr>
        </p:nvSpPr>
        <p:spPr>
          <a:xfrm>
            <a:off x="406400" y="5410200"/>
            <a:ext cx="11480800" cy="882650"/>
          </a:xfrm>
        </p:spPr>
        <p:txBody>
          <a:bodyPr anchor="ctr"/>
          <a:lstStyle>
            <a:lvl1pPr>
              <a:defRPr/>
            </a:lvl1pPr>
          </a:lstStyle>
          <a:p>
            <a:r>
              <a:rPr kumimoji="0" lang="zh-CN" altLang="en-US"/>
              <a:t>单击此处编辑母版标题样式</a:t>
            </a:r>
            <a:endParaRPr kumimoji="0" lang="en-US"/>
          </a:p>
        </p:txBody>
      </p:sp>
      <p:sp>
        <p:nvSpPr>
          <p:cNvPr id="13" name="文本占位符 12"/>
          <p:cNvSpPr>
            <a:spLocks noGrp="1"/>
          </p:cNvSpPr>
          <p:nvPr>
            <p:ph type="body" idx="1"/>
          </p:nvPr>
        </p:nvSpPr>
        <p:spPr>
          <a:xfrm>
            <a:off x="375260" y="666750"/>
            <a:ext cx="5720741" cy="639762"/>
          </a:xfrm>
        </p:spPr>
        <p:txBody>
          <a:bodyPr anchor="ctr"/>
          <a:lstStyle>
            <a:lvl1pPr marL="0" indent="0">
              <a:buNone/>
              <a:defRPr sz="1800" b="0" cap="all"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a:t>单击此处编辑母版文本样式</a:t>
            </a:r>
          </a:p>
        </p:txBody>
      </p:sp>
      <p:sp>
        <p:nvSpPr>
          <p:cNvPr id="25" name="文本占位符 24"/>
          <p:cNvSpPr>
            <a:spLocks noGrp="1"/>
          </p:cNvSpPr>
          <p:nvPr>
            <p:ph type="body" sz="half" idx="3"/>
          </p:nvPr>
        </p:nvSpPr>
        <p:spPr>
          <a:xfrm>
            <a:off x="6193368" y="666750"/>
            <a:ext cx="5722988" cy="639762"/>
          </a:xfrm>
        </p:spPr>
        <p:txBody>
          <a:bodyPr anchor="ctr"/>
          <a:lstStyle>
            <a:lvl1pPr marL="0" indent="0">
              <a:buNone/>
              <a:defRPr sz="1800" b="0" cap="all"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a:t>单击此处编辑母版文本样式</a:t>
            </a:r>
          </a:p>
        </p:txBody>
      </p:sp>
      <p:sp>
        <p:nvSpPr>
          <p:cNvPr id="4" name="内容占位符 3"/>
          <p:cNvSpPr>
            <a:spLocks noGrp="1"/>
          </p:cNvSpPr>
          <p:nvPr>
            <p:ph sz="quarter" idx="2"/>
          </p:nvPr>
        </p:nvSpPr>
        <p:spPr>
          <a:xfrm>
            <a:off x="375260" y="1316038"/>
            <a:ext cx="5720741"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28" name="内容占位符 27"/>
          <p:cNvSpPr>
            <a:spLocks noGrp="1"/>
          </p:cNvSpPr>
          <p:nvPr>
            <p:ph sz="quarter" idx="4"/>
          </p:nvPr>
        </p:nvSpPr>
        <p:spPr>
          <a:xfrm>
            <a:off x="6198307" y="1316038"/>
            <a:ext cx="571804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10" name="日期占位符 9"/>
          <p:cNvSpPr>
            <a:spLocks noGrp="1"/>
          </p:cNvSpPr>
          <p:nvPr>
            <p:ph type="dt" sz="half" idx="10"/>
          </p:nvPr>
        </p:nvSpPr>
        <p:spPr/>
        <p:txBody>
          <a:bodyPr/>
          <a:lstStyle/>
          <a:p>
            <a:endParaRPr lang="en-US" altLang="zh-CN"/>
          </a:p>
        </p:txBody>
      </p:sp>
      <p:sp>
        <p:nvSpPr>
          <p:cNvPr id="6" name="页脚占位符 5"/>
          <p:cNvSpPr>
            <a:spLocks noGrp="1"/>
          </p:cNvSpPr>
          <p:nvPr>
            <p:ph type="ftr" sz="quarter" idx="11"/>
          </p:nvPr>
        </p:nvSpPr>
        <p:spPr/>
        <p:txBody>
          <a:bodyPr/>
          <a:lstStyle/>
          <a:p>
            <a:endParaRPr lang="en-US" altLang="zh-CN"/>
          </a:p>
        </p:txBody>
      </p:sp>
      <p:sp>
        <p:nvSpPr>
          <p:cNvPr id="7" name="灯片编号占位符 6"/>
          <p:cNvSpPr>
            <a:spLocks noGrp="1"/>
          </p:cNvSpPr>
          <p:nvPr>
            <p:ph type="sldNum" sz="quarter" idx="12"/>
          </p:nvPr>
        </p:nvSpPr>
        <p:spPr>
          <a:xfrm>
            <a:off x="10972800" y="6477001"/>
            <a:ext cx="1016000" cy="246888"/>
          </a:xfrm>
        </p:spPr>
        <p:txBody>
          <a:bodyPr/>
          <a:lstStyle/>
          <a:p>
            <a:fld id="{B4354116-C1ED-4704-8B7C-3CD8FCC6B710}" type="slidenum">
              <a:rPr lang="en-US" altLang="zh-CN" smtClean="0"/>
              <a:pPr/>
              <a:t>‹#›</a:t>
            </a:fld>
            <a:endParaRPr lang="en-US" altLang="zh-CN"/>
          </a:p>
        </p:txBody>
      </p:sp>
      <p:sp>
        <p:nvSpPr>
          <p:cNvPr id="11" name="直接连接符 10"/>
          <p:cNvSpPr>
            <a:spLocks noChangeShapeType="1"/>
          </p:cNvSpPr>
          <p:nvPr/>
        </p:nvSpPr>
        <p:spPr bwMode="auto">
          <a:xfrm>
            <a:off x="685800" y="6019801"/>
            <a:ext cx="1150620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07" tIns="45703" rIns="91407" bIns="45703" anchor="t" compatLnSpc="1"/>
          <a:lstStyle/>
          <a:p>
            <a:endParaRPr kumimoji="0" lang="en-US" sz="1800"/>
          </a:p>
        </p:txBody>
      </p:sp>
    </p:spTree>
    <p:extLst>
      <p:ext uri="{BB962C8B-B14F-4D97-AF65-F5344CB8AC3E}">
        <p14:creationId xmlns:p14="http://schemas.microsoft.com/office/powerpoint/2010/main" val="8786367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0" name="标题 29"/>
          <p:cNvSpPr>
            <a:spLocks noGrp="1"/>
          </p:cNvSpPr>
          <p:nvPr>
            <p:ph type="title"/>
          </p:nvPr>
        </p:nvSpPr>
        <p:spPr>
          <a:xfrm>
            <a:off x="402336" y="457201"/>
            <a:ext cx="11582400" cy="841248"/>
          </a:xfrm>
        </p:spPr>
        <p:txBody>
          <a:bodyPr/>
          <a:lstStyle/>
          <a:p>
            <a:r>
              <a:rPr kumimoji="0" lang="zh-CN" altLang="en-US"/>
              <a:t>单击此处编辑母版标题样式</a:t>
            </a:r>
            <a:endParaRPr kumimoji="0" lang="en-US"/>
          </a:p>
        </p:txBody>
      </p:sp>
      <p:sp>
        <p:nvSpPr>
          <p:cNvPr id="12" name="日期占位符 11"/>
          <p:cNvSpPr>
            <a:spLocks noGrp="1"/>
          </p:cNvSpPr>
          <p:nvPr>
            <p:ph type="dt" sz="half" idx="10"/>
          </p:nvPr>
        </p:nvSpPr>
        <p:spPr/>
        <p:txBody>
          <a:bodyPr/>
          <a:lstStyle/>
          <a:p>
            <a:endParaRPr lang="en-US" altLang="zh-CN"/>
          </a:p>
        </p:txBody>
      </p:sp>
      <p:sp>
        <p:nvSpPr>
          <p:cNvPr id="21" name="页脚占位符 20"/>
          <p:cNvSpPr>
            <a:spLocks noGrp="1"/>
          </p:cNvSpPr>
          <p:nvPr>
            <p:ph type="ftr" sz="quarter" idx="11"/>
          </p:nvPr>
        </p:nvSpPr>
        <p:spPr/>
        <p:txBody>
          <a:bodyPr/>
          <a:lstStyle/>
          <a:p>
            <a:endParaRPr lang="en-US" altLang="zh-CN"/>
          </a:p>
        </p:txBody>
      </p:sp>
      <p:sp>
        <p:nvSpPr>
          <p:cNvPr id="6" name="灯片编号占位符 5"/>
          <p:cNvSpPr>
            <a:spLocks noGrp="1"/>
          </p:cNvSpPr>
          <p:nvPr>
            <p:ph type="sldNum" sz="quarter" idx="12"/>
          </p:nvPr>
        </p:nvSpPr>
        <p:spPr/>
        <p:txBody>
          <a:bodyPr/>
          <a:lstStyle/>
          <a:p>
            <a:fld id="{F7DFCAB6-6380-4650-BC87-7786769E4506}" type="slidenum">
              <a:rPr lang="en-US" altLang="zh-CN" smtClean="0"/>
              <a:pPr/>
              <a:t>‹#›</a:t>
            </a:fld>
            <a:endParaRPr lang="en-US" altLang="zh-CN"/>
          </a:p>
        </p:txBody>
      </p:sp>
    </p:spTree>
    <p:extLst>
      <p:ext uri="{BB962C8B-B14F-4D97-AF65-F5344CB8AC3E}">
        <p14:creationId xmlns:p14="http://schemas.microsoft.com/office/powerpoint/2010/main" val="42615165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endParaRPr lang="en-US" altLang="zh-CN"/>
          </a:p>
        </p:txBody>
      </p:sp>
      <p:sp>
        <p:nvSpPr>
          <p:cNvPr id="24" name="页脚占位符 23"/>
          <p:cNvSpPr>
            <a:spLocks noGrp="1"/>
          </p:cNvSpPr>
          <p:nvPr>
            <p:ph type="ftr" sz="quarter" idx="11"/>
          </p:nvPr>
        </p:nvSpPr>
        <p:spPr/>
        <p:txBody>
          <a:bodyPr/>
          <a:lstStyle/>
          <a:p>
            <a:endParaRPr lang="en-US" altLang="zh-CN"/>
          </a:p>
        </p:txBody>
      </p:sp>
      <p:sp>
        <p:nvSpPr>
          <p:cNvPr id="7" name="灯片编号占位符 6"/>
          <p:cNvSpPr>
            <a:spLocks noGrp="1"/>
          </p:cNvSpPr>
          <p:nvPr>
            <p:ph type="sldNum" sz="quarter" idx="12"/>
          </p:nvPr>
        </p:nvSpPr>
        <p:spPr/>
        <p:txBody>
          <a:bodyPr/>
          <a:lstStyle/>
          <a:p>
            <a:fld id="{A534E84C-3113-4352-BB42-D00F22998753}" type="slidenum">
              <a:rPr lang="en-US" altLang="zh-CN" smtClean="0"/>
              <a:pPr/>
              <a:t>‹#›</a:t>
            </a:fld>
            <a:endParaRPr lang="en-US" altLang="zh-CN"/>
          </a:p>
        </p:txBody>
      </p:sp>
    </p:spTree>
    <p:extLst>
      <p:ext uri="{BB962C8B-B14F-4D97-AF65-F5344CB8AC3E}">
        <p14:creationId xmlns:p14="http://schemas.microsoft.com/office/powerpoint/2010/main" val="32474928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直接连接符 7"/>
          <p:cNvSpPr>
            <a:spLocks noChangeShapeType="1"/>
          </p:cNvSpPr>
          <p:nvPr/>
        </p:nvSpPr>
        <p:spPr bwMode="auto">
          <a:xfrm>
            <a:off x="685800" y="5849119"/>
            <a:ext cx="1150620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07" tIns="45703" rIns="91407" bIns="45703" anchor="t" compatLnSpc="1"/>
          <a:lstStyle/>
          <a:p>
            <a:endParaRPr kumimoji="0" lang="en-US" sz="1800"/>
          </a:p>
        </p:txBody>
      </p:sp>
      <p:sp>
        <p:nvSpPr>
          <p:cNvPr id="12" name="标题 11"/>
          <p:cNvSpPr>
            <a:spLocks noGrp="1"/>
          </p:cNvSpPr>
          <p:nvPr>
            <p:ph type="title"/>
          </p:nvPr>
        </p:nvSpPr>
        <p:spPr>
          <a:xfrm>
            <a:off x="609600" y="5486400"/>
            <a:ext cx="11277600" cy="520700"/>
          </a:xfrm>
        </p:spPr>
        <p:txBody>
          <a:bodyPr anchor="ctr"/>
          <a:lstStyle>
            <a:lvl1pPr algn="l">
              <a:buNone/>
              <a:defRPr sz="2000" b="1"/>
            </a:lvl1pPr>
          </a:lstStyle>
          <a:p>
            <a:r>
              <a:rPr kumimoji="0" lang="zh-CN" altLang="en-US"/>
              <a:t>单击此处编辑母版标题样式</a:t>
            </a:r>
            <a:endParaRPr kumimoji="0" lang="en-US"/>
          </a:p>
        </p:txBody>
      </p:sp>
      <p:sp>
        <p:nvSpPr>
          <p:cNvPr id="26" name="文本占位符 25"/>
          <p:cNvSpPr>
            <a:spLocks noGrp="1"/>
          </p:cNvSpPr>
          <p:nvPr>
            <p:ph type="body" idx="2"/>
          </p:nvPr>
        </p:nvSpPr>
        <p:spPr>
          <a:xfrm>
            <a:off x="609601" y="609600"/>
            <a:ext cx="4011084" cy="4800600"/>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zh-CN" altLang="en-US"/>
              <a:t>单击此处编辑母版文本样式</a:t>
            </a:r>
          </a:p>
        </p:txBody>
      </p:sp>
      <p:sp>
        <p:nvSpPr>
          <p:cNvPr id="14" name="内容占位符 13"/>
          <p:cNvSpPr>
            <a:spLocks noGrp="1"/>
          </p:cNvSpPr>
          <p:nvPr>
            <p:ph sz="half" idx="1"/>
          </p:nvPr>
        </p:nvSpPr>
        <p:spPr>
          <a:xfrm>
            <a:off x="4766733" y="609600"/>
            <a:ext cx="7120467" cy="4800600"/>
          </a:xfrm>
        </p:spPr>
        <p:txBody>
          <a:bodyPr/>
          <a:lstStyle>
            <a:lvl1pPr>
              <a:defRPr sz="3199"/>
            </a:lvl1pPr>
            <a:lvl2pPr>
              <a:defRPr sz="2799"/>
            </a:lvl2pPr>
            <a:lvl3pPr>
              <a:defRPr sz="2400"/>
            </a:lvl3pPr>
            <a:lvl4pPr>
              <a:defRPr sz="2000"/>
            </a:lvl4pPr>
            <a:lvl5pPr>
              <a:defRPr sz="2000"/>
            </a:lvl5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25" name="日期占位符 24"/>
          <p:cNvSpPr>
            <a:spLocks noGrp="1"/>
          </p:cNvSpPr>
          <p:nvPr>
            <p:ph type="dt" sz="half" idx="10"/>
          </p:nvPr>
        </p:nvSpPr>
        <p:spPr/>
        <p:txBody>
          <a:bodyPr/>
          <a:lstStyle/>
          <a:p>
            <a:endParaRPr lang="en-US" altLang="zh-CN"/>
          </a:p>
        </p:txBody>
      </p:sp>
      <p:sp>
        <p:nvSpPr>
          <p:cNvPr id="29" name="页脚占位符 28"/>
          <p:cNvSpPr>
            <a:spLocks noGrp="1"/>
          </p:cNvSpPr>
          <p:nvPr>
            <p:ph type="ftr" sz="quarter" idx="11"/>
          </p:nvPr>
        </p:nvSpPr>
        <p:spPr/>
        <p:txBody>
          <a:bodyPr/>
          <a:lstStyle/>
          <a:p>
            <a:endParaRPr lang="en-US" altLang="zh-CN"/>
          </a:p>
        </p:txBody>
      </p:sp>
      <p:sp>
        <p:nvSpPr>
          <p:cNvPr id="7" name="灯片编号占位符 6"/>
          <p:cNvSpPr>
            <a:spLocks noGrp="1"/>
          </p:cNvSpPr>
          <p:nvPr>
            <p:ph type="sldNum" sz="quarter" idx="12"/>
          </p:nvPr>
        </p:nvSpPr>
        <p:spPr/>
        <p:txBody>
          <a:bodyPr/>
          <a:lstStyle/>
          <a:p>
            <a:fld id="{078189A0-D642-4B62-A433-D1A035BE63C7}" type="slidenum">
              <a:rPr lang="en-US" altLang="zh-CN" smtClean="0"/>
              <a:pPr/>
              <a:t>‹#›</a:t>
            </a:fld>
            <a:endParaRPr lang="en-US" altLang="zh-CN"/>
          </a:p>
        </p:txBody>
      </p:sp>
    </p:spTree>
    <p:extLst>
      <p:ext uri="{BB962C8B-B14F-4D97-AF65-F5344CB8AC3E}">
        <p14:creationId xmlns:p14="http://schemas.microsoft.com/office/powerpoint/2010/main" val="279189762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13" name="图片占位符 12"/>
          <p:cNvSpPr>
            <a:spLocks noGrp="1"/>
          </p:cNvSpPr>
          <p:nvPr>
            <p:ph type="pic" idx="1"/>
          </p:nvPr>
        </p:nvSpPr>
        <p:spPr>
          <a:xfrm>
            <a:off x="4673601" y="616635"/>
            <a:ext cx="6705600" cy="3657600"/>
          </a:xfrm>
          <a:solidFill>
            <a:schemeClr val="bg1"/>
          </a:solidFill>
          <a:ln w="6350">
            <a:solidFill>
              <a:schemeClr val="accent1"/>
            </a:solidFill>
          </a:ln>
          <a:effectLst>
            <a:reflection blurRad="1000" stA="49000" endA="500" endPos="10000" dist="900" dir="5400000" sy="-90000" algn="bl" rotWithShape="0"/>
          </a:effectLst>
        </p:spPr>
        <p:txBody>
          <a:bodyPr/>
          <a:lstStyle>
            <a:lvl1pPr marL="0" indent="0">
              <a:buNone/>
              <a:defRPr sz="3199"/>
            </a:lvl1pPr>
          </a:lstStyle>
          <a:p>
            <a:r>
              <a:rPr kumimoji="0" lang="zh-CN" altLang="en-US"/>
              <a:t>单击图标添加图片</a:t>
            </a:r>
            <a:endParaRPr kumimoji="0" lang="en-US"/>
          </a:p>
        </p:txBody>
      </p:sp>
      <p:sp>
        <p:nvSpPr>
          <p:cNvPr id="7" name="日期占位符 6"/>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endParaRPr lang="en-US" altLang="zh-CN"/>
          </a:p>
        </p:txBody>
      </p:sp>
      <p:sp>
        <p:nvSpPr>
          <p:cNvPr id="31" name="灯片编号占位符 30"/>
          <p:cNvSpPr>
            <a:spLocks noGrp="1"/>
          </p:cNvSpPr>
          <p:nvPr>
            <p:ph type="sldNum" sz="quarter" idx="12"/>
          </p:nvPr>
        </p:nvSpPr>
        <p:spPr/>
        <p:txBody>
          <a:bodyPr/>
          <a:lstStyle/>
          <a:p>
            <a:fld id="{BA635B0F-B73A-4B5D-9B48-0F16FCCF7B54}" type="slidenum">
              <a:rPr lang="en-US" altLang="zh-CN" smtClean="0"/>
              <a:pPr/>
              <a:t>‹#›</a:t>
            </a:fld>
            <a:endParaRPr lang="en-US" altLang="zh-CN"/>
          </a:p>
        </p:txBody>
      </p:sp>
      <p:sp>
        <p:nvSpPr>
          <p:cNvPr id="17" name="标题 16"/>
          <p:cNvSpPr>
            <a:spLocks noGrp="1"/>
          </p:cNvSpPr>
          <p:nvPr>
            <p:ph type="title"/>
          </p:nvPr>
        </p:nvSpPr>
        <p:spPr>
          <a:xfrm>
            <a:off x="508000" y="4993760"/>
            <a:ext cx="7823200" cy="522288"/>
          </a:xfrm>
        </p:spPr>
        <p:txBody>
          <a:bodyPr anchor="ctr"/>
          <a:lstStyle>
            <a:lvl1pPr algn="l">
              <a:buNone/>
              <a:defRPr sz="2000" b="1"/>
            </a:lvl1pPr>
          </a:lstStyle>
          <a:p>
            <a:r>
              <a:rPr kumimoji="0" lang="zh-CN" altLang="en-US"/>
              <a:t>单击此处编辑母版标题样式</a:t>
            </a:r>
            <a:endParaRPr kumimoji="0" lang="en-US"/>
          </a:p>
        </p:txBody>
      </p:sp>
      <p:sp>
        <p:nvSpPr>
          <p:cNvPr id="26" name="文本占位符 25"/>
          <p:cNvSpPr>
            <a:spLocks noGrp="1"/>
          </p:cNvSpPr>
          <p:nvPr>
            <p:ph type="body" sz="half" idx="2"/>
          </p:nvPr>
        </p:nvSpPr>
        <p:spPr>
          <a:xfrm>
            <a:off x="508000" y="5533218"/>
            <a:ext cx="7823200" cy="768350"/>
          </a:xfrm>
        </p:spPr>
        <p:txBody>
          <a:bodyPr lIns="109728" tIns="0"/>
          <a:lstStyle>
            <a:lvl1pPr marL="0" indent="0">
              <a:buNone/>
              <a:defRPr sz="1400"/>
            </a:lvl1pPr>
            <a:lvl2pPr>
              <a:defRPr sz="1200"/>
            </a:lvl2pPr>
            <a:lvl3pPr>
              <a:defRPr sz="1000"/>
            </a:lvl3pPr>
            <a:lvl4pPr>
              <a:defRPr sz="900"/>
            </a:lvl4pPr>
            <a:lvl5pPr>
              <a:defRPr sz="900"/>
            </a:lvl5pPr>
          </a:lstStyle>
          <a:p>
            <a:pPr lvl="0" eaLnBrk="1" latinLnBrk="0" hangingPunct="1"/>
            <a:r>
              <a:rPr kumimoji="0" lang="zh-CN" altLang="en-US"/>
              <a:t>单击此处编辑母版文本样式</a:t>
            </a:r>
          </a:p>
        </p:txBody>
      </p:sp>
    </p:spTree>
    <p:extLst>
      <p:ext uri="{BB962C8B-B14F-4D97-AF65-F5344CB8AC3E}">
        <p14:creationId xmlns:p14="http://schemas.microsoft.com/office/powerpoint/2010/main" val="152493900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endParaRPr lang="en-US" altLang="zh-CN"/>
          </a:p>
        </p:txBody>
      </p:sp>
      <p:sp>
        <p:nvSpPr>
          <p:cNvPr id="6" name="灯片编号占位符 5"/>
          <p:cNvSpPr>
            <a:spLocks noGrp="1"/>
          </p:cNvSpPr>
          <p:nvPr>
            <p:ph type="sldNum" sz="quarter" idx="12"/>
          </p:nvPr>
        </p:nvSpPr>
        <p:spPr/>
        <p:txBody>
          <a:bodyPr/>
          <a:lstStyle/>
          <a:p>
            <a:fld id="{8EF4EEA2-76B7-4448-BD5F-8B64CC964607}" type="slidenum">
              <a:rPr lang="en-US" altLang="zh-CN" smtClean="0"/>
              <a:pPr/>
              <a:t>‹#›</a:t>
            </a:fld>
            <a:endParaRPr lang="en-US" altLang="zh-CN"/>
          </a:p>
        </p:txBody>
      </p:sp>
    </p:spTree>
    <p:extLst>
      <p:ext uri="{BB962C8B-B14F-4D97-AF65-F5344CB8AC3E}">
        <p14:creationId xmlns:p14="http://schemas.microsoft.com/office/powerpoint/2010/main" val="172965075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144001" y="549278"/>
            <a:ext cx="2438400" cy="5851525"/>
          </a:xfrm>
        </p:spPr>
        <p:txBody>
          <a:bodyPr vert="eaVert"/>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609600" y="549278"/>
            <a:ext cx="8331200" cy="5851525"/>
          </a:xfrm>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endParaRPr lang="en-US" altLang="zh-CN"/>
          </a:p>
        </p:txBody>
      </p:sp>
      <p:sp>
        <p:nvSpPr>
          <p:cNvPr id="6" name="灯片编号占位符 5"/>
          <p:cNvSpPr>
            <a:spLocks noGrp="1"/>
          </p:cNvSpPr>
          <p:nvPr>
            <p:ph type="sldNum" sz="quarter" idx="12"/>
          </p:nvPr>
        </p:nvSpPr>
        <p:spPr/>
        <p:txBody>
          <a:bodyPr/>
          <a:lstStyle/>
          <a:p>
            <a:fld id="{2C416C84-7E79-45C1-9440-C3B753F5A6DD}" type="slidenum">
              <a:rPr lang="en-US" altLang="zh-CN" smtClean="0"/>
              <a:pPr/>
              <a:t>‹#›</a:t>
            </a:fld>
            <a:endParaRPr lang="en-US" altLang="zh-CN"/>
          </a:p>
        </p:txBody>
      </p:sp>
    </p:spTree>
    <p:extLst>
      <p:ext uri="{BB962C8B-B14F-4D97-AF65-F5344CB8AC3E}">
        <p14:creationId xmlns:p14="http://schemas.microsoft.com/office/powerpoint/2010/main" val="316638480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2"/>
        </a:solidFill>
        <a:effectLst/>
      </p:bgPr>
    </p:bg>
    <p:spTree>
      <p:nvGrpSpPr>
        <p:cNvPr id="1" name=""/>
        <p:cNvGrpSpPr/>
        <p:nvPr/>
      </p:nvGrpSpPr>
      <p:grpSpPr>
        <a:xfrm>
          <a:off x="0" y="0"/>
          <a:ext cx="0" cy="0"/>
          <a:chOff x="0" y="0"/>
          <a:chExt cx="0" cy="0"/>
        </a:xfrm>
      </p:grpSpPr>
      <p:pic>
        <p:nvPicPr>
          <p:cNvPr id="8" name="图片 7"/>
          <p:cNvPicPr>
            <a:picLocks noChangeAspect="1"/>
          </p:cNvPicPr>
          <p:nvPr/>
        </p:nvPicPr>
        <p:blipFill>
          <a:blip r:embed="rId2"/>
          <a:stretch>
            <a:fillRect/>
          </a:stretch>
        </p:blipFill>
        <p:spPr>
          <a:xfrm>
            <a:off x="3963988" y="755650"/>
            <a:ext cx="4264025" cy="681038"/>
          </a:xfrm>
          <a:prstGeom prst="rect">
            <a:avLst/>
          </a:prstGeom>
          <a:effectLst>
            <a:outerShdw blurRad="50800" dist="50800" dir="5400000" algn="ctr" rotWithShape="0">
              <a:srgbClr val="000000">
                <a:alpha val="98000"/>
              </a:srgbClr>
            </a:outerShdw>
          </a:effectLst>
        </p:spPr>
      </p:pic>
      <p:sp>
        <p:nvSpPr>
          <p:cNvPr id="3" name="副标题 2"/>
          <p:cNvSpPr>
            <a:spLocks noGrp="1"/>
          </p:cNvSpPr>
          <p:nvPr>
            <p:ph type="subTitle" idx="1"/>
          </p:nvPr>
        </p:nvSpPr>
        <p:spPr>
          <a:xfrm>
            <a:off x="1055917" y="3602038"/>
            <a:ext cx="9775369" cy="1655762"/>
          </a:xfrm>
        </p:spPr>
        <p:txBody>
          <a:bodyPr anchor="ctr">
            <a:normAutofit/>
          </a:bodyPr>
          <a:lstStyle>
            <a:lvl1pPr marL="0" indent="0" algn="ctr">
              <a:buNone/>
              <a:defRPr sz="2799"/>
            </a:lvl1pPr>
            <a:lvl2pPr marL="457063" indent="0" algn="ctr">
              <a:buNone/>
              <a:defRPr sz="2000"/>
            </a:lvl2pPr>
            <a:lvl3pPr marL="914126" indent="0" algn="ctr">
              <a:buNone/>
              <a:defRPr sz="1800"/>
            </a:lvl3pPr>
            <a:lvl4pPr marL="1371189" indent="0" algn="ctr">
              <a:buNone/>
              <a:defRPr sz="1600"/>
            </a:lvl4pPr>
            <a:lvl5pPr marL="1828251" indent="0" algn="ctr">
              <a:buNone/>
              <a:defRPr sz="1600"/>
            </a:lvl5pPr>
            <a:lvl6pPr marL="2285314" indent="0" algn="ctr">
              <a:buNone/>
              <a:defRPr sz="1600"/>
            </a:lvl6pPr>
            <a:lvl7pPr marL="2742377" indent="0" algn="ctr">
              <a:buNone/>
              <a:defRPr sz="1600"/>
            </a:lvl7pPr>
            <a:lvl8pPr marL="3199440" indent="0" algn="ctr">
              <a:buNone/>
              <a:defRPr sz="1600"/>
            </a:lvl8pPr>
            <a:lvl9pPr marL="3656503" indent="0" algn="ctr">
              <a:buNone/>
              <a:defRPr sz="1600"/>
            </a:lvl9pPr>
          </a:lstStyle>
          <a:p>
            <a:pPr fontAlgn="auto"/>
            <a:r>
              <a:rPr lang="zh-CN" altLang="en-US" strike="noStrike" noProof="1"/>
              <a:t>单击此处编辑母版副标题样式</a:t>
            </a:r>
          </a:p>
        </p:txBody>
      </p:sp>
      <p:sp>
        <p:nvSpPr>
          <p:cNvPr id="14" name="标题 13"/>
          <p:cNvSpPr>
            <a:spLocks noGrp="1"/>
          </p:cNvSpPr>
          <p:nvPr>
            <p:ph type="title"/>
          </p:nvPr>
        </p:nvSpPr>
        <p:spPr>
          <a:xfrm>
            <a:off x="838201" y="2093689"/>
            <a:ext cx="10515600" cy="1325563"/>
          </a:xfrm>
        </p:spPr>
        <p:txBody>
          <a:bodyPr>
            <a:normAutofit/>
          </a:bodyPr>
          <a:lstStyle>
            <a:lvl1pPr algn="ctr">
              <a:defRPr sz="4799"/>
            </a:lvl1pPr>
          </a:lstStyle>
          <a:p>
            <a:pPr fontAlgn="auto"/>
            <a:r>
              <a:rPr lang="zh-CN" altLang="en-US" strike="noStrike" noProof="1"/>
              <a:t>单击此处编辑母版标题样式</a:t>
            </a:r>
          </a:p>
        </p:txBody>
      </p:sp>
      <p:sp>
        <p:nvSpPr>
          <p:cNvPr id="15" name="日期占位符 14"/>
          <p:cNvSpPr>
            <a:spLocks noGrp="1"/>
          </p:cNvSpPr>
          <p:nvPr>
            <p:ph type="dt" sz="half" idx="10"/>
          </p:nvPr>
        </p:nvSpPr>
        <p:spPr>
          <a:xfrm>
            <a:off x="838201" y="6356350"/>
            <a:ext cx="2743200" cy="365125"/>
          </a:xfrm>
          <a:prstGeom prst="rect">
            <a:avLst/>
          </a:prstGeom>
        </p:spPr>
        <p:txBody>
          <a:bodyPr vert="horz" lIns="91440" tIns="45720" rIns="91440" bIns="45720" rtlCol="0" anchor="ctr"/>
          <a:lstStyle/>
          <a:p>
            <a:fld id="{9D96BA32-6B79-4895-824E-744062688BEE}" type="datetimeFigureOut">
              <a:rPr lang="zh-CN" altLang="en-US" smtClean="0"/>
              <a:t>2024/8/6</a:t>
            </a:fld>
            <a:endParaRPr lang="zh-CN" altLang="en-US"/>
          </a:p>
        </p:txBody>
      </p:sp>
      <p:sp>
        <p:nvSpPr>
          <p:cNvPr id="16" name="页脚占位符 15"/>
          <p:cNvSpPr>
            <a:spLocks noGrp="1"/>
          </p:cNvSpPr>
          <p:nvPr>
            <p:ph type="ftr" sz="quarter" idx="11"/>
          </p:nvPr>
        </p:nvSpPr>
        <p:spPr>
          <a:xfrm>
            <a:off x="4038601" y="6356350"/>
            <a:ext cx="4114800" cy="365125"/>
          </a:xfrm>
          <a:prstGeom prst="rect">
            <a:avLst/>
          </a:prstGeom>
        </p:spPr>
        <p:txBody>
          <a:bodyPr vert="horz" lIns="91440" tIns="45720" rIns="91440" bIns="45720" rtlCol="0" anchor="ctr"/>
          <a:lstStyle/>
          <a:p>
            <a:endParaRPr lang="zh-CN" altLang="en-US"/>
          </a:p>
        </p:txBody>
      </p:sp>
      <p:sp>
        <p:nvSpPr>
          <p:cNvPr id="17" name="灯片编号占位符 16"/>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p>
            <a:fld id="{FF35C9E2-507E-45B8-BD25-F3C98D86BE5F}" type="slidenum">
              <a:rPr lang="zh-CN" altLang="en-US" smtClean="0"/>
              <a:t>‹#›</a:t>
            </a:fld>
            <a:endParaRPr lang="zh-CN" altLang="en-US"/>
          </a:p>
        </p:txBody>
      </p:sp>
      <p:pic>
        <p:nvPicPr>
          <p:cNvPr id="2" name="图片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964301" y="756342"/>
            <a:ext cx="4263399" cy="680573"/>
          </a:xfrm>
          <a:prstGeom prst="rect">
            <a:avLst/>
          </a:prstGeom>
          <a:effectLst>
            <a:outerShdw blurRad="50800" dist="50800" dir="5400000" algn="ctr" rotWithShape="0">
              <a:srgbClr val="000000">
                <a:alpha val="98000"/>
              </a:srgbClr>
            </a:outerShdw>
          </a:effectLst>
        </p:spPr>
      </p:pic>
    </p:spTree>
    <p:extLst>
      <p:ext uri="{BB962C8B-B14F-4D97-AF65-F5344CB8AC3E}">
        <p14:creationId xmlns:p14="http://schemas.microsoft.com/office/powerpoint/2010/main" val="1366921462"/>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标题和内容">
    <p:bg>
      <p:bgPr>
        <a:solidFill>
          <a:schemeClr val="bg2"/>
        </a:solidFill>
        <a:effectLst/>
      </p:bgPr>
    </p:bg>
    <p:spTree>
      <p:nvGrpSpPr>
        <p:cNvPr id="1" name=""/>
        <p:cNvGrpSpPr/>
        <p:nvPr/>
      </p:nvGrpSpPr>
      <p:grpSpPr>
        <a:xfrm>
          <a:off x="0" y="0"/>
          <a:ext cx="0" cy="0"/>
          <a:chOff x="0" y="0"/>
          <a:chExt cx="0" cy="0"/>
        </a:xfrm>
      </p:grpSpPr>
      <p:pic>
        <p:nvPicPr>
          <p:cNvPr id="3074" name="图片 6"/>
          <p:cNvPicPr>
            <a:picLocks noChangeAspect="1"/>
          </p:cNvPicPr>
          <p:nvPr/>
        </p:nvPicPr>
        <p:blipFill>
          <a:blip r:embed="rId2"/>
          <a:stretch>
            <a:fillRect/>
          </a:stretch>
        </p:blipFill>
        <p:spPr>
          <a:xfrm>
            <a:off x="8794751" y="214313"/>
            <a:ext cx="2932113" cy="468312"/>
          </a:xfrm>
          <a:prstGeom prst="rect">
            <a:avLst/>
          </a:prstGeom>
          <a:noFill/>
          <a:ln w="9525">
            <a:noFill/>
          </a:ln>
        </p:spPr>
      </p:pic>
      <p:sp>
        <p:nvSpPr>
          <p:cNvPr id="8" name="矩形 7"/>
          <p:cNvSpPr/>
          <p:nvPr/>
        </p:nvSpPr>
        <p:spPr>
          <a:xfrm>
            <a:off x="10229850" y="1927225"/>
            <a:ext cx="674688" cy="3246438"/>
          </a:xfrm>
          <a:prstGeom prst="rect">
            <a:avLst/>
          </a:prstGeom>
          <a:blipFill dpi="0" rotWithShape="1">
            <a:blip r:embed="rId3" cstate="print">
              <a:alphaModFix amt="10000"/>
              <a:extLst>
                <a:ext uri="{28A0092B-C50C-407E-A947-70E740481C1C}">
                  <a14:useLocalDpi xmlns:a14="http://schemas.microsoft.com/office/drawing/2010/main" val="0"/>
                </a:ext>
              </a:extLst>
            </a:blip>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100" strike="noStrike" noProof="1"/>
          </a:p>
        </p:txBody>
      </p:sp>
      <p:sp>
        <p:nvSpPr>
          <p:cNvPr id="2" name="标题 1"/>
          <p:cNvSpPr>
            <a:spLocks noGrp="1"/>
          </p:cNvSpPr>
          <p:nvPr>
            <p:ph type="title"/>
          </p:nvPr>
        </p:nvSpPr>
        <p:spPr>
          <a:xfrm>
            <a:off x="522516" y="617860"/>
            <a:ext cx="8196613" cy="619189"/>
          </a:xfrm>
        </p:spPr>
        <p:txBody>
          <a:bodyPr>
            <a:normAutofit/>
          </a:bodyPr>
          <a:lstStyle>
            <a:lvl1pPr>
              <a:defRPr sz="3199"/>
            </a:lvl1pPr>
          </a:lstStyle>
          <a:p>
            <a:pPr fontAlgn="auto"/>
            <a:r>
              <a:rPr lang="zh-CN" altLang="en-US" strike="noStrike" noProof="1"/>
              <a:t>单击此处编辑母版标题样式</a:t>
            </a:r>
          </a:p>
        </p:txBody>
      </p:sp>
      <p:sp>
        <p:nvSpPr>
          <p:cNvPr id="3" name="内容占位符 2"/>
          <p:cNvSpPr>
            <a:spLocks noGrp="1"/>
          </p:cNvSpPr>
          <p:nvPr>
            <p:ph idx="1"/>
          </p:nvPr>
        </p:nvSpPr>
        <p:spPr>
          <a:xfrm>
            <a:off x="522516" y="1357746"/>
            <a:ext cx="8196612" cy="4932219"/>
          </a:xfrm>
        </p:spPr>
        <p:txBody>
          <a:bodyPr/>
          <a:lstStyle/>
          <a:p>
            <a:pPr lvl="0" fontAlgn="auto"/>
            <a:r>
              <a:rPr lang="zh-CN" altLang="en-US" strike="noStrike" noProof="1"/>
              <a:t>单击此处编辑母版文本样式</a:t>
            </a:r>
          </a:p>
          <a:p>
            <a:pPr lvl="1" fontAlgn="auto"/>
            <a:r>
              <a:rPr lang="zh-CN" altLang="en-US" strike="noStrike" noProof="1"/>
              <a:t>二级</a:t>
            </a:r>
          </a:p>
          <a:p>
            <a:pPr lvl="2" fontAlgn="auto"/>
            <a:r>
              <a:rPr lang="zh-CN" altLang="en-US" strike="noStrike" noProof="1"/>
              <a:t>三级</a:t>
            </a:r>
          </a:p>
          <a:p>
            <a:pPr lvl="3" fontAlgn="auto"/>
            <a:r>
              <a:rPr lang="zh-CN" altLang="en-US" strike="noStrike" noProof="1"/>
              <a:t>四级</a:t>
            </a:r>
          </a:p>
          <a:p>
            <a:pPr lvl="4" fontAlgn="auto"/>
            <a:r>
              <a:rPr lang="zh-CN" altLang="en-US" strike="noStrike" noProof="1"/>
              <a:t>五级</a:t>
            </a:r>
          </a:p>
        </p:txBody>
      </p:sp>
      <p:sp>
        <p:nvSpPr>
          <p:cNvPr id="10" name="日期占位符 9"/>
          <p:cNvSpPr>
            <a:spLocks noGrp="1"/>
          </p:cNvSpPr>
          <p:nvPr>
            <p:ph type="dt" sz="half" idx="10"/>
          </p:nvPr>
        </p:nvSpPr>
        <p:spPr>
          <a:xfrm>
            <a:off x="838201" y="6356350"/>
            <a:ext cx="2743200" cy="365125"/>
          </a:xfrm>
          <a:prstGeom prst="rect">
            <a:avLst/>
          </a:prstGeom>
        </p:spPr>
        <p:txBody>
          <a:bodyPr vert="horz" lIns="91440" tIns="45720" rIns="91440" bIns="45720" rtlCol="0" anchor="ctr"/>
          <a:lstStyle/>
          <a:p>
            <a:fld id="{9D96BA32-6B79-4895-824E-744062688BEE}" type="datetimeFigureOut">
              <a:rPr lang="zh-CN" altLang="en-US" smtClean="0"/>
              <a:t>2024/8/6</a:t>
            </a:fld>
            <a:endParaRPr lang="zh-CN" altLang="en-US"/>
          </a:p>
        </p:txBody>
      </p:sp>
      <p:sp>
        <p:nvSpPr>
          <p:cNvPr id="11" name="页脚占位符 10"/>
          <p:cNvSpPr>
            <a:spLocks noGrp="1"/>
          </p:cNvSpPr>
          <p:nvPr>
            <p:ph type="ftr" sz="quarter" idx="11"/>
          </p:nvPr>
        </p:nvSpPr>
        <p:spPr>
          <a:xfrm>
            <a:off x="4038601" y="6356350"/>
            <a:ext cx="4114800" cy="365125"/>
          </a:xfrm>
          <a:prstGeom prst="rect">
            <a:avLst/>
          </a:prstGeom>
        </p:spPr>
        <p:txBody>
          <a:bodyPr vert="horz" lIns="91440" tIns="45720" rIns="91440" bIns="45720" rtlCol="0" anchor="ctr"/>
          <a:lstStyle/>
          <a:p>
            <a:endParaRPr lang="zh-CN" altLang="en-US"/>
          </a:p>
        </p:txBody>
      </p:sp>
      <p:sp>
        <p:nvSpPr>
          <p:cNvPr id="12" name="灯片编号占位符 11"/>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p>
            <a:fld id="{FF35C9E2-507E-45B8-BD25-F3C98D86BE5F}" type="slidenum">
              <a:rPr lang="zh-CN" altLang="en-US" smtClean="0"/>
              <a:t>‹#›</a:t>
            </a:fld>
            <a:endParaRPr lang="zh-CN" altLang="en-US"/>
          </a:p>
        </p:txBody>
      </p:sp>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795366" y="214041"/>
            <a:ext cx="2932284" cy="468085"/>
          </a:xfrm>
          <a:prstGeom prst="rect">
            <a:avLst/>
          </a:prstGeom>
          <a:effectLst/>
        </p:spPr>
      </p:pic>
      <p:sp>
        <p:nvSpPr>
          <p:cNvPr id="4" name="矩形 3"/>
          <p:cNvSpPr/>
          <p:nvPr userDrawn="1"/>
        </p:nvSpPr>
        <p:spPr>
          <a:xfrm>
            <a:off x="10229998" y="1926771"/>
            <a:ext cx="674913" cy="3246840"/>
          </a:xfrm>
          <a:prstGeom prst="rect">
            <a:avLst/>
          </a:prstGeom>
          <a:blipFill dpi="0" rotWithShape="1">
            <a:blip r:embed="rId3" cstate="print">
              <a:alphaModFix amt="10000"/>
              <a:extLst>
                <a:ext uri="{28A0092B-C50C-407E-A947-70E740481C1C}">
                  <a14:useLocalDpi xmlns:a14="http://schemas.microsoft.com/office/drawing/2010/main" val="0"/>
                </a:ext>
              </a:extLst>
            </a:blip>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00" dirty="0"/>
          </a:p>
        </p:txBody>
      </p:sp>
    </p:spTree>
    <p:extLst>
      <p:ext uri="{BB962C8B-B14F-4D97-AF65-F5344CB8AC3E}">
        <p14:creationId xmlns:p14="http://schemas.microsoft.com/office/powerpoint/2010/main" val="626779492"/>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bg2"/>
        </a:solidFill>
        <a:effectLst/>
      </p:bgPr>
    </p:bg>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stretch>
            <a:fillRect/>
          </a:stretch>
        </p:blipFill>
        <p:spPr>
          <a:xfrm>
            <a:off x="3963988" y="755650"/>
            <a:ext cx="4264025" cy="681038"/>
          </a:xfrm>
          <a:prstGeom prst="rect">
            <a:avLst/>
          </a:prstGeom>
          <a:effectLst>
            <a:outerShdw blurRad="50800" dist="50800" dir="5400000" algn="ctr" rotWithShape="0">
              <a:srgbClr val="000000">
                <a:alpha val="98000"/>
              </a:srgbClr>
            </a:outerShdw>
          </a:effectLst>
        </p:spPr>
      </p:pic>
      <p:sp>
        <p:nvSpPr>
          <p:cNvPr id="3" name="副标题 2"/>
          <p:cNvSpPr>
            <a:spLocks noGrp="1"/>
          </p:cNvSpPr>
          <p:nvPr>
            <p:ph type="subTitle" idx="1"/>
          </p:nvPr>
        </p:nvSpPr>
        <p:spPr>
          <a:xfrm>
            <a:off x="1055916" y="3602038"/>
            <a:ext cx="9775369" cy="1655762"/>
          </a:xfrm>
        </p:spPr>
        <p:txBody>
          <a:bodyPr anchor="ctr">
            <a:normAutofit/>
          </a:bodyPr>
          <a:lstStyle>
            <a:lvl1pPr marL="0" indent="0" algn="ctr">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fontAlgn="auto"/>
            <a:r>
              <a:rPr lang="zh-CN" altLang="en-US" strike="noStrike" noProof="1"/>
              <a:t>单击此处编辑母版副标题样式</a:t>
            </a:r>
          </a:p>
        </p:txBody>
      </p:sp>
      <p:sp>
        <p:nvSpPr>
          <p:cNvPr id="14" name="标题 13"/>
          <p:cNvSpPr>
            <a:spLocks noGrp="1"/>
          </p:cNvSpPr>
          <p:nvPr>
            <p:ph type="title"/>
          </p:nvPr>
        </p:nvSpPr>
        <p:spPr>
          <a:xfrm>
            <a:off x="838200" y="2093689"/>
            <a:ext cx="10515600" cy="1325563"/>
          </a:xfrm>
        </p:spPr>
        <p:txBody>
          <a:bodyPr>
            <a:normAutofit/>
          </a:bodyPr>
          <a:lstStyle>
            <a:lvl1pPr algn="ctr">
              <a:defRPr sz="4800"/>
            </a:lvl1pPr>
          </a:lstStyle>
          <a:p>
            <a:pPr fontAlgn="auto"/>
            <a:r>
              <a:rPr lang="zh-CN" altLang="en-US" strike="noStrike" noProof="1"/>
              <a:t>单击此处编辑母版标题样式</a:t>
            </a:r>
          </a:p>
        </p:txBody>
      </p:sp>
      <p:sp>
        <p:nvSpPr>
          <p:cNvPr id="15" name="日期占位符 14"/>
          <p:cNvSpPr>
            <a:spLocks noGrp="1"/>
          </p:cNvSpPr>
          <p:nvPr>
            <p:ph type="dt" sz="half" idx="10"/>
          </p:nvPr>
        </p:nvSpPr>
        <p:spPr>
          <a:xfrm>
            <a:off x="838200" y="6356350"/>
            <a:ext cx="2743200" cy="365125"/>
          </a:xfrm>
          <a:prstGeom prst="rect">
            <a:avLst/>
          </a:prstGeom>
        </p:spPr>
        <p:txBody>
          <a:bodyPr vert="horz" lIns="91440" tIns="45720" rIns="91440" bIns="45720" rtlCol="0" anchor="ctr"/>
          <a:lstStyle/>
          <a:p>
            <a:pPr fontAlgn="auto"/>
            <a:fld id="{9D96BA32-6B79-4895-824E-744062688BEE}" type="datetimeFigureOut">
              <a:rPr lang="zh-CN" altLang="en-US" strike="noStrike" noProof="1" smtClean="0">
                <a:latin typeface="+mn-lt"/>
                <a:ea typeface="+mn-ea"/>
                <a:cs typeface="+mn-cs"/>
              </a:rPr>
              <a:t>2024/8/7</a:t>
            </a:fld>
            <a:endParaRPr lang="zh-CN" altLang="en-US" strike="noStrike" noProof="1"/>
          </a:p>
        </p:txBody>
      </p:sp>
      <p:sp>
        <p:nvSpPr>
          <p:cNvPr id="16" name="页脚占位符 15"/>
          <p:cNvSpPr>
            <a:spLocks noGrp="1"/>
          </p:cNvSpPr>
          <p:nvPr>
            <p:ph type="ftr" sz="quarter" idx="11"/>
          </p:nvPr>
        </p:nvSpPr>
        <p:spPr>
          <a:xfrm>
            <a:off x="4038600" y="6356350"/>
            <a:ext cx="4114800" cy="365125"/>
          </a:xfrm>
          <a:prstGeom prst="rect">
            <a:avLst/>
          </a:prstGeom>
        </p:spPr>
        <p:txBody>
          <a:bodyPr vert="horz" lIns="91440" tIns="45720" rIns="91440" bIns="45720" rtlCol="0" anchor="ctr"/>
          <a:lstStyle/>
          <a:p>
            <a:pPr fontAlgn="auto"/>
            <a:endParaRPr lang="zh-CN" altLang="en-US" strike="noStrike" noProof="1"/>
          </a:p>
        </p:txBody>
      </p:sp>
      <p:sp>
        <p:nvSpPr>
          <p:cNvPr id="17" name="灯片编号占位符 16"/>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p>
            <a:pPr fontAlgn="auto"/>
            <a:fld id="{FF35C9E2-507E-45B8-BD25-F3C98D86BE5F}" type="slidenum">
              <a:rPr lang="zh-CN" altLang="en-US" strike="noStrike" noProof="1" smtClean="0">
                <a:latin typeface="+mn-lt"/>
                <a:ea typeface="+mn-ea"/>
                <a:cs typeface="+mn-cs"/>
              </a:rPr>
              <a:t>‹#›</a:t>
            </a:fld>
            <a:endParaRPr lang="zh-CN" altLang="en-US" strike="noStrike" noProof="1"/>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标题和内容">
    <p:bg>
      <p:bgPr>
        <a:solidFill>
          <a:schemeClr val="bg2"/>
        </a:solidFill>
        <a:effectLst/>
      </p:bgPr>
    </p:bg>
    <p:spTree>
      <p:nvGrpSpPr>
        <p:cNvPr id="1" name=""/>
        <p:cNvGrpSpPr/>
        <p:nvPr/>
      </p:nvGrpSpPr>
      <p:grpSpPr>
        <a:xfrm>
          <a:off x="0" y="0"/>
          <a:ext cx="0" cy="0"/>
          <a:chOff x="0" y="0"/>
          <a:chExt cx="0" cy="0"/>
        </a:xfrm>
      </p:grpSpPr>
      <p:pic>
        <p:nvPicPr>
          <p:cNvPr id="3074" name="图片 6"/>
          <p:cNvPicPr>
            <a:picLocks noChangeAspect="1"/>
          </p:cNvPicPr>
          <p:nvPr userDrawn="1"/>
        </p:nvPicPr>
        <p:blipFill>
          <a:blip r:embed="rId2"/>
          <a:stretch>
            <a:fillRect/>
          </a:stretch>
        </p:blipFill>
        <p:spPr>
          <a:xfrm>
            <a:off x="8794750" y="214313"/>
            <a:ext cx="2932113" cy="468312"/>
          </a:xfrm>
          <a:prstGeom prst="rect">
            <a:avLst/>
          </a:prstGeom>
          <a:noFill/>
          <a:ln w="9525">
            <a:noFill/>
          </a:ln>
        </p:spPr>
      </p:pic>
      <p:sp>
        <p:nvSpPr>
          <p:cNvPr id="8" name="矩形 7"/>
          <p:cNvSpPr/>
          <p:nvPr userDrawn="1"/>
        </p:nvSpPr>
        <p:spPr>
          <a:xfrm>
            <a:off x="10229850" y="1927225"/>
            <a:ext cx="674688" cy="3246438"/>
          </a:xfrm>
          <a:prstGeom prst="rect">
            <a:avLst/>
          </a:prstGeom>
          <a:blipFill dpi="0" rotWithShape="1">
            <a:blip r:embed="rId3" cstate="print">
              <a:alphaModFix amt="10000"/>
              <a:extLst>
                <a:ext uri="{28A0092B-C50C-407E-A947-70E740481C1C}">
                  <a14:useLocalDpi xmlns:a14="http://schemas.microsoft.com/office/drawing/2010/main" val="0"/>
                </a:ext>
              </a:extLst>
            </a:blip>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trike="noStrike" noProof="1"/>
          </a:p>
        </p:txBody>
      </p:sp>
      <p:sp>
        <p:nvSpPr>
          <p:cNvPr id="2" name="标题 1"/>
          <p:cNvSpPr>
            <a:spLocks noGrp="1"/>
          </p:cNvSpPr>
          <p:nvPr>
            <p:ph type="title"/>
          </p:nvPr>
        </p:nvSpPr>
        <p:spPr>
          <a:xfrm>
            <a:off x="522515" y="617859"/>
            <a:ext cx="8196613" cy="619189"/>
          </a:xfrm>
        </p:spPr>
        <p:txBody>
          <a:bodyPr>
            <a:normAutofit/>
          </a:bodyPr>
          <a:lstStyle>
            <a:lvl1pPr>
              <a:defRPr sz="3200"/>
            </a:lvl1pPr>
          </a:lstStyle>
          <a:p>
            <a:pPr fontAlgn="auto"/>
            <a:r>
              <a:rPr lang="zh-CN" altLang="en-US" strike="noStrike" noProof="1"/>
              <a:t>单击此处编辑母版标题样式</a:t>
            </a:r>
          </a:p>
        </p:txBody>
      </p:sp>
      <p:sp>
        <p:nvSpPr>
          <p:cNvPr id="3" name="内容占位符 2"/>
          <p:cNvSpPr>
            <a:spLocks noGrp="1"/>
          </p:cNvSpPr>
          <p:nvPr>
            <p:ph idx="1"/>
          </p:nvPr>
        </p:nvSpPr>
        <p:spPr>
          <a:xfrm>
            <a:off x="522516" y="1357745"/>
            <a:ext cx="8196612" cy="4932219"/>
          </a:xfrm>
        </p:spPr>
        <p:txBody>
          <a:bodyPr/>
          <a:lstStyle/>
          <a:p>
            <a:pPr lvl="0" fontAlgn="auto"/>
            <a:r>
              <a:rPr lang="zh-CN" altLang="en-US" strike="noStrike" noProof="1"/>
              <a:t>单击此处编辑母版文本样式</a:t>
            </a:r>
          </a:p>
          <a:p>
            <a:pPr lvl="1" fontAlgn="auto"/>
            <a:r>
              <a:rPr lang="zh-CN" altLang="en-US" strike="noStrike" noProof="1"/>
              <a:t>二级</a:t>
            </a:r>
          </a:p>
          <a:p>
            <a:pPr lvl="2" fontAlgn="auto"/>
            <a:r>
              <a:rPr lang="zh-CN" altLang="en-US" strike="noStrike" noProof="1"/>
              <a:t>三级</a:t>
            </a:r>
          </a:p>
          <a:p>
            <a:pPr lvl="3" fontAlgn="auto"/>
            <a:r>
              <a:rPr lang="zh-CN" altLang="en-US" strike="noStrike" noProof="1"/>
              <a:t>四级</a:t>
            </a:r>
          </a:p>
          <a:p>
            <a:pPr lvl="4" fontAlgn="auto"/>
            <a:r>
              <a:rPr lang="zh-CN" altLang="en-US" strike="noStrike" noProof="1"/>
              <a:t>五级</a:t>
            </a:r>
          </a:p>
        </p:txBody>
      </p:sp>
      <p:sp>
        <p:nvSpPr>
          <p:cNvPr id="10" name="日期占位符 9"/>
          <p:cNvSpPr>
            <a:spLocks noGrp="1"/>
          </p:cNvSpPr>
          <p:nvPr>
            <p:ph type="dt" sz="half" idx="10"/>
          </p:nvPr>
        </p:nvSpPr>
        <p:spPr>
          <a:xfrm>
            <a:off x="838200" y="6356350"/>
            <a:ext cx="2743200" cy="365125"/>
          </a:xfrm>
          <a:prstGeom prst="rect">
            <a:avLst/>
          </a:prstGeom>
        </p:spPr>
        <p:txBody>
          <a:bodyPr vert="horz" lIns="91440" tIns="45720" rIns="91440" bIns="45720" rtlCol="0" anchor="ctr"/>
          <a:lstStyle/>
          <a:p>
            <a:pPr fontAlgn="auto"/>
            <a:fld id="{9D96BA32-6B79-4895-824E-744062688BEE}" type="datetimeFigureOut">
              <a:rPr lang="zh-CN" altLang="en-US" strike="noStrike" noProof="1" smtClean="0">
                <a:latin typeface="+mn-lt"/>
                <a:ea typeface="+mn-ea"/>
                <a:cs typeface="+mn-cs"/>
              </a:rPr>
              <a:t>2024/8/7</a:t>
            </a:fld>
            <a:endParaRPr lang="zh-CN" altLang="en-US" strike="noStrike" noProof="1"/>
          </a:p>
        </p:txBody>
      </p:sp>
      <p:sp>
        <p:nvSpPr>
          <p:cNvPr id="11" name="页脚占位符 10"/>
          <p:cNvSpPr>
            <a:spLocks noGrp="1"/>
          </p:cNvSpPr>
          <p:nvPr>
            <p:ph type="ftr" sz="quarter" idx="11"/>
          </p:nvPr>
        </p:nvSpPr>
        <p:spPr>
          <a:xfrm>
            <a:off x="4038600" y="6356350"/>
            <a:ext cx="4114800" cy="365125"/>
          </a:xfrm>
          <a:prstGeom prst="rect">
            <a:avLst/>
          </a:prstGeom>
        </p:spPr>
        <p:txBody>
          <a:bodyPr vert="horz" lIns="91440" tIns="45720" rIns="91440" bIns="45720" rtlCol="0" anchor="ctr"/>
          <a:lstStyle/>
          <a:p>
            <a:pPr fontAlgn="auto"/>
            <a:endParaRPr lang="zh-CN" altLang="en-US" strike="noStrike" noProof="1"/>
          </a:p>
        </p:txBody>
      </p:sp>
      <p:sp>
        <p:nvSpPr>
          <p:cNvPr id="12" name="灯片编号占位符 11"/>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p>
            <a:pPr fontAlgn="auto"/>
            <a:fld id="{FF35C9E2-507E-45B8-BD25-F3C98D86BE5F}" type="slidenum">
              <a:rPr lang="zh-CN" altLang="en-US" strike="noStrike" noProof="1" smtClean="0">
                <a:latin typeface="+mn-lt"/>
                <a:ea typeface="+mn-ea"/>
                <a:cs typeface="+mn-cs"/>
              </a:rPr>
              <a:t>‹#›</a:t>
            </a:fld>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3.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image" Target="../media/image3.jpeg"/><Relationship Id="rId2" Type="http://schemas.openxmlformats.org/officeDocument/2006/relationships/slideLayout" Target="../slideLayouts/slideLayout13.xml"/><Relationship Id="rId16"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srcRect/>
          <a:tile tx="0" ty="0" sx="100000" sy="100000" flip="none" algn="tl"/>
        </a:blipFill>
        <a:effectLst/>
      </p:bgPr>
    </p:bg>
    <p:spTree>
      <p:nvGrpSpPr>
        <p:cNvPr id="1" name=""/>
        <p:cNvGrpSpPr/>
        <p:nvPr/>
      </p:nvGrpSpPr>
      <p:grpSpPr>
        <a:xfrm>
          <a:off x="0" y="0"/>
          <a:ext cx="0" cy="0"/>
          <a:chOff x="0" y="0"/>
          <a:chExt cx="0" cy="0"/>
        </a:xfrm>
      </p:grpSpPr>
      <p:sp>
        <p:nvSpPr>
          <p:cNvPr id="7" name="直接连接符 6"/>
          <p:cNvSpPr>
            <a:spLocks noChangeShapeType="1"/>
          </p:cNvSpPr>
          <p:nvPr/>
        </p:nvSpPr>
        <p:spPr bwMode="auto">
          <a:xfrm>
            <a:off x="685800" y="1050900"/>
            <a:ext cx="1150620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07" tIns="45703" rIns="91407" bIns="45703" anchor="t" compatLnSpc="1"/>
          <a:lstStyle/>
          <a:p>
            <a:endParaRPr kumimoji="0" lang="en-US" sz="1800"/>
          </a:p>
        </p:txBody>
      </p:sp>
      <p:sp>
        <p:nvSpPr>
          <p:cNvPr id="8" name="文本占位符 7"/>
          <p:cNvSpPr>
            <a:spLocks noGrp="1"/>
          </p:cNvSpPr>
          <p:nvPr>
            <p:ph type="body" idx="1"/>
          </p:nvPr>
        </p:nvSpPr>
        <p:spPr>
          <a:xfrm>
            <a:off x="406400" y="1554164"/>
            <a:ext cx="11582400" cy="4525963"/>
          </a:xfrm>
          <a:prstGeom prst="rect">
            <a:avLst/>
          </a:prstGeom>
        </p:spPr>
        <p:txBody>
          <a:bodyPr vert="horz">
            <a:normAutofit/>
          </a:bodyPr>
          <a:lstStyle/>
          <a:p>
            <a:pPr lvl="0" eaLnBrk="1" latinLnBrk="0" hangingPunct="1"/>
            <a:r>
              <a:rPr kumimoji="0" lang="zh-CN" altLang="en-US"/>
              <a:t>单击此处编辑母版文本样式</a:t>
            </a:r>
          </a:p>
          <a:p>
            <a:pPr lvl="1" eaLnBrk="1" latinLnBrk="0" hangingPunct="1"/>
            <a:r>
              <a:rPr kumimoji="0" lang="zh-CN" altLang="en-US"/>
              <a:t>第二级</a:t>
            </a:r>
          </a:p>
          <a:p>
            <a:pPr lvl="2" eaLnBrk="1" latinLnBrk="0" hangingPunct="1"/>
            <a:r>
              <a:rPr kumimoji="0" lang="zh-CN" altLang="en-US"/>
              <a:t>第三级</a:t>
            </a:r>
          </a:p>
          <a:p>
            <a:pPr lvl="3" eaLnBrk="1" latinLnBrk="0" hangingPunct="1"/>
            <a:r>
              <a:rPr kumimoji="0" lang="zh-CN" altLang="en-US"/>
              <a:t>第四级</a:t>
            </a:r>
          </a:p>
          <a:p>
            <a:pPr lvl="4" eaLnBrk="1" latinLnBrk="0" hangingPunct="1"/>
            <a:r>
              <a:rPr kumimoji="0" lang="zh-CN" altLang="en-US"/>
              <a:t>第五级</a:t>
            </a:r>
            <a:endParaRPr kumimoji="0" lang="en-US"/>
          </a:p>
        </p:txBody>
      </p:sp>
      <p:sp>
        <p:nvSpPr>
          <p:cNvPr id="11" name="日期占位符 10"/>
          <p:cNvSpPr>
            <a:spLocks noGrp="1"/>
          </p:cNvSpPr>
          <p:nvPr>
            <p:ph type="dt" sz="half" idx="2"/>
          </p:nvPr>
        </p:nvSpPr>
        <p:spPr>
          <a:xfrm>
            <a:off x="8636000" y="76201"/>
            <a:ext cx="3352800" cy="288925"/>
          </a:xfrm>
          <a:prstGeom prst="rect">
            <a:avLst/>
          </a:prstGeom>
        </p:spPr>
        <p:txBody>
          <a:bodyPr vert="horz"/>
          <a:lstStyle>
            <a:lvl1pPr algn="l" eaLnBrk="1" latinLnBrk="0" hangingPunct="1">
              <a:defRPr kumimoji="0" sz="1200">
                <a:solidFill>
                  <a:schemeClr val="accent1">
                    <a:shade val="75000"/>
                  </a:schemeClr>
                </a:solidFill>
              </a:defRPr>
            </a:lvl1pPr>
          </a:lstStyle>
          <a:p>
            <a:fld id="{9D96BA32-6B79-4895-824E-744062688BEE}" type="datetimeFigureOut">
              <a:rPr lang="zh-CN" altLang="en-US" smtClean="0"/>
              <a:t>2024/8/6</a:t>
            </a:fld>
            <a:endParaRPr lang="zh-CN" altLang="en-US"/>
          </a:p>
        </p:txBody>
      </p:sp>
      <p:sp>
        <p:nvSpPr>
          <p:cNvPr id="28" name="页脚占位符 27"/>
          <p:cNvSpPr>
            <a:spLocks noGrp="1"/>
          </p:cNvSpPr>
          <p:nvPr>
            <p:ph type="ftr" sz="quarter" idx="3"/>
          </p:nvPr>
        </p:nvSpPr>
        <p:spPr>
          <a:xfrm>
            <a:off x="4165600" y="76201"/>
            <a:ext cx="4470400" cy="288925"/>
          </a:xfrm>
          <a:prstGeom prst="rect">
            <a:avLst/>
          </a:prstGeom>
        </p:spPr>
        <p:txBody>
          <a:bodyPr vert="horz"/>
          <a:lstStyle>
            <a:lvl1pPr algn="r" eaLnBrk="1" latinLnBrk="0" hangingPunct="1">
              <a:defRPr kumimoji="0" sz="1200">
                <a:solidFill>
                  <a:schemeClr val="accent1">
                    <a:shade val="75000"/>
                  </a:schemeClr>
                </a:solidFill>
              </a:defRPr>
            </a:lvl1pPr>
          </a:lstStyle>
          <a:p>
            <a:endParaRPr lang="zh-CN" altLang="en-US"/>
          </a:p>
        </p:txBody>
      </p:sp>
      <p:sp>
        <p:nvSpPr>
          <p:cNvPr id="5" name="灯片编号占位符 4"/>
          <p:cNvSpPr>
            <a:spLocks noGrp="1"/>
          </p:cNvSpPr>
          <p:nvPr>
            <p:ph type="sldNum" sz="quarter" idx="4"/>
          </p:nvPr>
        </p:nvSpPr>
        <p:spPr>
          <a:xfrm>
            <a:off x="10972800" y="6477001"/>
            <a:ext cx="1016000" cy="244475"/>
          </a:xfrm>
          <a:prstGeom prst="rect">
            <a:avLst/>
          </a:prstGeom>
        </p:spPr>
        <p:txBody>
          <a:bodyPr vert="horz"/>
          <a:lstStyle>
            <a:lvl1pPr algn="r" eaLnBrk="1" latinLnBrk="0" hangingPunct="1">
              <a:defRPr kumimoji="0" sz="1200">
                <a:solidFill>
                  <a:schemeClr val="accent1">
                    <a:shade val="75000"/>
                  </a:schemeClr>
                </a:solidFill>
              </a:defRPr>
            </a:lvl1pPr>
          </a:lstStyle>
          <a:p>
            <a:fld id="{FF35C9E2-507E-45B8-BD25-F3C98D86BE5F}" type="slidenum">
              <a:rPr lang="zh-CN" altLang="en-US" smtClean="0"/>
              <a:t>‹#›</a:t>
            </a:fld>
            <a:endParaRPr lang="zh-CN" altLang="en-US"/>
          </a:p>
        </p:txBody>
      </p:sp>
      <p:sp>
        <p:nvSpPr>
          <p:cNvPr id="10" name="标题占位符 9"/>
          <p:cNvSpPr>
            <a:spLocks noGrp="1"/>
          </p:cNvSpPr>
          <p:nvPr>
            <p:ph type="title"/>
          </p:nvPr>
        </p:nvSpPr>
        <p:spPr>
          <a:xfrm>
            <a:off x="406400" y="457200"/>
            <a:ext cx="11582400" cy="838200"/>
          </a:xfrm>
          <a:prstGeom prst="rect">
            <a:avLst/>
          </a:prstGeom>
        </p:spPr>
        <p:txBody>
          <a:bodyPr vert="horz" anchor="ctr">
            <a:normAutofit/>
          </a:bodyPr>
          <a:lstStyle/>
          <a:p>
            <a:r>
              <a:rPr kumimoji="0" lang="zh-CN" altLang="en-US"/>
              <a:t>单击此处编辑母版标题样式</a:t>
            </a:r>
            <a:endParaRPr kumimoji="0" lang="en-US"/>
          </a:p>
        </p:txBody>
      </p:sp>
      <p:sp>
        <p:nvSpPr>
          <p:cNvPr id="9" name="直接连接符 8"/>
          <p:cNvSpPr>
            <a:spLocks noChangeShapeType="1"/>
          </p:cNvSpPr>
          <p:nvPr/>
        </p:nvSpPr>
        <p:spPr bwMode="auto">
          <a:xfrm>
            <a:off x="685800" y="1050900"/>
            <a:ext cx="1150620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07" tIns="45703" rIns="91407" bIns="45703" anchor="t" compatLnSpc="1"/>
          <a:lstStyle/>
          <a:p>
            <a:endParaRPr kumimoji="0" lang="en-US" sz="1800"/>
          </a:p>
        </p:txBody>
      </p:sp>
      <p:sp>
        <p:nvSpPr>
          <p:cNvPr id="12" name="直接连接符 11"/>
          <p:cNvSpPr>
            <a:spLocks noChangeShapeType="1"/>
          </p:cNvSpPr>
          <p:nvPr/>
        </p:nvSpPr>
        <p:spPr bwMode="auto">
          <a:xfrm>
            <a:off x="685800" y="1057987"/>
            <a:ext cx="1150620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07" tIns="45703" rIns="91407" bIns="45703" anchor="t" compatLnSpc="1"/>
          <a:lstStyle/>
          <a:p>
            <a:endParaRPr kumimoji="0" lang="en-US" sz="1800"/>
          </a:p>
        </p:txBody>
      </p:sp>
    </p:spTree>
    <p:extLst>
      <p:ext uri="{BB962C8B-B14F-4D97-AF65-F5344CB8AC3E}">
        <p14:creationId xmlns:p14="http://schemas.microsoft.com/office/powerpoint/2010/main" val="2094711600"/>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hf sldNum="0" hdr="0" ftr="0" dt="0"/>
  <p:txStyles>
    <p:titleStyle>
      <a:lvl1pPr algn="l" rtl="0" eaLnBrk="1" latinLnBrk="0" hangingPunct="1">
        <a:spcBef>
          <a:spcPct val="0"/>
        </a:spcBef>
        <a:buNone/>
        <a:defRPr kumimoji="0" sz="3599" kern="1200" cap="all" baseline="0">
          <a:solidFill>
            <a:schemeClr val="tx2"/>
          </a:solidFill>
          <a:effectLst>
            <a:reflection blurRad="12700" stA="48000" endA="300" endPos="55000" dir="5400000" sy="-90000" algn="bl" rotWithShape="0"/>
          </a:effectLst>
          <a:latin typeface="+mj-lt"/>
          <a:ea typeface="+mj-ea"/>
          <a:cs typeface="+mj-cs"/>
        </a:defRPr>
      </a:lvl1pPr>
    </p:titleStyle>
    <p:bodyStyle>
      <a:lvl1pPr marL="342797" indent="-342797" algn="l" rtl="0" eaLnBrk="1" latinLnBrk="0" hangingPunct="1">
        <a:spcBef>
          <a:spcPct val="20000"/>
        </a:spcBef>
        <a:buClr>
          <a:schemeClr val="accent1"/>
        </a:buClr>
        <a:buSzPct val="70000"/>
        <a:buFont typeface="Wingdings 2"/>
        <a:buChar char=""/>
        <a:defRPr kumimoji="0" sz="3199" kern="1200">
          <a:solidFill>
            <a:schemeClr val="tx2"/>
          </a:solidFill>
          <a:latin typeface="+mn-lt"/>
          <a:ea typeface="+mn-ea"/>
          <a:cs typeface="+mn-cs"/>
        </a:defRPr>
      </a:lvl1pPr>
      <a:lvl2pPr marL="742727" indent="-285664" algn="l" rtl="0" eaLnBrk="1" latinLnBrk="0" hangingPunct="1">
        <a:spcBef>
          <a:spcPct val="20000"/>
        </a:spcBef>
        <a:buClr>
          <a:schemeClr val="accent1"/>
        </a:buClr>
        <a:buSzPct val="70000"/>
        <a:buFont typeface="Wingdings 2"/>
        <a:buChar char=""/>
        <a:defRPr kumimoji="0" sz="2799" kern="1200">
          <a:solidFill>
            <a:schemeClr val="tx2"/>
          </a:solidFill>
          <a:latin typeface="+mn-lt"/>
          <a:ea typeface="+mn-ea"/>
          <a:cs typeface="+mn-cs"/>
        </a:defRPr>
      </a:lvl2pPr>
      <a:lvl3pPr marL="1142657" indent="-228531" algn="l" rtl="0" eaLnBrk="1" latinLnBrk="0" hangingPunct="1">
        <a:spcBef>
          <a:spcPct val="20000"/>
        </a:spcBef>
        <a:buClr>
          <a:schemeClr val="accent1"/>
        </a:buClr>
        <a:buSzPct val="70000"/>
        <a:buFont typeface="Wingdings 2"/>
        <a:buChar char=""/>
        <a:defRPr kumimoji="0" sz="2400" kern="1200">
          <a:solidFill>
            <a:schemeClr val="tx2"/>
          </a:solidFill>
          <a:latin typeface="+mn-lt"/>
          <a:ea typeface="+mn-ea"/>
          <a:cs typeface="+mn-cs"/>
        </a:defRPr>
      </a:lvl3pPr>
      <a:lvl4pPr marL="1599720" indent="-228531" algn="l" rtl="0" eaLnBrk="1" latinLnBrk="0" hangingPunct="1">
        <a:spcBef>
          <a:spcPct val="20000"/>
        </a:spcBef>
        <a:buClr>
          <a:schemeClr val="accent1"/>
        </a:buClr>
        <a:buSzPct val="70000"/>
        <a:buFont typeface="Wingdings 2"/>
        <a:buChar char=""/>
        <a:defRPr kumimoji="0" sz="2000" kern="1200">
          <a:solidFill>
            <a:schemeClr val="tx2"/>
          </a:solidFill>
          <a:latin typeface="+mn-lt"/>
          <a:ea typeface="+mn-ea"/>
          <a:cs typeface="+mn-cs"/>
        </a:defRPr>
      </a:lvl4pPr>
      <a:lvl5pPr marL="2056783" indent="-228531"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5pPr>
      <a:lvl6pPr marL="2513846" indent="-228531"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6pPr>
      <a:lvl7pPr marL="2970909" indent="-228531" algn="l" rtl="0" eaLnBrk="1" latinLnBrk="0" hangingPunct="1">
        <a:spcBef>
          <a:spcPct val="20000"/>
        </a:spcBef>
        <a:buClr>
          <a:schemeClr val="accent1"/>
        </a:buClr>
        <a:buSzPct val="60000"/>
        <a:buFont typeface="Wingdings 2"/>
        <a:buChar char=""/>
        <a:defRPr kumimoji="0" sz="1600" kern="1200">
          <a:solidFill>
            <a:schemeClr val="tx2"/>
          </a:solidFill>
          <a:latin typeface="+mn-lt"/>
          <a:ea typeface="+mn-ea"/>
          <a:cs typeface="+mn-cs"/>
        </a:defRPr>
      </a:lvl7pPr>
      <a:lvl8pPr marL="3427971" indent="-228531" algn="l" rtl="0" eaLnBrk="1" latinLnBrk="0" hangingPunct="1">
        <a:spcBef>
          <a:spcPct val="20000"/>
        </a:spcBef>
        <a:buClr>
          <a:schemeClr val="accent1"/>
        </a:buClr>
        <a:buSzPct val="60000"/>
        <a:buFont typeface="Wingdings 2"/>
        <a:buChar char=""/>
        <a:defRPr kumimoji="0" sz="1600" kern="1200" baseline="0">
          <a:solidFill>
            <a:schemeClr val="tx2"/>
          </a:solidFill>
          <a:latin typeface="+mn-lt"/>
          <a:ea typeface="+mn-ea"/>
          <a:cs typeface="+mn-cs"/>
        </a:defRPr>
      </a:lvl8pPr>
      <a:lvl9pPr marL="3885034" indent="-228531" algn="l" rtl="0" eaLnBrk="1" latinLnBrk="0" hangingPunct="1">
        <a:spcBef>
          <a:spcPct val="20000"/>
        </a:spcBef>
        <a:buClr>
          <a:schemeClr val="accent1"/>
        </a:buClr>
        <a:buSzPct val="60000"/>
        <a:buFont typeface="Wingdings 2"/>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063" algn="l" rtl="0" eaLnBrk="1" latinLnBrk="0" hangingPunct="1">
        <a:defRPr kumimoji="0" kern="1200">
          <a:solidFill>
            <a:schemeClr val="tx1"/>
          </a:solidFill>
          <a:latin typeface="+mn-lt"/>
          <a:ea typeface="+mn-ea"/>
          <a:cs typeface="+mn-cs"/>
        </a:defRPr>
      </a:lvl2pPr>
      <a:lvl3pPr marL="914126" algn="l" rtl="0" eaLnBrk="1" latinLnBrk="0" hangingPunct="1">
        <a:defRPr kumimoji="0" kern="1200">
          <a:solidFill>
            <a:schemeClr val="tx1"/>
          </a:solidFill>
          <a:latin typeface="+mn-lt"/>
          <a:ea typeface="+mn-ea"/>
          <a:cs typeface="+mn-cs"/>
        </a:defRPr>
      </a:lvl3pPr>
      <a:lvl4pPr marL="1371189" algn="l" rtl="0" eaLnBrk="1" latinLnBrk="0" hangingPunct="1">
        <a:defRPr kumimoji="0" kern="1200">
          <a:solidFill>
            <a:schemeClr val="tx1"/>
          </a:solidFill>
          <a:latin typeface="+mn-lt"/>
          <a:ea typeface="+mn-ea"/>
          <a:cs typeface="+mn-cs"/>
        </a:defRPr>
      </a:lvl4pPr>
      <a:lvl5pPr marL="1828251" algn="l" rtl="0" eaLnBrk="1" latinLnBrk="0" hangingPunct="1">
        <a:defRPr kumimoji="0" kern="1200">
          <a:solidFill>
            <a:schemeClr val="tx1"/>
          </a:solidFill>
          <a:latin typeface="+mn-lt"/>
          <a:ea typeface="+mn-ea"/>
          <a:cs typeface="+mn-cs"/>
        </a:defRPr>
      </a:lvl5pPr>
      <a:lvl6pPr marL="2285314" algn="l" rtl="0" eaLnBrk="1" latinLnBrk="0" hangingPunct="1">
        <a:defRPr kumimoji="0" kern="1200">
          <a:solidFill>
            <a:schemeClr val="tx1"/>
          </a:solidFill>
          <a:latin typeface="+mn-lt"/>
          <a:ea typeface="+mn-ea"/>
          <a:cs typeface="+mn-cs"/>
        </a:defRPr>
      </a:lvl6pPr>
      <a:lvl7pPr marL="2742377" algn="l" rtl="0" eaLnBrk="1" latinLnBrk="0" hangingPunct="1">
        <a:defRPr kumimoji="0" kern="1200">
          <a:solidFill>
            <a:schemeClr val="tx1"/>
          </a:solidFill>
          <a:latin typeface="+mn-lt"/>
          <a:ea typeface="+mn-ea"/>
          <a:cs typeface="+mn-cs"/>
        </a:defRPr>
      </a:lvl7pPr>
      <a:lvl8pPr marL="3199440" algn="l" rtl="0" eaLnBrk="1" latinLnBrk="0" hangingPunct="1">
        <a:defRPr kumimoji="0" kern="1200">
          <a:solidFill>
            <a:schemeClr val="tx1"/>
          </a:solidFill>
          <a:latin typeface="+mn-lt"/>
          <a:ea typeface="+mn-ea"/>
          <a:cs typeface="+mn-cs"/>
        </a:defRPr>
      </a:lvl8pPr>
      <a:lvl9pPr marL="3656503"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7" cstate="print"/>
          <a:srcRect/>
          <a:tile tx="0" ty="0" sx="100000" sy="100000" flip="none" algn="tl"/>
        </a:blipFill>
        <a:effectLst/>
      </p:bgPr>
    </p:bg>
    <p:spTree>
      <p:nvGrpSpPr>
        <p:cNvPr id="1" name=""/>
        <p:cNvGrpSpPr/>
        <p:nvPr/>
      </p:nvGrpSpPr>
      <p:grpSpPr>
        <a:xfrm>
          <a:off x="0" y="0"/>
          <a:ext cx="0" cy="0"/>
          <a:chOff x="0" y="0"/>
          <a:chExt cx="0" cy="0"/>
        </a:xfrm>
      </p:grpSpPr>
      <p:sp>
        <p:nvSpPr>
          <p:cNvPr id="7" name="直接连接符 6"/>
          <p:cNvSpPr>
            <a:spLocks noChangeShapeType="1"/>
          </p:cNvSpPr>
          <p:nvPr/>
        </p:nvSpPr>
        <p:spPr bwMode="auto">
          <a:xfrm>
            <a:off x="685800" y="1050900"/>
            <a:ext cx="1150620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07" tIns="45703" rIns="91407" bIns="45703" anchor="t" compatLnSpc="1"/>
          <a:lstStyle/>
          <a:p>
            <a:endParaRPr kumimoji="0" lang="en-US" sz="1800"/>
          </a:p>
        </p:txBody>
      </p:sp>
      <p:sp>
        <p:nvSpPr>
          <p:cNvPr id="8" name="文本占位符 7"/>
          <p:cNvSpPr>
            <a:spLocks noGrp="1"/>
          </p:cNvSpPr>
          <p:nvPr>
            <p:ph type="body" idx="1"/>
          </p:nvPr>
        </p:nvSpPr>
        <p:spPr>
          <a:xfrm>
            <a:off x="406400" y="1554164"/>
            <a:ext cx="11582400" cy="4525963"/>
          </a:xfrm>
          <a:prstGeom prst="rect">
            <a:avLst/>
          </a:prstGeom>
        </p:spPr>
        <p:txBody>
          <a:bodyPr vert="horz">
            <a:normAutofit/>
          </a:bodyPr>
          <a:lstStyle/>
          <a:p>
            <a:pPr lvl="0" eaLnBrk="1" latinLnBrk="0" hangingPunct="1"/>
            <a:r>
              <a:rPr kumimoji="0" lang="zh-CN" altLang="en-US"/>
              <a:t>单击此处编辑母版文本样式</a:t>
            </a:r>
          </a:p>
          <a:p>
            <a:pPr lvl="1" eaLnBrk="1" latinLnBrk="0" hangingPunct="1"/>
            <a:r>
              <a:rPr kumimoji="0" lang="zh-CN" altLang="en-US"/>
              <a:t>第二级</a:t>
            </a:r>
          </a:p>
          <a:p>
            <a:pPr lvl="2" eaLnBrk="1" latinLnBrk="0" hangingPunct="1"/>
            <a:r>
              <a:rPr kumimoji="0" lang="zh-CN" altLang="en-US"/>
              <a:t>第三级</a:t>
            </a:r>
          </a:p>
          <a:p>
            <a:pPr lvl="3" eaLnBrk="1" latinLnBrk="0" hangingPunct="1"/>
            <a:r>
              <a:rPr kumimoji="0" lang="zh-CN" altLang="en-US"/>
              <a:t>第四级</a:t>
            </a:r>
          </a:p>
          <a:p>
            <a:pPr lvl="4" eaLnBrk="1" latinLnBrk="0" hangingPunct="1"/>
            <a:r>
              <a:rPr kumimoji="0" lang="zh-CN" altLang="en-US"/>
              <a:t>第五级</a:t>
            </a:r>
            <a:endParaRPr kumimoji="0" lang="en-US"/>
          </a:p>
        </p:txBody>
      </p:sp>
      <p:sp>
        <p:nvSpPr>
          <p:cNvPr id="11" name="日期占位符 10"/>
          <p:cNvSpPr>
            <a:spLocks noGrp="1"/>
          </p:cNvSpPr>
          <p:nvPr>
            <p:ph type="dt" sz="half" idx="2"/>
          </p:nvPr>
        </p:nvSpPr>
        <p:spPr>
          <a:xfrm>
            <a:off x="8636000" y="76201"/>
            <a:ext cx="3352800" cy="288925"/>
          </a:xfrm>
          <a:prstGeom prst="rect">
            <a:avLst/>
          </a:prstGeom>
        </p:spPr>
        <p:txBody>
          <a:bodyPr vert="horz"/>
          <a:lstStyle>
            <a:lvl1pPr algn="l" eaLnBrk="1" latinLnBrk="0" hangingPunct="1">
              <a:defRPr kumimoji="0" sz="1200">
                <a:solidFill>
                  <a:schemeClr val="accent1">
                    <a:shade val="75000"/>
                  </a:schemeClr>
                </a:solidFill>
              </a:defRPr>
            </a:lvl1pPr>
          </a:lstStyle>
          <a:p>
            <a:endParaRPr lang="en-US" altLang="zh-CN"/>
          </a:p>
        </p:txBody>
      </p:sp>
      <p:sp>
        <p:nvSpPr>
          <p:cNvPr id="28" name="页脚占位符 27"/>
          <p:cNvSpPr>
            <a:spLocks noGrp="1"/>
          </p:cNvSpPr>
          <p:nvPr>
            <p:ph type="ftr" sz="quarter" idx="3"/>
          </p:nvPr>
        </p:nvSpPr>
        <p:spPr>
          <a:xfrm>
            <a:off x="4165600" y="76201"/>
            <a:ext cx="4470400" cy="288925"/>
          </a:xfrm>
          <a:prstGeom prst="rect">
            <a:avLst/>
          </a:prstGeom>
        </p:spPr>
        <p:txBody>
          <a:bodyPr vert="horz"/>
          <a:lstStyle>
            <a:lvl1pPr algn="r" eaLnBrk="1" latinLnBrk="0" hangingPunct="1">
              <a:defRPr kumimoji="0" sz="1200">
                <a:solidFill>
                  <a:schemeClr val="accent1">
                    <a:shade val="75000"/>
                  </a:schemeClr>
                </a:solidFill>
              </a:defRPr>
            </a:lvl1pPr>
          </a:lstStyle>
          <a:p>
            <a:endParaRPr lang="en-US" altLang="zh-CN"/>
          </a:p>
        </p:txBody>
      </p:sp>
      <p:sp>
        <p:nvSpPr>
          <p:cNvPr id="5" name="灯片编号占位符 4"/>
          <p:cNvSpPr>
            <a:spLocks noGrp="1"/>
          </p:cNvSpPr>
          <p:nvPr>
            <p:ph type="sldNum" sz="quarter" idx="4"/>
          </p:nvPr>
        </p:nvSpPr>
        <p:spPr>
          <a:xfrm>
            <a:off x="10972800" y="6477001"/>
            <a:ext cx="1016000" cy="244475"/>
          </a:xfrm>
          <a:prstGeom prst="rect">
            <a:avLst/>
          </a:prstGeom>
        </p:spPr>
        <p:txBody>
          <a:bodyPr vert="horz"/>
          <a:lstStyle>
            <a:lvl1pPr algn="r" eaLnBrk="1" latinLnBrk="0" hangingPunct="1">
              <a:defRPr kumimoji="0" sz="1200">
                <a:solidFill>
                  <a:schemeClr val="accent1">
                    <a:shade val="75000"/>
                  </a:schemeClr>
                </a:solidFill>
              </a:defRPr>
            </a:lvl1pPr>
          </a:lstStyle>
          <a:p>
            <a:fld id="{DFBBFC48-F0C3-4F85-995B-BDC8CBEB075E}" type="slidenum">
              <a:rPr lang="en-US" altLang="zh-CN" smtClean="0"/>
              <a:pPr/>
              <a:t>‹#›</a:t>
            </a:fld>
            <a:endParaRPr lang="en-US" altLang="zh-CN"/>
          </a:p>
        </p:txBody>
      </p:sp>
      <p:sp>
        <p:nvSpPr>
          <p:cNvPr id="10" name="标题占位符 9"/>
          <p:cNvSpPr>
            <a:spLocks noGrp="1"/>
          </p:cNvSpPr>
          <p:nvPr>
            <p:ph type="title"/>
          </p:nvPr>
        </p:nvSpPr>
        <p:spPr>
          <a:xfrm>
            <a:off x="406400" y="457200"/>
            <a:ext cx="11582400" cy="838200"/>
          </a:xfrm>
          <a:prstGeom prst="rect">
            <a:avLst/>
          </a:prstGeom>
        </p:spPr>
        <p:txBody>
          <a:bodyPr vert="horz" anchor="ctr">
            <a:normAutofit/>
          </a:bodyPr>
          <a:lstStyle/>
          <a:p>
            <a:r>
              <a:rPr kumimoji="0" lang="zh-CN" altLang="en-US"/>
              <a:t>单击此处编辑母版标题样式</a:t>
            </a:r>
            <a:endParaRPr kumimoji="0" lang="en-US"/>
          </a:p>
        </p:txBody>
      </p:sp>
      <p:sp>
        <p:nvSpPr>
          <p:cNvPr id="9" name="直接连接符 8"/>
          <p:cNvSpPr>
            <a:spLocks noChangeShapeType="1"/>
          </p:cNvSpPr>
          <p:nvPr/>
        </p:nvSpPr>
        <p:spPr bwMode="auto">
          <a:xfrm>
            <a:off x="685800" y="1050900"/>
            <a:ext cx="1150620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07" tIns="45703" rIns="91407" bIns="45703" anchor="t" compatLnSpc="1"/>
          <a:lstStyle/>
          <a:p>
            <a:endParaRPr kumimoji="0" lang="en-US" sz="1800"/>
          </a:p>
        </p:txBody>
      </p:sp>
      <p:sp>
        <p:nvSpPr>
          <p:cNvPr id="12" name="直接连接符 11"/>
          <p:cNvSpPr>
            <a:spLocks noChangeShapeType="1"/>
          </p:cNvSpPr>
          <p:nvPr/>
        </p:nvSpPr>
        <p:spPr bwMode="auto">
          <a:xfrm>
            <a:off x="685800" y="1057987"/>
            <a:ext cx="1150620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07" tIns="45703" rIns="91407" bIns="45703" anchor="t" compatLnSpc="1"/>
          <a:lstStyle/>
          <a:p>
            <a:endParaRPr kumimoji="0" lang="en-US" sz="1800"/>
          </a:p>
        </p:txBody>
      </p:sp>
    </p:spTree>
    <p:extLst>
      <p:ext uri="{BB962C8B-B14F-4D97-AF65-F5344CB8AC3E}">
        <p14:creationId xmlns:p14="http://schemas.microsoft.com/office/powerpoint/2010/main" val="1232642201"/>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49" r:id="rId14"/>
    <p:sldLayoutId id="2147483650" r:id="rId15"/>
  </p:sldLayoutIdLst>
  <p:txStyles>
    <p:titleStyle>
      <a:lvl1pPr algn="l" rtl="0" eaLnBrk="1" latinLnBrk="0" hangingPunct="1">
        <a:spcBef>
          <a:spcPct val="0"/>
        </a:spcBef>
        <a:buNone/>
        <a:defRPr kumimoji="0" sz="3599" kern="1200" cap="all" baseline="0">
          <a:solidFill>
            <a:schemeClr val="tx2"/>
          </a:solidFill>
          <a:effectLst>
            <a:reflection blurRad="12700" stA="48000" endA="300" endPos="55000" dir="5400000" sy="-90000" algn="bl" rotWithShape="0"/>
          </a:effectLst>
          <a:latin typeface="+mj-lt"/>
          <a:ea typeface="+mj-ea"/>
          <a:cs typeface="+mj-cs"/>
        </a:defRPr>
      </a:lvl1pPr>
    </p:titleStyle>
    <p:bodyStyle>
      <a:lvl1pPr marL="342797" indent="-342797" algn="l" rtl="0" eaLnBrk="1" latinLnBrk="0" hangingPunct="1">
        <a:spcBef>
          <a:spcPct val="20000"/>
        </a:spcBef>
        <a:buClr>
          <a:schemeClr val="accent1"/>
        </a:buClr>
        <a:buSzPct val="70000"/>
        <a:buFont typeface="Wingdings 2"/>
        <a:buChar char=""/>
        <a:defRPr kumimoji="0" sz="3199" kern="1200">
          <a:solidFill>
            <a:schemeClr val="tx2"/>
          </a:solidFill>
          <a:latin typeface="+mn-lt"/>
          <a:ea typeface="+mn-ea"/>
          <a:cs typeface="+mn-cs"/>
        </a:defRPr>
      </a:lvl1pPr>
      <a:lvl2pPr marL="742727" indent="-285664" algn="l" rtl="0" eaLnBrk="1" latinLnBrk="0" hangingPunct="1">
        <a:spcBef>
          <a:spcPct val="20000"/>
        </a:spcBef>
        <a:buClr>
          <a:schemeClr val="accent1"/>
        </a:buClr>
        <a:buSzPct val="70000"/>
        <a:buFont typeface="Wingdings 2"/>
        <a:buChar char=""/>
        <a:defRPr kumimoji="0" sz="2799" kern="1200">
          <a:solidFill>
            <a:schemeClr val="tx2"/>
          </a:solidFill>
          <a:latin typeface="+mn-lt"/>
          <a:ea typeface="+mn-ea"/>
          <a:cs typeface="+mn-cs"/>
        </a:defRPr>
      </a:lvl2pPr>
      <a:lvl3pPr marL="1142657" indent="-228531" algn="l" rtl="0" eaLnBrk="1" latinLnBrk="0" hangingPunct="1">
        <a:spcBef>
          <a:spcPct val="20000"/>
        </a:spcBef>
        <a:buClr>
          <a:schemeClr val="accent1"/>
        </a:buClr>
        <a:buSzPct val="70000"/>
        <a:buFont typeface="Wingdings 2"/>
        <a:buChar char=""/>
        <a:defRPr kumimoji="0" sz="2400" kern="1200">
          <a:solidFill>
            <a:schemeClr val="tx2"/>
          </a:solidFill>
          <a:latin typeface="+mn-lt"/>
          <a:ea typeface="+mn-ea"/>
          <a:cs typeface="+mn-cs"/>
        </a:defRPr>
      </a:lvl3pPr>
      <a:lvl4pPr marL="1599720" indent="-228531" algn="l" rtl="0" eaLnBrk="1" latinLnBrk="0" hangingPunct="1">
        <a:spcBef>
          <a:spcPct val="20000"/>
        </a:spcBef>
        <a:buClr>
          <a:schemeClr val="accent1"/>
        </a:buClr>
        <a:buSzPct val="70000"/>
        <a:buFont typeface="Wingdings 2"/>
        <a:buChar char=""/>
        <a:defRPr kumimoji="0" sz="2000" kern="1200">
          <a:solidFill>
            <a:schemeClr val="tx2"/>
          </a:solidFill>
          <a:latin typeface="+mn-lt"/>
          <a:ea typeface="+mn-ea"/>
          <a:cs typeface="+mn-cs"/>
        </a:defRPr>
      </a:lvl4pPr>
      <a:lvl5pPr marL="2056783" indent="-228531"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5pPr>
      <a:lvl6pPr marL="2513846" indent="-228531"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6pPr>
      <a:lvl7pPr marL="2970909" indent="-228531" algn="l" rtl="0" eaLnBrk="1" latinLnBrk="0" hangingPunct="1">
        <a:spcBef>
          <a:spcPct val="20000"/>
        </a:spcBef>
        <a:buClr>
          <a:schemeClr val="accent1"/>
        </a:buClr>
        <a:buSzPct val="60000"/>
        <a:buFont typeface="Wingdings 2"/>
        <a:buChar char=""/>
        <a:defRPr kumimoji="0" sz="1600" kern="1200">
          <a:solidFill>
            <a:schemeClr val="tx2"/>
          </a:solidFill>
          <a:latin typeface="+mn-lt"/>
          <a:ea typeface="+mn-ea"/>
          <a:cs typeface="+mn-cs"/>
        </a:defRPr>
      </a:lvl7pPr>
      <a:lvl8pPr marL="3427971" indent="-228531" algn="l" rtl="0" eaLnBrk="1" latinLnBrk="0" hangingPunct="1">
        <a:spcBef>
          <a:spcPct val="20000"/>
        </a:spcBef>
        <a:buClr>
          <a:schemeClr val="accent1"/>
        </a:buClr>
        <a:buSzPct val="60000"/>
        <a:buFont typeface="Wingdings 2"/>
        <a:buChar char=""/>
        <a:defRPr kumimoji="0" sz="1600" kern="1200" baseline="0">
          <a:solidFill>
            <a:schemeClr val="tx2"/>
          </a:solidFill>
          <a:latin typeface="+mn-lt"/>
          <a:ea typeface="+mn-ea"/>
          <a:cs typeface="+mn-cs"/>
        </a:defRPr>
      </a:lvl8pPr>
      <a:lvl9pPr marL="3885034" indent="-228531" algn="l" rtl="0" eaLnBrk="1" latinLnBrk="0" hangingPunct="1">
        <a:spcBef>
          <a:spcPct val="20000"/>
        </a:spcBef>
        <a:buClr>
          <a:schemeClr val="accent1"/>
        </a:buClr>
        <a:buSzPct val="60000"/>
        <a:buFont typeface="Wingdings 2"/>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063" algn="l" rtl="0" eaLnBrk="1" latinLnBrk="0" hangingPunct="1">
        <a:defRPr kumimoji="0" kern="1200">
          <a:solidFill>
            <a:schemeClr val="tx1"/>
          </a:solidFill>
          <a:latin typeface="+mn-lt"/>
          <a:ea typeface="+mn-ea"/>
          <a:cs typeface="+mn-cs"/>
        </a:defRPr>
      </a:lvl2pPr>
      <a:lvl3pPr marL="914126" algn="l" rtl="0" eaLnBrk="1" latinLnBrk="0" hangingPunct="1">
        <a:defRPr kumimoji="0" kern="1200">
          <a:solidFill>
            <a:schemeClr val="tx1"/>
          </a:solidFill>
          <a:latin typeface="+mn-lt"/>
          <a:ea typeface="+mn-ea"/>
          <a:cs typeface="+mn-cs"/>
        </a:defRPr>
      </a:lvl3pPr>
      <a:lvl4pPr marL="1371189" algn="l" rtl="0" eaLnBrk="1" latinLnBrk="0" hangingPunct="1">
        <a:defRPr kumimoji="0" kern="1200">
          <a:solidFill>
            <a:schemeClr val="tx1"/>
          </a:solidFill>
          <a:latin typeface="+mn-lt"/>
          <a:ea typeface="+mn-ea"/>
          <a:cs typeface="+mn-cs"/>
        </a:defRPr>
      </a:lvl4pPr>
      <a:lvl5pPr marL="1828251" algn="l" rtl="0" eaLnBrk="1" latinLnBrk="0" hangingPunct="1">
        <a:defRPr kumimoji="0" kern="1200">
          <a:solidFill>
            <a:schemeClr val="tx1"/>
          </a:solidFill>
          <a:latin typeface="+mn-lt"/>
          <a:ea typeface="+mn-ea"/>
          <a:cs typeface="+mn-cs"/>
        </a:defRPr>
      </a:lvl5pPr>
      <a:lvl6pPr marL="2285314" algn="l" rtl="0" eaLnBrk="1" latinLnBrk="0" hangingPunct="1">
        <a:defRPr kumimoji="0" kern="1200">
          <a:solidFill>
            <a:schemeClr val="tx1"/>
          </a:solidFill>
          <a:latin typeface="+mn-lt"/>
          <a:ea typeface="+mn-ea"/>
          <a:cs typeface="+mn-cs"/>
        </a:defRPr>
      </a:lvl6pPr>
      <a:lvl7pPr marL="2742377" algn="l" rtl="0" eaLnBrk="1" latinLnBrk="0" hangingPunct="1">
        <a:defRPr kumimoji="0" kern="1200">
          <a:solidFill>
            <a:schemeClr val="tx1"/>
          </a:solidFill>
          <a:latin typeface="+mn-lt"/>
          <a:ea typeface="+mn-ea"/>
          <a:cs typeface="+mn-cs"/>
        </a:defRPr>
      </a:lvl7pPr>
      <a:lvl8pPr marL="3199440" algn="l" rtl="0" eaLnBrk="1" latinLnBrk="0" hangingPunct="1">
        <a:defRPr kumimoji="0" kern="1200">
          <a:solidFill>
            <a:schemeClr val="tx1"/>
          </a:solidFill>
          <a:latin typeface="+mn-lt"/>
          <a:ea typeface="+mn-ea"/>
          <a:cs typeface="+mn-cs"/>
        </a:defRPr>
      </a:lvl8pPr>
      <a:lvl9pPr marL="3656503"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tags" Target="../tags/tag19.xml"/><Relationship Id="rId7" Type="http://schemas.openxmlformats.org/officeDocument/2006/relationships/image" Target="../media/image8.png"/><Relationship Id="rId2" Type="http://schemas.openxmlformats.org/officeDocument/2006/relationships/tags" Target="../tags/tag18.xml"/><Relationship Id="rId1" Type="http://schemas.openxmlformats.org/officeDocument/2006/relationships/themeOverride" Target="../theme/themeOverride1.xml"/><Relationship Id="rId6" Type="http://schemas.openxmlformats.org/officeDocument/2006/relationships/image" Target="../media/image7.jpeg"/><Relationship Id="rId5" Type="http://schemas.openxmlformats.org/officeDocument/2006/relationships/slideLayout" Target="../slideLayouts/slideLayout11.xml"/><Relationship Id="rId4" Type="http://schemas.openxmlformats.org/officeDocument/2006/relationships/tags" Target="../tags/tag20.xml"/></Relationships>
</file>

<file path=ppt/slides/_rels/slide2.xml.rels><?xml version="1.0" encoding="UTF-8" standalone="yes"?>
<Relationships xmlns="http://schemas.openxmlformats.org/package/2006/relationships"><Relationship Id="rId8" Type="http://schemas.openxmlformats.org/officeDocument/2006/relationships/slide" Target="slide19.xml"/><Relationship Id="rId3" Type="http://schemas.openxmlformats.org/officeDocument/2006/relationships/slide" Target="slide3.xml"/><Relationship Id="rId7" Type="http://schemas.openxmlformats.org/officeDocument/2006/relationships/slide" Target="slide36.xml"/><Relationship Id="rId2" Type="http://schemas.openxmlformats.org/officeDocument/2006/relationships/image" Target="../media/image7.jpeg"/><Relationship Id="rId1" Type="http://schemas.openxmlformats.org/officeDocument/2006/relationships/slideLayout" Target="../slideLayouts/slideLayout18.xml"/><Relationship Id="rId6" Type="http://schemas.openxmlformats.org/officeDocument/2006/relationships/slide" Target="slide23.xml"/><Relationship Id="rId5" Type="http://schemas.openxmlformats.org/officeDocument/2006/relationships/slide" Target="slide16.xml"/><Relationship Id="rId4" Type="http://schemas.openxmlformats.org/officeDocument/2006/relationships/slide" Target="slide8.xml"/><Relationship Id="rId9" Type="http://schemas.openxmlformats.org/officeDocument/2006/relationships/slide" Target="slide86.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3.xml"/><Relationship Id="rId1" Type="http://schemas.openxmlformats.org/officeDocument/2006/relationships/themeOverride" Target="../theme/themeOverride2.xml"/><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hemeOverride" Target="../theme/themeOverride3.xml"/><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hemeOverride" Target="../theme/themeOverride4.xml"/><Relationship Id="rId6" Type="http://schemas.openxmlformats.org/officeDocument/2006/relationships/image" Target="../media/image10.wmf"/><Relationship Id="rId5" Type="http://schemas.openxmlformats.org/officeDocument/2006/relationships/oleObject" Target="../embeddings/oleObject1.bin"/><Relationship Id="rId4" Type="http://schemas.openxmlformats.org/officeDocument/2006/relationships/image" Target="../media/image7.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hemeOverride" Target="../theme/themeOverride5.xml"/><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hemeOverride" Target="../theme/themeOverride6.xml"/><Relationship Id="rId4" Type="http://schemas.openxmlformats.org/officeDocument/2006/relationships/image" Target="../media/image7.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themeOverride" Target="../theme/themeOverride7.xml"/><Relationship Id="rId4" Type="http://schemas.openxmlformats.org/officeDocument/2006/relationships/image" Target="../media/image7.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themeOverride" Target="../theme/themeOverride8.xml"/><Relationship Id="rId4" Type="http://schemas.openxmlformats.org/officeDocument/2006/relationships/image" Target="../media/image7.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3.xml"/><Relationship Id="rId1" Type="http://schemas.openxmlformats.org/officeDocument/2006/relationships/themeOverride" Target="../theme/themeOverride9.xml"/><Relationship Id="rId4" Type="http://schemas.openxmlformats.org/officeDocument/2006/relationships/image" Target="../media/image7.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3.xml"/><Relationship Id="rId1" Type="http://schemas.openxmlformats.org/officeDocument/2006/relationships/themeOverride" Target="../theme/themeOverride10.xml"/><Relationship Id="rId4" Type="http://schemas.openxmlformats.org/officeDocument/2006/relationships/image" Target="../media/image7.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3.xml"/><Relationship Id="rId1" Type="http://schemas.openxmlformats.org/officeDocument/2006/relationships/themeOverride" Target="../theme/themeOverride11.xml"/><Relationship Id="rId4" Type="http://schemas.openxmlformats.org/officeDocument/2006/relationships/image" Target="../media/image7.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3.xml"/><Relationship Id="rId1" Type="http://schemas.openxmlformats.org/officeDocument/2006/relationships/themeOverride" Target="../theme/themeOverride12.xml"/><Relationship Id="rId4" Type="http://schemas.openxmlformats.org/officeDocument/2006/relationships/image" Target="../media/image7.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3.xml"/><Relationship Id="rId1" Type="http://schemas.openxmlformats.org/officeDocument/2006/relationships/themeOverride" Target="../theme/themeOverride13.xml"/><Relationship Id="rId4" Type="http://schemas.openxmlformats.org/officeDocument/2006/relationships/image" Target="../media/image7.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3.xml"/><Relationship Id="rId1" Type="http://schemas.openxmlformats.org/officeDocument/2006/relationships/themeOverride" Target="../theme/themeOverride14.xml"/><Relationship Id="rId4" Type="http://schemas.openxmlformats.org/officeDocument/2006/relationships/image" Target="../media/image7.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3.xml"/><Relationship Id="rId1" Type="http://schemas.openxmlformats.org/officeDocument/2006/relationships/themeOverride" Target="../theme/themeOverride15.xml"/><Relationship Id="rId4" Type="http://schemas.openxmlformats.org/officeDocument/2006/relationships/image" Target="../media/image7.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3.xml"/><Relationship Id="rId1" Type="http://schemas.openxmlformats.org/officeDocument/2006/relationships/themeOverride" Target="../theme/themeOverride16.xml"/><Relationship Id="rId4" Type="http://schemas.openxmlformats.org/officeDocument/2006/relationships/image" Target="../media/image7.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3.xml"/><Relationship Id="rId1" Type="http://schemas.openxmlformats.org/officeDocument/2006/relationships/themeOverride" Target="../theme/themeOverride17.xml"/><Relationship Id="rId4" Type="http://schemas.openxmlformats.org/officeDocument/2006/relationships/image" Target="../media/image7.jpe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3.xml"/><Relationship Id="rId1" Type="http://schemas.openxmlformats.org/officeDocument/2006/relationships/themeOverride" Target="../theme/themeOverride18.xml"/><Relationship Id="rId4" Type="http://schemas.openxmlformats.org/officeDocument/2006/relationships/image" Target="../media/image7.jpeg"/></Relationships>
</file>

<file path=ppt/slides/_rels/slide2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3.xml"/><Relationship Id="rId1" Type="http://schemas.openxmlformats.org/officeDocument/2006/relationships/themeOverride" Target="../theme/themeOverride19.xml"/></Relationships>
</file>

<file path=ppt/slides/_rels/slide2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3.xml"/><Relationship Id="rId1" Type="http://schemas.openxmlformats.org/officeDocument/2006/relationships/themeOverride" Target="../theme/themeOverride20.xml"/></Relationships>
</file>

<file path=ppt/slides/_rels/slide2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3.xml"/><Relationship Id="rId1" Type="http://schemas.openxmlformats.org/officeDocument/2006/relationships/themeOverride" Target="../theme/themeOverride21.xml"/></Relationships>
</file>

<file path=ppt/slides/_rels/slide2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3.xml"/><Relationship Id="rId1" Type="http://schemas.openxmlformats.org/officeDocument/2006/relationships/themeOverride" Target="../theme/themeOverride22.xml"/></Relationships>
</file>

<file path=ppt/slides/_rels/slide2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3.xml"/><Relationship Id="rId1" Type="http://schemas.openxmlformats.org/officeDocument/2006/relationships/themeOverride" Target="../theme/themeOverride23.xml"/></Relationships>
</file>

<file path=ppt/slides/_rels/slide2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3.xml"/><Relationship Id="rId1" Type="http://schemas.openxmlformats.org/officeDocument/2006/relationships/themeOverride" Target="../theme/themeOverride24.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3.xml"/><Relationship Id="rId1" Type="http://schemas.openxmlformats.org/officeDocument/2006/relationships/themeOverride" Target="../theme/themeOverride25.xml"/><Relationship Id="rId4" Type="http://schemas.openxmlformats.org/officeDocument/2006/relationships/image" Target="../media/image7.jpe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3.xml"/><Relationship Id="rId1" Type="http://schemas.openxmlformats.org/officeDocument/2006/relationships/themeOverride" Target="../theme/themeOverride26.xml"/><Relationship Id="rId4" Type="http://schemas.openxmlformats.org/officeDocument/2006/relationships/image" Target="../media/image7.jpe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3.xml"/><Relationship Id="rId1" Type="http://schemas.openxmlformats.org/officeDocument/2006/relationships/themeOverride" Target="../theme/themeOverride27.xml"/><Relationship Id="rId4" Type="http://schemas.openxmlformats.org/officeDocument/2006/relationships/image" Target="../media/image7.jpeg"/></Relationships>
</file>

<file path=ppt/slides/_rels/slide2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3.xml"/><Relationship Id="rId1" Type="http://schemas.openxmlformats.org/officeDocument/2006/relationships/themeOverride" Target="../theme/themeOverride28.xml"/></Relationships>
</file>

<file path=ppt/slides/_rels/slide30.xml.rels><?xml version="1.0" encoding="UTF-8" standalone="yes"?>
<Relationships xmlns="http://schemas.openxmlformats.org/package/2006/relationships"><Relationship Id="rId8" Type="http://schemas.openxmlformats.org/officeDocument/2006/relationships/image" Target="../media/image12.wmf"/><Relationship Id="rId3" Type="http://schemas.openxmlformats.org/officeDocument/2006/relationships/slideLayout" Target="../slideLayouts/slideLayout13.xml"/><Relationship Id="rId7" Type="http://schemas.openxmlformats.org/officeDocument/2006/relationships/oleObject" Target="../embeddings/oleObject3.bin"/><Relationship Id="rId2" Type="http://schemas.openxmlformats.org/officeDocument/2006/relationships/tags" Target="../tags/tag21.xml"/><Relationship Id="rId1" Type="http://schemas.openxmlformats.org/officeDocument/2006/relationships/themeOverride" Target="../theme/themeOverride29.xml"/><Relationship Id="rId6" Type="http://schemas.openxmlformats.org/officeDocument/2006/relationships/image" Target="../media/image11.wmf"/><Relationship Id="rId5" Type="http://schemas.openxmlformats.org/officeDocument/2006/relationships/oleObject" Target="../embeddings/oleObject2.bin"/><Relationship Id="rId4" Type="http://schemas.openxmlformats.org/officeDocument/2006/relationships/image" Target="../media/image7.jpeg"/></Relationships>
</file>

<file path=ppt/slides/_rels/slide31.xml.rels><?xml version="1.0" encoding="UTF-8" standalone="yes"?>
<Relationships xmlns="http://schemas.openxmlformats.org/package/2006/relationships"><Relationship Id="rId8" Type="http://schemas.openxmlformats.org/officeDocument/2006/relationships/image" Target="../media/image14.wmf"/><Relationship Id="rId3" Type="http://schemas.openxmlformats.org/officeDocument/2006/relationships/slideLayout" Target="../slideLayouts/slideLayout13.xml"/><Relationship Id="rId7" Type="http://schemas.openxmlformats.org/officeDocument/2006/relationships/oleObject" Target="../embeddings/oleObject5.bin"/><Relationship Id="rId2" Type="http://schemas.openxmlformats.org/officeDocument/2006/relationships/tags" Target="../tags/tag22.xml"/><Relationship Id="rId1" Type="http://schemas.openxmlformats.org/officeDocument/2006/relationships/themeOverride" Target="../theme/themeOverride30.xml"/><Relationship Id="rId6" Type="http://schemas.openxmlformats.org/officeDocument/2006/relationships/image" Target="../media/image13.wmf"/><Relationship Id="rId5" Type="http://schemas.openxmlformats.org/officeDocument/2006/relationships/oleObject" Target="../embeddings/oleObject4.bin"/><Relationship Id="rId4" Type="http://schemas.openxmlformats.org/officeDocument/2006/relationships/image" Target="../media/image7.jpeg"/></Relationships>
</file>

<file path=ppt/slides/_rels/slide3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3.xml"/><Relationship Id="rId1" Type="http://schemas.openxmlformats.org/officeDocument/2006/relationships/themeOverride" Target="../theme/themeOverride31.xml"/></Relationships>
</file>

<file path=ppt/slides/_rels/slide3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3.xml"/><Relationship Id="rId1" Type="http://schemas.openxmlformats.org/officeDocument/2006/relationships/themeOverride" Target="../theme/themeOverride32.xml"/></Relationships>
</file>

<file path=ppt/slides/_rels/slide3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3.xml"/><Relationship Id="rId1" Type="http://schemas.openxmlformats.org/officeDocument/2006/relationships/themeOverride" Target="../theme/themeOverride33.xml"/></Relationships>
</file>

<file path=ppt/slides/_rels/slide3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3.xml"/><Relationship Id="rId1" Type="http://schemas.openxmlformats.org/officeDocument/2006/relationships/themeOverride" Target="../theme/themeOverride34.xml"/></Relationships>
</file>

<file path=ppt/slides/_rels/slide3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3.xml"/><Relationship Id="rId1" Type="http://schemas.openxmlformats.org/officeDocument/2006/relationships/themeOverride" Target="../theme/themeOverride35.xml"/></Relationships>
</file>

<file path=ppt/slides/_rels/slide3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3.xml"/><Relationship Id="rId1" Type="http://schemas.openxmlformats.org/officeDocument/2006/relationships/themeOverride" Target="../theme/themeOverride36.xml"/></Relationships>
</file>

<file path=ppt/slides/_rels/slide3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3.xml"/><Relationship Id="rId1" Type="http://schemas.openxmlformats.org/officeDocument/2006/relationships/themeOverride" Target="../theme/themeOverride37.xml"/></Relationships>
</file>

<file path=ppt/slides/_rels/slide3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3.xml"/><Relationship Id="rId1" Type="http://schemas.openxmlformats.org/officeDocument/2006/relationships/themeOverride" Target="../theme/themeOverride38.xml"/></Relationships>
</file>

<file path=ppt/slides/_rels/slide4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3.xml"/><Relationship Id="rId1" Type="http://schemas.openxmlformats.org/officeDocument/2006/relationships/themeOverride" Target="../theme/themeOverride39.xml"/></Relationships>
</file>

<file path=ppt/slides/_rels/slide4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3.xml"/><Relationship Id="rId1" Type="http://schemas.openxmlformats.org/officeDocument/2006/relationships/themeOverride" Target="../theme/themeOverride40.xml"/></Relationships>
</file>

<file path=ppt/slides/_rels/slide42.xml.rels><?xml version="1.0" encoding="UTF-8" standalone="yes"?>
<Relationships xmlns="http://schemas.openxmlformats.org/package/2006/relationships"><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themeOverride" Target="../theme/themeOverride41.xml"/><Relationship Id="rId5" Type="http://schemas.openxmlformats.org/officeDocument/2006/relationships/image" Target="../media/image7.jpeg"/><Relationship Id="rId4"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5.xml"/><Relationship Id="rId1" Type="http://schemas.openxmlformats.org/officeDocument/2006/relationships/themeOverride" Target="../theme/themeOverride42.xml"/><Relationship Id="rId5" Type="http://schemas.openxmlformats.org/officeDocument/2006/relationships/image" Target="../media/image15.png"/><Relationship Id="rId4" Type="http://schemas.openxmlformats.org/officeDocument/2006/relationships/image" Target="../media/image7.jpeg"/></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6.xml"/><Relationship Id="rId1" Type="http://schemas.openxmlformats.org/officeDocument/2006/relationships/themeOverride" Target="../theme/themeOverride43.xml"/><Relationship Id="rId5" Type="http://schemas.openxmlformats.org/officeDocument/2006/relationships/image" Target="../media/image15.png"/><Relationship Id="rId4" Type="http://schemas.openxmlformats.org/officeDocument/2006/relationships/image" Target="../media/image7.jpeg"/></Relationships>
</file>

<file path=ppt/slides/_rels/slide4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3.xml"/><Relationship Id="rId1" Type="http://schemas.openxmlformats.org/officeDocument/2006/relationships/themeOverride" Target="../theme/themeOverride44.xml"/></Relationships>
</file>

<file path=ppt/slides/_rels/slide4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3.xml"/><Relationship Id="rId1" Type="http://schemas.openxmlformats.org/officeDocument/2006/relationships/themeOverride" Target="../theme/themeOverride45.xml"/></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7.xml"/><Relationship Id="rId1" Type="http://schemas.openxmlformats.org/officeDocument/2006/relationships/themeOverride" Target="../theme/themeOverride46.xml"/><Relationship Id="rId4" Type="http://schemas.openxmlformats.org/officeDocument/2006/relationships/image" Target="../media/image7.jpeg"/></Relationships>
</file>

<file path=ppt/slides/_rels/slide4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3.xml"/><Relationship Id="rId1" Type="http://schemas.openxmlformats.org/officeDocument/2006/relationships/themeOverride" Target="../theme/themeOverride47.xml"/></Relationships>
</file>

<file path=ppt/slides/_rels/slide4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3.xml"/><Relationship Id="rId1" Type="http://schemas.openxmlformats.org/officeDocument/2006/relationships/themeOverride" Target="../theme/themeOverride48.xml"/></Relationships>
</file>

<file path=ppt/slides/_rels/slide5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3.xml"/><Relationship Id="rId1" Type="http://schemas.openxmlformats.org/officeDocument/2006/relationships/themeOverride" Target="../theme/themeOverride49.xml"/><Relationship Id="rId5" Type="http://schemas.openxmlformats.org/officeDocument/2006/relationships/image" Target="../media/image16.wmf"/><Relationship Id="rId4" Type="http://schemas.openxmlformats.org/officeDocument/2006/relationships/oleObject" Target="../embeddings/oleObject6.bin"/></Relationships>
</file>

<file path=ppt/slides/_rels/slide5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3.xml"/><Relationship Id="rId1" Type="http://schemas.openxmlformats.org/officeDocument/2006/relationships/themeOverride" Target="../theme/themeOverride50.xml"/></Relationships>
</file>

<file path=ppt/slides/_rels/slide5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3.xml"/><Relationship Id="rId1" Type="http://schemas.openxmlformats.org/officeDocument/2006/relationships/themeOverride" Target="../theme/themeOverride51.xml"/></Relationships>
</file>

<file path=ppt/slides/_rels/slide5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3.xml"/><Relationship Id="rId1" Type="http://schemas.openxmlformats.org/officeDocument/2006/relationships/themeOverride" Target="../theme/themeOverride52.xml"/></Relationships>
</file>

<file path=ppt/slides/_rels/slide5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3.xml"/><Relationship Id="rId1" Type="http://schemas.openxmlformats.org/officeDocument/2006/relationships/themeOverride" Target="../theme/themeOverride53.xml"/></Relationships>
</file>

<file path=ppt/slides/_rels/slide5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3.xml"/><Relationship Id="rId1" Type="http://schemas.openxmlformats.org/officeDocument/2006/relationships/themeOverride" Target="../theme/themeOverride54.xml"/></Relationships>
</file>

<file path=ppt/slides/_rels/slide5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3.xml"/><Relationship Id="rId1" Type="http://schemas.openxmlformats.org/officeDocument/2006/relationships/themeOverride" Target="../theme/themeOverride55.xml"/></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8.xml"/><Relationship Id="rId1" Type="http://schemas.openxmlformats.org/officeDocument/2006/relationships/themeOverride" Target="../theme/themeOverride56.xml"/><Relationship Id="rId4" Type="http://schemas.openxmlformats.org/officeDocument/2006/relationships/image" Target="../media/image7.jpeg"/></Relationships>
</file>

<file path=ppt/slides/_rels/slide5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3.xml"/><Relationship Id="rId1" Type="http://schemas.openxmlformats.org/officeDocument/2006/relationships/themeOverride" Target="../theme/themeOverride57.xml"/></Relationships>
</file>

<file path=ppt/slides/_rels/slide5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3.xml"/><Relationship Id="rId1" Type="http://schemas.openxmlformats.org/officeDocument/2006/relationships/themeOverride" Target="../theme/themeOverride58.xml"/></Relationships>
</file>

<file path=ppt/slides/_rels/slide6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3.xml"/><Relationship Id="rId1" Type="http://schemas.openxmlformats.org/officeDocument/2006/relationships/themeOverride" Target="../theme/themeOverride59.xml"/></Relationships>
</file>

<file path=ppt/slides/_rels/slide6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3.xml"/><Relationship Id="rId1" Type="http://schemas.openxmlformats.org/officeDocument/2006/relationships/themeOverride" Target="../theme/themeOverride60.xml"/></Relationships>
</file>

<file path=ppt/slides/_rels/slide6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3.xml"/><Relationship Id="rId1" Type="http://schemas.openxmlformats.org/officeDocument/2006/relationships/themeOverride" Target="../theme/themeOverride61.xml"/></Relationships>
</file>

<file path=ppt/slides/_rels/slide6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3.xml"/><Relationship Id="rId1" Type="http://schemas.openxmlformats.org/officeDocument/2006/relationships/themeOverride" Target="../theme/themeOverride62.xml"/></Relationships>
</file>

<file path=ppt/slides/_rels/slide6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3.xml"/><Relationship Id="rId1" Type="http://schemas.openxmlformats.org/officeDocument/2006/relationships/themeOverride" Target="../theme/themeOverride63.xml"/></Relationships>
</file>

<file path=ppt/slides/_rels/slide6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3.xml"/><Relationship Id="rId1" Type="http://schemas.openxmlformats.org/officeDocument/2006/relationships/themeOverride" Target="../theme/themeOverride64.xml"/></Relationships>
</file>

<file path=ppt/slides/_rels/slide6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3.xml"/><Relationship Id="rId1" Type="http://schemas.openxmlformats.org/officeDocument/2006/relationships/themeOverride" Target="../theme/themeOverride65.xml"/></Relationships>
</file>

<file path=ppt/slides/_rels/slide6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3.xml"/><Relationship Id="rId1" Type="http://schemas.openxmlformats.org/officeDocument/2006/relationships/themeOverride" Target="../theme/themeOverride66.xml"/></Relationships>
</file>

<file path=ppt/slides/_rels/slide68.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9.xml"/><Relationship Id="rId1" Type="http://schemas.openxmlformats.org/officeDocument/2006/relationships/themeOverride" Target="../theme/themeOverride67.xml"/><Relationship Id="rId4" Type="http://schemas.openxmlformats.org/officeDocument/2006/relationships/image" Target="../media/image7.jpeg"/></Relationships>
</file>

<file path=ppt/slides/_rels/slide69.xml.rels><?xml version="1.0" encoding="UTF-8" standalone="yes"?>
<Relationships xmlns="http://schemas.openxmlformats.org/package/2006/relationships"><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themeOverride" Target="../theme/themeOverride68.xml"/><Relationship Id="rId5" Type="http://schemas.openxmlformats.org/officeDocument/2006/relationships/image" Target="../media/image7.jpeg"/><Relationship Id="rId4"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themeOverride" Target="../theme/themeOverride69.xml"/><Relationship Id="rId5" Type="http://schemas.openxmlformats.org/officeDocument/2006/relationships/image" Target="../media/image7.jpeg"/><Relationship Id="rId4"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3.xml"/><Relationship Id="rId1" Type="http://schemas.openxmlformats.org/officeDocument/2006/relationships/themeOverride" Target="../theme/themeOverride70.xml"/></Relationships>
</file>

<file path=ppt/slides/_rels/slide72.xml.rels><?xml version="1.0" encoding="UTF-8" standalone="yes"?>
<Relationships xmlns="http://schemas.openxmlformats.org/package/2006/relationships"><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themeOverride" Target="../theme/themeOverride71.xml"/><Relationship Id="rId6" Type="http://schemas.openxmlformats.org/officeDocument/2006/relationships/image" Target="../media/image7.jpeg"/><Relationship Id="rId5" Type="http://schemas.openxmlformats.org/officeDocument/2006/relationships/slideLayout" Target="../slideLayouts/slideLayout13.xml"/><Relationship Id="rId4" Type="http://schemas.openxmlformats.org/officeDocument/2006/relationships/tags" Target="../tags/tag36.xml"/></Relationships>
</file>

<file path=ppt/slides/_rels/slide7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37.xml"/><Relationship Id="rId1" Type="http://schemas.openxmlformats.org/officeDocument/2006/relationships/themeOverride" Target="../theme/themeOverride72.xml"/><Relationship Id="rId4" Type="http://schemas.openxmlformats.org/officeDocument/2006/relationships/image" Target="../media/image7.jpeg"/></Relationships>
</file>

<file path=ppt/slides/_rels/slide7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3.xml"/><Relationship Id="rId1" Type="http://schemas.openxmlformats.org/officeDocument/2006/relationships/themeOverride" Target="../theme/themeOverride73.xml"/></Relationships>
</file>

<file path=ppt/slides/_rels/slide7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3.xml"/><Relationship Id="rId1" Type="http://schemas.openxmlformats.org/officeDocument/2006/relationships/themeOverride" Target="../theme/themeOverride74.xml"/></Relationships>
</file>

<file path=ppt/slides/_rels/slide7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3.xml"/><Relationship Id="rId1" Type="http://schemas.openxmlformats.org/officeDocument/2006/relationships/themeOverride" Target="../theme/themeOverride75.xml"/></Relationships>
</file>

<file path=ppt/slides/_rels/slide7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3.xml"/><Relationship Id="rId1" Type="http://schemas.openxmlformats.org/officeDocument/2006/relationships/themeOverride" Target="../theme/themeOverride76.xml"/></Relationships>
</file>

<file path=ppt/slides/_rels/slide7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3.xml"/><Relationship Id="rId1" Type="http://schemas.openxmlformats.org/officeDocument/2006/relationships/themeOverride" Target="../theme/themeOverride77.xml"/></Relationships>
</file>

<file path=ppt/slides/_rels/slide7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3.xml"/><Relationship Id="rId1" Type="http://schemas.openxmlformats.org/officeDocument/2006/relationships/themeOverride" Target="../theme/themeOverride78.xml"/></Relationships>
</file>

<file path=ppt/slides/_rels/slide8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3.xml"/><Relationship Id="rId1" Type="http://schemas.openxmlformats.org/officeDocument/2006/relationships/themeOverride" Target="../theme/themeOverride79.xml"/></Relationships>
</file>

<file path=ppt/slides/_rels/slide8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3.xml"/><Relationship Id="rId1" Type="http://schemas.openxmlformats.org/officeDocument/2006/relationships/themeOverride" Target="../theme/themeOverride80.xml"/></Relationships>
</file>

<file path=ppt/slides/_rels/slide8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3.xml"/><Relationship Id="rId1" Type="http://schemas.openxmlformats.org/officeDocument/2006/relationships/themeOverride" Target="../theme/themeOverride81.xml"/></Relationships>
</file>

<file path=ppt/slides/_rels/slide8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3.xml"/><Relationship Id="rId1" Type="http://schemas.openxmlformats.org/officeDocument/2006/relationships/themeOverride" Target="../theme/themeOverride82.xml"/></Relationships>
</file>

<file path=ppt/slides/_rels/slide8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3.xml"/><Relationship Id="rId1" Type="http://schemas.openxmlformats.org/officeDocument/2006/relationships/themeOverride" Target="../theme/themeOverride83.xml"/></Relationships>
</file>

<file path=ppt/slides/_rels/slide8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3.xml"/><Relationship Id="rId1" Type="http://schemas.openxmlformats.org/officeDocument/2006/relationships/themeOverride" Target="../theme/themeOverride84.xml"/></Relationships>
</file>

<file path=ppt/slides/_rels/slide8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3.xml"/><Relationship Id="rId1" Type="http://schemas.openxmlformats.org/officeDocument/2006/relationships/themeOverride" Target="../theme/themeOverride85.xml"/><Relationship Id="rId4" Type="http://schemas.openxmlformats.org/officeDocument/2006/relationships/image" Target="../media/image17.jpeg"/></Relationships>
</file>

<file path=ppt/slides/_rels/slide8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3.xml"/><Relationship Id="rId1" Type="http://schemas.openxmlformats.org/officeDocument/2006/relationships/themeOverride" Target="../theme/themeOverride86.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6">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校徽打底">
            <a:extLst>
              <a:ext uri="{FF2B5EF4-FFF2-40B4-BE49-F238E27FC236}">
                <a16:creationId xmlns:a16="http://schemas.microsoft.com/office/drawing/2014/main" id="{DBB2F946-326E-6A1B-8BE7-E39A1CBE93CA}"/>
              </a:ext>
            </a:extLst>
          </p:cNvPr>
          <p:cNvSpPr/>
          <p:nvPr/>
        </p:nvSpPr>
        <p:spPr>
          <a:xfrm>
            <a:off x="3072594" y="1269260"/>
            <a:ext cx="6046484" cy="5703992"/>
          </a:xfrm>
          <a:prstGeom prst="rect">
            <a:avLst/>
          </a:prstGeom>
          <a:blipFill dpi="0" rotWithShape="1">
            <a:blip r:embed="rId7">
              <a:alphaModFix amt="15000"/>
            </a:blip>
            <a:srcRect/>
            <a:stretch>
              <a:fillRect/>
            </a:stretch>
          </a:blipFill>
          <a:ln w="12700" cap="flat" cmpd="sng" algn="ctr">
            <a:noFill/>
            <a:prstDash val="solid"/>
            <a:miter lim="800000"/>
          </a:ln>
          <a:effectLst/>
        </p:spPr>
        <p:txBody>
          <a:bodyPr rtlCol="0" anchor="ctr"/>
          <a:lstStyle/>
          <a:p>
            <a:pPr algn="ctr" defTabSz="914126" fontAlgn="auto">
              <a:spcBef>
                <a:spcPts val="0"/>
              </a:spcBef>
              <a:spcAft>
                <a:spcPts val="0"/>
              </a:spcAft>
              <a:defRPr/>
            </a:pPr>
            <a:endParaRPr lang="zh-CN" altLang="en-US" kern="0" dirty="0">
              <a:solidFill>
                <a:prstClr val="white"/>
              </a:solidFill>
              <a:latin typeface="Arial"/>
              <a:ea typeface="微软雅黑"/>
              <a:sym typeface="Arial" panose="020B0604020202020204" pitchFamily="34" charset="0"/>
            </a:endParaRPr>
          </a:p>
        </p:txBody>
      </p:sp>
      <p:sp>
        <p:nvSpPr>
          <p:cNvPr id="15" name="主标题"/>
          <p:cNvSpPr txBox="1"/>
          <p:nvPr>
            <p:custDataLst>
              <p:tags r:id="rId2"/>
            </p:custDataLst>
          </p:nvPr>
        </p:nvSpPr>
        <p:spPr>
          <a:xfrm>
            <a:off x="2968969" y="3029028"/>
            <a:ext cx="6253737" cy="799945"/>
          </a:xfrm>
          <a:prstGeom prst="rect">
            <a:avLst/>
          </a:prstGeom>
          <a:noFill/>
          <a:ln w="9525">
            <a:noFill/>
          </a:ln>
        </p:spPr>
        <p:txBody>
          <a:bodyPr wrap="square" lIns="91330" tIns="45665" rIns="91330" bIns="45665">
            <a:spAutoFit/>
          </a:bodyPr>
          <a:lstStyle/>
          <a:p>
            <a:pPr algn="dist" defTabSz="455793" fontAlgn="auto">
              <a:spcBef>
                <a:spcPts val="0"/>
              </a:spcBef>
              <a:spcAft>
                <a:spcPts val="0"/>
              </a:spcAft>
              <a:defRPr/>
            </a:pPr>
            <a:r>
              <a:rPr lang="zh-CN" altLang="en-US" sz="4599" b="1" dirty="0">
                <a:solidFill>
                  <a:srgbClr val="FF0000"/>
                </a:solidFill>
                <a:latin typeface="微软雅黑" panose="020B0503020204020204" charset="-122"/>
                <a:ea typeface="微软雅黑" panose="020B0503020204020204" charset="-122"/>
                <a:sym typeface="Arial" panose="020B0604020202020204" pitchFamily="34" charset="0"/>
              </a:rPr>
              <a:t>第六章 贪心算法</a:t>
            </a:r>
            <a:endParaRPr lang="zh-CN" altLang="en-US" sz="4799" b="1" dirty="0">
              <a:solidFill>
                <a:srgbClr val="FF0000"/>
              </a:solidFill>
              <a:ea typeface="微软雅黑" panose="020B0503020204020204" charset="-122"/>
              <a:sym typeface="Arial" panose="020B0604020202020204" pitchFamily="34" charset="0"/>
            </a:endParaRPr>
          </a:p>
        </p:txBody>
      </p:sp>
      <p:sp>
        <p:nvSpPr>
          <p:cNvPr id="12" name="主标题英文"/>
          <p:cNvSpPr txBox="1"/>
          <p:nvPr>
            <p:custDataLst>
              <p:tags r:id="rId3"/>
            </p:custDataLst>
          </p:nvPr>
        </p:nvSpPr>
        <p:spPr>
          <a:xfrm>
            <a:off x="487397" y="4076922"/>
            <a:ext cx="11247496" cy="825836"/>
          </a:xfrm>
          <a:prstGeom prst="rect">
            <a:avLst/>
          </a:prstGeom>
          <a:noFill/>
          <a:ln w="9525">
            <a:noFill/>
          </a:ln>
        </p:spPr>
        <p:txBody>
          <a:bodyPr lIns="91330" tIns="45665" rIns="91330" bIns="45665">
            <a:noAutofit/>
          </a:bodyPr>
          <a:lstStyle/>
          <a:p>
            <a:pPr algn="ctr" defTabSz="455793" fontAlgn="auto">
              <a:spcBef>
                <a:spcPts val="0"/>
              </a:spcBef>
              <a:spcAft>
                <a:spcPts val="0"/>
              </a:spcAft>
              <a:defRPr/>
            </a:pPr>
            <a:r>
              <a:rPr lang="en-US" altLang="zh-CN" sz="4199" dirty="0">
                <a:solidFill>
                  <a:srgbClr val="FF0000"/>
                </a:solidFill>
                <a:latin typeface="Calibri" panose="020F0502020204030204" charset="0"/>
                <a:ea typeface="华文楷体" panose="02010600040101010101" pitchFamily="2" charset="-122"/>
                <a:sym typeface="Arial" panose="020B0604020202020204" pitchFamily="34" charset="0"/>
              </a:rPr>
              <a:t>Chapter 6 Greedy Algorithm</a:t>
            </a:r>
          </a:p>
        </p:txBody>
      </p:sp>
      <p:sp>
        <p:nvSpPr>
          <p:cNvPr id="17" name="汇报人"/>
          <p:cNvSpPr txBox="1"/>
          <p:nvPr>
            <p:custDataLst>
              <p:tags r:id="rId4"/>
            </p:custDataLst>
          </p:nvPr>
        </p:nvSpPr>
        <p:spPr>
          <a:xfrm>
            <a:off x="3802221" y="5492353"/>
            <a:ext cx="4587241" cy="953761"/>
          </a:xfrm>
          <a:prstGeom prst="rect">
            <a:avLst/>
          </a:prstGeom>
          <a:noFill/>
        </p:spPr>
        <p:txBody>
          <a:bodyPr wrap="square" rtlCol="0">
            <a:spAutoFit/>
          </a:bodyPr>
          <a:lstStyle/>
          <a:p>
            <a:pPr algn="ctr" defTabSz="474838" fontAlgn="auto">
              <a:spcBef>
                <a:spcPts val="0"/>
              </a:spcBef>
              <a:spcAft>
                <a:spcPts val="0"/>
              </a:spcAft>
              <a:defRPr/>
            </a:pPr>
            <a:r>
              <a:rPr lang="zh-CN" altLang="en-US" sz="2799" b="1" dirty="0">
                <a:solidFill>
                  <a:srgbClr val="0000FF"/>
                </a:solidFill>
                <a:latin typeface="华文楷体" panose="02010600040101010101" pitchFamily="2" charset="-122"/>
                <a:ea typeface="华文楷体" panose="02010600040101010101" pitchFamily="2" charset="-122"/>
                <a:sym typeface="Arial" panose="020B0604020202020204" pitchFamily="34" charset="0"/>
              </a:rPr>
              <a:t>计算机学院  高翔</a:t>
            </a:r>
            <a:endParaRPr lang="en-US" altLang="zh-CN" sz="2799" b="1" dirty="0">
              <a:solidFill>
                <a:srgbClr val="0000FF"/>
              </a:solidFill>
              <a:latin typeface="华文楷体" panose="02010600040101010101" pitchFamily="2" charset="-122"/>
              <a:ea typeface="华文楷体" panose="02010600040101010101" pitchFamily="2" charset="-122"/>
              <a:sym typeface="Arial" panose="020B0604020202020204" pitchFamily="34" charset="0"/>
            </a:endParaRPr>
          </a:p>
          <a:p>
            <a:pPr algn="ctr" defTabSz="474838" fontAlgn="auto">
              <a:spcBef>
                <a:spcPts val="0"/>
              </a:spcBef>
              <a:spcAft>
                <a:spcPts val="0"/>
              </a:spcAft>
              <a:defRPr/>
            </a:pPr>
            <a:r>
              <a:rPr lang="en-US" altLang="zh-CN" sz="2799" b="1" dirty="0">
                <a:solidFill>
                  <a:srgbClr val="0000FF"/>
                </a:solidFill>
                <a:latin typeface="华文楷体" panose="02010600040101010101" pitchFamily="2" charset="-122"/>
                <a:ea typeface="华文楷体" panose="02010600040101010101" pitchFamily="2" charset="-122"/>
              </a:rPr>
              <a:t>gaoxg@nwpu.edu.cn</a:t>
            </a:r>
          </a:p>
        </p:txBody>
      </p:sp>
      <p:grpSp>
        <p:nvGrpSpPr>
          <p:cNvPr id="3" name="校徽组合">
            <a:extLst>
              <a:ext uri="{FF2B5EF4-FFF2-40B4-BE49-F238E27FC236}">
                <a16:creationId xmlns:a16="http://schemas.microsoft.com/office/drawing/2014/main" id="{E87E0F6E-6B73-C950-7D50-26DE24994869}"/>
              </a:ext>
            </a:extLst>
          </p:cNvPr>
          <p:cNvGrpSpPr/>
          <p:nvPr/>
        </p:nvGrpSpPr>
        <p:grpSpPr>
          <a:xfrm>
            <a:off x="5367539" y="-7022"/>
            <a:ext cx="1456598" cy="1052355"/>
            <a:chOff x="5015984" y="467571"/>
            <a:chExt cx="2160032" cy="1905000"/>
          </a:xfrm>
        </p:grpSpPr>
        <p:sp>
          <p:nvSpPr>
            <p:cNvPr id="7" name="五边形">
              <a:extLst>
                <a:ext uri="{FF2B5EF4-FFF2-40B4-BE49-F238E27FC236}">
                  <a16:creationId xmlns:a16="http://schemas.microsoft.com/office/drawing/2014/main" id="{13DBF0C9-7F2B-A1FB-66A4-FCB483EF44AC}"/>
                </a:ext>
              </a:extLst>
            </p:cNvPr>
            <p:cNvSpPr/>
            <p:nvPr/>
          </p:nvSpPr>
          <p:spPr>
            <a:xfrm rot="5400000">
              <a:off x="5143500" y="340055"/>
              <a:ext cx="1905000" cy="2160032"/>
            </a:xfrm>
            <a:prstGeom prst="homePlate">
              <a:avLst>
                <a:gd name="adj" fmla="val 32000"/>
              </a:avLst>
            </a:prstGeom>
            <a:solidFill>
              <a:srgbClr val="1045C9"/>
            </a:solidFill>
            <a:ln w="12700" cap="flat" cmpd="sng" algn="ctr">
              <a:noFill/>
              <a:prstDash val="solid"/>
              <a:miter lim="800000"/>
            </a:ln>
            <a:effectLst/>
          </p:spPr>
          <p:txBody>
            <a:bodyPr rtlCol="0" anchor="ctr"/>
            <a:lstStyle/>
            <a:p>
              <a:pPr algn="ctr" defTabSz="914126" fontAlgn="auto">
                <a:spcBef>
                  <a:spcPts val="0"/>
                </a:spcBef>
                <a:spcAft>
                  <a:spcPts val="0"/>
                </a:spcAft>
                <a:defRPr/>
              </a:pPr>
              <a:endParaRPr lang="zh-CN" altLang="en-US" kern="0">
                <a:solidFill>
                  <a:prstClr val="white"/>
                </a:solidFill>
                <a:latin typeface="Arial"/>
                <a:ea typeface="微软雅黑"/>
                <a:sym typeface="Arial" panose="020B0604020202020204" pitchFamily="34" charset="0"/>
              </a:endParaRPr>
            </a:p>
          </p:txBody>
        </p:sp>
        <p:pic>
          <p:nvPicPr>
            <p:cNvPr id="9" name="校徽">
              <a:extLst>
                <a:ext uri="{FF2B5EF4-FFF2-40B4-BE49-F238E27FC236}">
                  <a16:creationId xmlns:a16="http://schemas.microsoft.com/office/drawing/2014/main" id="{DC30E6EE-822E-6A89-A6AF-C82607F132B3}"/>
                </a:ext>
              </a:extLst>
            </p:cNvPr>
            <p:cNvPicPr>
              <a:picLocks noChangeAspect="1"/>
            </p:cNvPicPr>
            <p:nvPr/>
          </p:nvPicPr>
          <p:blipFill>
            <a:blip r:embed="rId8" cstate="screen"/>
            <a:stretch>
              <a:fillRect/>
            </a:stretch>
          </p:blipFill>
          <p:spPr>
            <a:xfrm>
              <a:off x="5384165" y="584656"/>
              <a:ext cx="1423673" cy="1421486"/>
            </a:xfrm>
            <a:prstGeom prst="rect">
              <a:avLst/>
            </a:prstGeom>
          </p:spPr>
        </p:pic>
      </p:gr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withEffect">
                                  <p:stCondLst>
                                    <p:cond delay="800"/>
                                  </p:stCondLst>
                                  <p:childTnLst>
                                    <p:set>
                                      <p:cBhvr>
                                        <p:cTn id="6" dur="1" fill="hold">
                                          <p:stCondLst>
                                            <p:cond delay="0"/>
                                          </p:stCondLst>
                                        </p:cTn>
                                        <p:tgtEl>
                                          <p:spTgt spid="15"/>
                                        </p:tgtEl>
                                        <p:attrNameLst>
                                          <p:attrName>style.visibility</p:attrName>
                                        </p:attrNameLst>
                                      </p:cBhvr>
                                      <p:to>
                                        <p:strVal val="visible"/>
                                      </p:to>
                                    </p:set>
                                    <p:anim calcmode="lin" valueType="num">
                                      <p:cBhvr>
                                        <p:cTn id="7" dur="750" fill="hold"/>
                                        <p:tgtEl>
                                          <p:spTgt spid="15"/>
                                        </p:tgtEl>
                                        <p:attrNameLst>
                                          <p:attrName>ppt_w</p:attrName>
                                        </p:attrNameLst>
                                      </p:cBhvr>
                                      <p:tavLst>
                                        <p:tav tm="0">
                                          <p:val>
                                            <p:strVal val="#ppt_w+.3"/>
                                          </p:val>
                                        </p:tav>
                                        <p:tav tm="100000">
                                          <p:val>
                                            <p:strVal val="#ppt_w"/>
                                          </p:val>
                                        </p:tav>
                                      </p:tavLst>
                                    </p:anim>
                                    <p:anim calcmode="lin" valueType="num">
                                      <p:cBhvr>
                                        <p:cTn id="8" dur="750" fill="hold"/>
                                        <p:tgtEl>
                                          <p:spTgt spid="15"/>
                                        </p:tgtEl>
                                        <p:attrNameLst>
                                          <p:attrName>ppt_h</p:attrName>
                                        </p:attrNameLst>
                                      </p:cBhvr>
                                      <p:tavLst>
                                        <p:tav tm="0">
                                          <p:val>
                                            <p:strVal val="#ppt_h"/>
                                          </p:val>
                                        </p:tav>
                                        <p:tav tm="100000">
                                          <p:val>
                                            <p:strVal val="#ppt_h"/>
                                          </p:val>
                                        </p:tav>
                                      </p:tavLst>
                                    </p:anim>
                                    <p:animEffect transition="in" filter="fade">
                                      <p:cBhvr>
                                        <p:cTn id="9" dur="750"/>
                                        <p:tgtEl>
                                          <p:spTgt spid="15"/>
                                        </p:tgtEl>
                                      </p:cBhvr>
                                    </p:animEffect>
                                  </p:childTnLst>
                                </p:cTn>
                              </p:par>
                              <p:par>
                                <p:cTn id="10" presetID="47" presetClass="entr" presetSubtype="0" fill="hold" grpId="0" nodeType="withEffect">
                                  <p:stCondLst>
                                    <p:cond delay="120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750"/>
                                        <p:tgtEl>
                                          <p:spTgt spid="12"/>
                                        </p:tgtEl>
                                      </p:cBhvr>
                                    </p:animEffect>
                                    <p:anim calcmode="lin" valueType="num">
                                      <p:cBhvr>
                                        <p:cTn id="13" dur="750" fill="hold"/>
                                        <p:tgtEl>
                                          <p:spTgt spid="12"/>
                                        </p:tgtEl>
                                        <p:attrNameLst>
                                          <p:attrName>ppt_x</p:attrName>
                                        </p:attrNameLst>
                                      </p:cBhvr>
                                      <p:tavLst>
                                        <p:tav tm="0">
                                          <p:val>
                                            <p:strVal val="#ppt_x"/>
                                          </p:val>
                                        </p:tav>
                                        <p:tav tm="100000">
                                          <p:val>
                                            <p:strVal val="#ppt_x"/>
                                          </p:val>
                                        </p:tav>
                                      </p:tavLst>
                                    </p:anim>
                                    <p:anim calcmode="lin" valueType="num">
                                      <p:cBhvr>
                                        <p:cTn id="14" dur="75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3075" name="Text Box 3">
            <a:hlinkClick r:id="rId3" action="ppaction://hlinksldjump"/>
          </p:cNvPr>
          <p:cNvSpPr txBox="1">
            <a:spLocks noChangeArrowheads="1"/>
          </p:cNvSpPr>
          <p:nvPr/>
        </p:nvSpPr>
        <p:spPr bwMode="auto">
          <a:xfrm>
            <a:off x="3648295" y="1125278"/>
            <a:ext cx="4678828" cy="584640"/>
          </a:xfrm>
          <a:prstGeom prst="rect">
            <a:avLst/>
          </a:prstGeom>
          <a:solidFill>
            <a:srgbClr val="00B0F0"/>
          </a:solidFill>
          <a:ln>
            <a:headEnd/>
            <a:tailEnd/>
          </a:ln>
        </p:spPr>
        <p:style>
          <a:lnRef idx="1">
            <a:schemeClr val="accent6"/>
          </a:lnRef>
          <a:fillRef idx="2">
            <a:schemeClr val="accent6"/>
          </a:fillRef>
          <a:effectRef idx="1">
            <a:schemeClr val="accent6"/>
          </a:effectRef>
          <a:fontRef idx="minor">
            <a:schemeClr val="dk1"/>
          </a:fontRef>
        </p:style>
        <p:txBody>
          <a:bodyPr wrap="squar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defTabSz="914126">
              <a:spcBef>
                <a:spcPct val="50000"/>
              </a:spcBef>
              <a:defRPr/>
            </a:pPr>
            <a:r>
              <a:rPr lang="en-US" altLang="zh-CN" sz="3199" b="1" spc="50" dirty="0">
                <a:ln w="11430"/>
                <a:solidFill>
                  <a:srgbClr val="FF0000"/>
                </a:solidFill>
                <a:effectLst>
                  <a:outerShdw blurRad="76200" dist="50800" dir="5400000" algn="tl" rotWithShape="0">
                    <a:srgbClr val="000000">
                      <a:alpha val="65000"/>
                    </a:srgbClr>
                  </a:outerShdw>
                </a:effectLst>
                <a:latin typeface="华文楷体" panose="02010600040101010101" pitchFamily="2" charset="-122"/>
                <a:ea typeface="华文楷体" panose="02010600040101010101" pitchFamily="2" charset="-122"/>
                <a:cs typeface="Consolas" pitchFamily="49" charset="0"/>
              </a:rPr>
              <a:t>4.1</a:t>
            </a:r>
            <a:r>
              <a:rPr lang="zh-CN" altLang="en-US" sz="3199" b="1" spc="50" dirty="0">
                <a:ln w="11430"/>
                <a:solidFill>
                  <a:srgbClr val="FF0000"/>
                </a:solidFill>
                <a:effectLst>
                  <a:outerShdw blurRad="76200" dist="50800" dir="5400000" algn="tl" rotWithShape="0">
                    <a:srgbClr val="000000">
                      <a:alpha val="65000"/>
                    </a:srgbClr>
                  </a:outerShdw>
                </a:effectLst>
                <a:latin typeface="华文楷体" panose="02010600040101010101" pitchFamily="2" charset="-122"/>
                <a:ea typeface="华文楷体" panose="02010600040101010101" pitchFamily="2" charset="-122"/>
                <a:cs typeface="Consolas" pitchFamily="49" charset="0"/>
              </a:rPr>
              <a:t>分支限界法基本思想</a:t>
            </a:r>
          </a:p>
        </p:txBody>
      </p:sp>
      <p:sp>
        <p:nvSpPr>
          <p:cNvPr id="12" name="Text Box 3">
            <a:hlinkClick r:id="rId4" action="ppaction://hlinksldjump"/>
          </p:cNvPr>
          <p:cNvSpPr txBox="1">
            <a:spLocks noChangeArrowheads="1"/>
          </p:cNvSpPr>
          <p:nvPr/>
        </p:nvSpPr>
        <p:spPr bwMode="auto">
          <a:xfrm>
            <a:off x="3648295" y="1949050"/>
            <a:ext cx="4678828" cy="584564"/>
          </a:xfrm>
          <a:prstGeom prst="rect">
            <a:avLst/>
          </a:prstGeom>
          <a:solidFill>
            <a:srgbClr val="00B0F0"/>
          </a:solidFill>
          <a:ln>
            <a:headEnd/>
            <a:tailEnd/>
          </a:ln>
        </p:spPr>
        <p:style>
          <a:lnRef idx="1">
            <a:schemeClr val="accent6"/>
          </a:lnRef>
          <a:fillRef idx="2">
            <a:schemeClr val="accent6"/>
          </a:fillRef>
          <a:effectRef idx="1">
            <a:schemeClr val="accent6"/>
          </a:effectRef>
          <a:fontRef idx="minor">
            <a:schemeClr val="dk1"/>
          </a:fontRef>
        </p:style>
        <p:txBody>
          <a:bodyPr wrap="squar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defTabSz="914126">
              <a:spcBef>
                <a:spcPct val="50000"/>
              </a:spcBef>
              <a:defRPr/>
            </a:pPr>
            <a:r>
              <a:rPr lang="en-US" altLang="zh-CN" sz="3199" b="1" spc="50" dirty="0">
                <a:ln w="11430"/>
                <a:solidFill>
                  <a:srgbClr val="FF0000"/>
                </a:solidFill>
                <a:effectLst>
                  <a:outerShdw blurRad="76200" dist="50800" dir="5400000" algn="tl" rotWithShape="0">
                    <a:srgbClr val="000000">
                      <a:alpha val="65000"/>
                    </a:srgbClr>
                  </a:outerShdw>
                </a:effectLst>
                <a:latin typeface="华文楷体" panose="02010600040101010101" pitchFamily="2" charset="-122"/>
                <a:ea typeface="华文楷体" panose="02010600040101010101" pitchFamily="2" charset="-122"/>
                <a:cs typeface="Consolas" pitchFamily="49" charset="0"/>
              </a:rPr>
              <a:t>4.2  </a:t>
            </a:r>
            <a:r>
              <a:rPr lang="zh-CN" altLang="en-US" sz="3199" b="1" spc="50" dirty="0">
                <a:ln w="11430"/>
                <a:solidFill>
                  <a:srgbClr val="FF0000"/>
                </a:solidFill>
                <a:effectLst>
                  <a:outerShdw blurRad="76200" dist="50800" dir="5400000" algn="tl" rotWithShape="0">
                    <a:srgbClr val="000000">
                      <a:alpha val="65000"/>
                    </a:srgbClr>
                  </a:outerShdw>
                </a:effectLst>
                <a:latin typeface="华文楷体" panose="02010600040101010101" pitchFamily="2" charset="-122"/>
                <a:ea typeface="华文楷体" panose="02010600040101010101" pitchFamily="2" charset="-122"/>
                <a:cs typeface="Consolas" pitchFamily="49" charset="0"/>
              </a:rPr>
              <a:t>电子老鼠闯迷宫 </a:t>
            </a:r>
          </a:p>
        </p:txBody>
      </p:sp>
      <p:sp>
        <p:nvSpPr>
          <p:cNvPr id="13" name="Text Box 3">
            <a:hlinkClick r:id="rId5" action="ppaction://hlinksldjump"/>
          </p:cNvPr>
          <p:cNvSpPr txBox="1">
            <a:spLocks noChangeArrowheads="1"/>
          </p:cNvSpPr>
          <p:nvPr/>
        </p:nvSpPr>
        <p:spPr bwMode="auto">
          <a:xfrm>
            <a:off x="3648295" y="2778157"/>
            <a:ext cx="4678828" cy="584564"/>
          </a:xfrm>
          <a:prstGeom prst="rect">
            <a:avLst/>
          </a:prstGeom>
          <a:solidFill>
            <a:srgbClr val="00B0F0"/>
          </a:solidFill>
          <a:ln>
            <a:headEnd/>
            <a:tailEnd/>
          </a:ln>
        </p:spPr>
        <p:style>
          <a:lnRef idx="1">
            <a:schemeClr val="accent6"/>
          </a:lnRef>
          <a:fillRef idx="2">
            <a:schemeClr val="accent6"/>
          </a:fillRef>
          <a:effectRef idx="1">
            <a:schemeClr val="accent6"/>
          </a:effectRef>
          <a:fontRef idx="minor">
            <a:schemeClr val="dk1"/>
          </a:fontRef>
        </p:style>
        <p:txBody>
          <a:bodyPr wrap="squar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defTabSz="914126">
              <a:spcBef>
                <a:spcPct val="50000"/>
              </a:spcBef>
              <a:defRPr/>
            </a:pPr>
            <a:r>
              <a:rPr lang="en-US" altLang="zh-CN" sz="3199" b="1" spc="50" dirty="0">
                <a:ln w="11430"/>
                <a:solidFill>
                  <a:srgbClr val="FF0000"/>
                </a:solidFill>
                <a:effectLst>
                  <a:outerShdw blurRad="76200" dist="50800" dir="5400000" algn="tl" rotWithShape="0">
                    <a:srgbClr val="000000">
                      <a:alpha val="65000"/>
                    </a:srgbClr>
                  </a:outerShdw>
                </a:effectLst>
                <a:latin typeface="华文楷体" panose="02010600040101010101" pitchFamily="2" charset="-122"/>
                <a:ea typeface="华文楷体" panose="02010600040101010101" pitchFamily="2" charset="-122"/>
                <a:cs typeface="Consolas" pitchFamily="49" charset="0"/>
              </a:rPr>
              <a:t>4.3 </a:t>
            </a:r>
            <a:r>
              <a:rPr lang="zh-CN" altLang="en-US" sz="3199" b="1" spc="50" dirty="0">
                <a:ln w="11430"/>
                <a:solidFill>
                  <a:srgbClr val="FF0000"/>
                </a:solidFill>
                <a:effectLst>
                  <a:outerShdw blurRad="76200" dist="50800" dir="5400000" algn="tl" rotWithShape="0">
                    <a:srgbClr val="000000">
                      <a:alpha val="65000"/>
                    </a:srgbClr>
                  </a:outerShdw>
                </a:effectLst>
                <a:latin typeface="华文楷体" panose="02010600040101010101" pitchFamily="2" charset="-122"/>
                <a:ea typeface="华文楷体" panose="02010600040101010101" pitchFamily="2" charset="-122"/>
                <a:cs typeface="Consolas" pitchFamily="49" charset="0"/>
              </a:rPr>
              <a:t>跳马问题</a:t>
            </a:r>
          </a:p>
        </p:txBody>
      </p:sp>
      <p:sp>
        <p:nvSpPr>
          <p:cNvPr id="2" name="Text Box 3">
            <a:hlinkClick r:id="rId6" action="ppaction://hlinksldjump"/>
            <a:extLst>
              <a:ext uri="{FF2B5EF4-FFF2-40B4-BE49-F238E27FC236}">
                <a16:creationId xmlns:a16="http://schemas.microsoft.com/office/drawing/2014/main" id="{C22E27D3-52FB-71DF-8099-66B014826466}"/>
              </a:ext>
            </a:extLst>
          </p:cNvPr>
          <p:cNvSpPr txBox="1">
            <a:spLocks noChangeArrowheads="1"/>
          </p:cNvSpPr>
          <p:nvPr/>
        </p:nvSpPr>
        <p:spPr bwMode="auto">
          <a:xfrm>
            <a:off x="3648295" y="3607264"/>
            <a:ext cx="4678828" cy="584564"/>
          </a:xfrm>
          <a:prstGeom prst="rect">
            <a:avLst/>
          </a:prstGeom>
          <a:solidFill>
            <a:srgbClr val="00B0F0"/>
          </a:solidFill>
          <a:ln>
            <a:headEnd/>
            <a:tailEnd/>
          </a:ln>
        </p:spPr>
        <p:style>
          <a:lnRef idx="1">
            <a:schemeClr val="accent6"/>
          </a:lnRef>
          <a:fillRef idx="2">
            <a:schemeClr val="accent6"/>
          </a:fillRef>
          <a:effectRef idx="1">
            <a:schemeClr val="accent6"/>
          </a:effectRef>
          <a:fontRef idx="minor">
            <a:schemeClr val="dk1"/>
          </a:fontRef>
        </p:style>
        <p:txBody>
          <a:bodyPr wrap="squar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defTabSz="914126">
              <a:spcBef>
                <a:spcPct val="50000"/>
              </a:spcBef>
              <a:defRPr/>
            </a:pPr>
            <a:r>
              <a:rPr lang="en-US" altLang="zh-CN" sz="3199" b="1" spc="50" dirty="0">
                <a:ln w="11430"/>
                <a:solidFill>
                  <a:srgbClr val="FF0000"/>
                </a:solidFill>
                <a:effectLst>
                  <a:outerShdw blurRad="76200" dist="50800" dir="5400000" algn="tl" rotWithShape="0">
                    <a:srgbClr val="000000">
                      <a:alpha val="65000"/>
                    </a:srgbClr>
                  </a:outerShdw>
                </a:effectLst>
                <a:latin typeface="华文楷体" panose="02010600040101010101" pitchFamily="2" charset="-122"/>
                <a:ea typeface="华文楷体" panose="02010600040101010101" pitchFamily="2" charset="-122"/>
                <a:cs typeface="Consolas" pitchFamily="49" charset="0"/>
              </a:rPr>
              <a:t>4.4 </a:t>
            </a:r>
            <a:r>
              <a:rPr lang="zh-CN" altLang="en-US" sz="3199" b="1" spc="50" dirty="0">
                <a:ln w="11430"/>
                <a:solidFill>
                  <a:srgbClr val="FF0000"/>
                </a:solidFill>
                <a:effectLst>
                  <a:outerShdw blurRad="76200" dist="50800" dir="5400000" algn="tl" rotWithShape="0">
                    <a:srgbClr val="000000">
                      <a:alpha val="65000"/>
                    </a:srgbClr>
                  </a:outerShdw>
                </a:effectLst>
                <a:latin typeface="华文楷体" panose="02010600040101010101" pitchFamily="2" charset="-122"/>
                <a:ea typeface="华文楷体" panose="02010600040101010101" pitchFamily="2" charset="-122"/>
                <a:cs typeface="Consolas" pitchFamily="49" charset="0"/>
              </a:rPr>
              <a:t>独轮车问题</a:t>
            </a:r>
          </a:p>
        </p:txBody>
      </p:sp>
      <p:sp>
        <p:nvSpPr>
          <p:cNvPr id="3" name="Text Box 3">
            <a:hlinkClick r:id="rId7" action="ppaction://hlinksldjump"/>
            <a:extLst>
              <a:ext uri="{FF2B5EF4-FFF2-40B4-BE49-F238E27FC236}">
                <a16:creationId xmlns:a16="http://schemas.microsoft.com/office/drawing/2014/main" id="{E9D5D7F8-B8B3-1CD1-21B2-CDBEA909FA93}"/>
              </a:ext>
            </a:extLst>
          </p:cNvPr>
          <p:cNvSpPr txBox="1">
            <a:spLocks noChangeArrowheads="1"/>
          </p:cNvSpPr>
          <p:nvPr/>
        </p:nvSpPr>
        <p:spPr bwMode="auto">
          <a:xfrm>
            <a:off x="3648295" y="4436371"/>
            <a:ext cx="4678828" cy="584564"/>
          </a:xfrm>
          <a:prstGeom prst="rect">
            <a:avLst/>
          </a:prstGeom>
          <a:solidFill>
            <a:srgbClr val="00B0F0"/>
          </a:solidFill>
          <a:ln>
            <a:headEnd/>
            <a:tailEnd/>
          </a:ln>
        </p:spPr>
        <p:style>
          <a:lnRef idx="1">
            <a:schemeClr val="accent6"/>
          </a:lnRef>
          <a:fillRef idx="2">
            <a:schemeClr val="accent6"/>
          </a:fillRef>
          <a:effectRef idx="1">
            <a:schemeClr val="accent6"/>
          </a:effectRef>
          <a:fontRef idx="minor">
            <a:schemeClr val="dk1"/>
          </a:fontRef>
        </p:style>
        <p:txBody>
          <a:bodyPr wrap="squar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defTabSz="914126">
              <a:spcBef>
                <a:spcPct val="50000"/>
              </a:spcBef>
              <a:defRPr/>
            </a:pPr>
            <a:r>
              <a:rPr lang="en-US" altLang="zh-CN" sz="3199" b="1" spc="50" dirty="0">
                <a:ln w="11430"/>
                <a:solidFill>
                  <a:srgbClr val="FF0000"/>
                </a:solidFill>
                <a:effectLst>
                  <a:outerShdw blurRad="76200" dist="50800" dir="5400000" algn="tl" rotWithShape="0">
                    <a:srgbClr val="000000">
                      <a:alpha val="65000"/>
                    </a:srgbClr>
                  </a:outerShdw>
                </a:effectLst>
                <a:latin typeface="华文楷体" panose="02010600040101010101" pitchFamily="2" charset="-122"/>
                <a:ea typeface="华文楷体" panose="02010600040101010101" pitchFamily="2" charset="-122"/>
                <a:cs typeface="Consolas" pitchFamily="49" charset="0"/>
              </a:rPr>
              <a:t>4.5 </a:t>
            </a:r>
            <a:r>
              <a:rPr lang="zh-CN" altLang="en-US" sz="3199" b="1" spc="50" dirty="0">
                <a:ln w="11430"/>
                <a:solidFill>
                  <a:srgbClr val="FF0000"/>
                </a:solidFill>
                <a:effectLst>
                  <a:outerShdw blurRad="76200" dist="50800" dir="5400000" algn="tl" rotWithShape="0">
                    <a:srgbClr val="000000">
                      <a:alpha val="65000"/>
                    </a:srgbClr>
                  </a:outerShdw>
                </a:effectLst>
                <a:latin typeface="华文楷体" panose="02010600040101010101" pitchFamily="2" charset="-122"/>
                <a:ea typeface="华文楷体" panose="02010600040101010101" pitchFamily="2" charset="-122"/>
                <a:cs typeface="Consolas" pitchFamily="49" charset="0"/>
              </a:rPr>
              <a:t>分油问题</a:t>
            </a:r>
          </a:p>
        </p:txBody>
      </p:sp>
      <p:sp>
        <p:nvSpPr>
          <p:cNvPr id="4" name="Text Box 3">
            <a:hlinkClick r:id="rId8" action="ppaction://hlinksldjump"/>
            <a:extLst>
              <a:ext uri="{FF2B5EF4-FFF2-40B4-BE49-F238E27FC236}">
                <a16:creationId xmlns:a16="http://schemas.microsoft.com/office/drawing/2014/main" id="{E81A006F-F6F4-E60D-C3FB-86DC348017E1}"/>
              </a:ext>
            </a:extLst>
          </p:cNvPr>
          <p:cNvSpPr txBox="1">
            <a:spLocks noChangeArrowheads="1"/>
          </p:cNvSpPr>
          <p:nvPr/>
        </p:nvSpPr>
        <p:spPr bwMode="auto">
          <a:xfrm>
            <a:off x="3648295" y="5265478"/>
            <a:ext cx="4678828" cy="584564"/>
          </a:xfrm>
          <a:prstGeom prst="rect">
            <a:avLst/>
          </a:prstGeom>
          <a:solidFill>
            <a:srgbClr val="00B0F0"/>
          </a:solidFill>
          <a:ln>
            <a:headEnd/>
            <a:tailEnd/>
          </a:ln>
        </p:spPr>
        <p:style>
          <a:lnRef idx="1">
            <a:schemeClr val="accent6"/>
          </a:lnRef>
          <a:fillRef idx="2">
            <a:schemeClr val="accent6"/>
          </a:fillRef>
          <a:effectRef idx="1">
            <a:schemeClr val="accent6"/>
          </a:effectRef>
          <a:fontRef idx="minor">
            <a:schemeClr val="dk1"/>
          </a:fontRef>
        </p:style>
        <p:txBody>
          <a:bodyPr wrap="squar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defTabSz="914126">
              <a:spcBef>
                <a:spcPct val="50000"/>
              </a:spcBef>
              <a:defRPr/>
            </a:pPr>
            <a:r>
              <a:rPr lang="en-US" altLang="zh-CN" sz="3199" b="1" spc="50" dirty="0">
                <a:ln w="11430"/>
                <a:solidFill>
                  <a:srgbClr val="FF0000"/>
                </a:solidFill>
                <a:effectLst>
                  <a:outerShdw blurRad="76200" dist="50800" dir="5400000" algn="tl" rotWithShape="0">
                    <a:srgbClr val="000000">
                      <a:alpha val="65000"/>
                    </a:srgbClr>
                  </a:outerShdw>
                </a:effectLst>
                <a:latin typeface="华文楷体" panose="02010600040101010101" pitchFamily="2" charset="-122"/>
                <a:ea typeface="华文楷体" panose="02010600040101010101" pitchFamily="2" charset="-122"/>
                <a:cs typeface="Consolas" pitchFamily="49" charset="0"/>
              </a:rPr>
              <a:t>4.6 </a:t>
            </a:r>
            <a:r>
              <a:rPr lang="zh-CN" altLang="en-US" sz="3199" b="1" spc="50" dirty="0">
                <a:ln w="11430"/>
                <a:solidFill>
                  <a:srgbClr val="FF0000"/>
                </a:solidFill>
                <a:effectLst>
                  <a:outerShdw blurRad="76200" dist="50800" dir="5400000" algn="tl" rotWithShape="0">
                    <a:srgbClr val="000000">
                      <a:alpha val="65000"/>
                    </a:srgbClr>
                  </a:outerShdw>
                </a:effectLst>
                <a:latin typeface="华文楷体" panose="02010600040101010101" pitchFamily="2" charset="-122"/>
                <a:ea typeface="华文楷体" panose="02010600040101010101" pitchFamily="2" charset="-122"/>
                <a:cs typeface="Consolas" pitchFamily="49" charset="0"/>
              </a:rPr>
              <a:t>八数码问题</a:t>
            </a:r>
          </a:p>
        </p:txBody>
      </p:sp>
      <p:sp>
        <p:nvSpPr>
          <p:cNvPr id="6" name="Text Box 3">
            <a:hlinkClick r:id="rId9" action="ppaction://hlinksldjump"/>
            <a:extLst>
              <a:ext uri="{FF2B5EF4-FFF2-40B4-BE49-F238E27FC236}">
                <a16:creationId xmlns:a16="http://schemas.microsoft.com/office/drawing/2014/main" id="{E788FDB9-DBA1-4BE7-B70A-E3A670F61589}"/>
              </a:ext>
            </a:extLst>
          </p:cNvPr>
          <p:cNvSpPr txBox="1">
            <a:spLocks noChangeArrowheads="1"/>
          </p:cNvSpPr>
          <p:nvPr/>
        </p:nvSpPr>
        <p:spPr bwMode="auto">
          <a:xfrm>
            <a:off x="3648295" y="6094585"/>
            <a:ext cx="4678828" cy="584640"/>
          </a:xfrm>
          <a:prstGeom prst="rect">
            <a:avLst/>
          </a:prstGeom>
          <a:solidFill>
            <a:srgbClr val="00B0F0"/>
          </a:solidFill>
          <a:ln>
            <a:headEnd/>
            <a:tailEnd/>
          </a:ln>
        </p:spPr>
        <p:style>
          <a:lnRef idx="1">
            <a:schemeClr val="accent6"/>
          </a:lnRef>
          <a:fillRef idx="2">
            <a:schemeClr val="accent6"/>
          </a:fillRef>
          <a:effectRef idx="1">
            <a:schemeClr val="accent6"/>
          </a:effectRef>
          <a:fontRef idx="minor">
            <a:schemeClr val="dk1"/>
          </a:fontRef>
        </p:style>
        <p:txBody>
          <a:bodyPr wrap="squar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defTabSz="914126">
              <a:spcBef>
                <a:spcPct val="50000"/>
              </a:spcBef>
              <a:defRPr/>
            </a:pPr>
            <a:r>
              <a:rPr lang="en-US" altLang="zh-CN" sz="3199" b="1" spc="50" dirty="0">
                <a:ln w="11430"/>
                <a:solidFill>
                  <a:srgbClr val="FF0000"/>
                </a:solidFill>
                <a:effectLst>
                  <a:outerShdw blurRad="76200" dist="50800" dir="5400000" algn="tl" rotWithShape="0">
                    <a:srgbClr val="000000">
                      <a:alpha val="65000"/>
                    </a:srgbClr>
                  </a:outerShdw>
                </a:effectLst>
                <a:latin typeface="华文楷体" panose="02010600040101010101" pitchFamily="2" charset="-122"/>
                <a:ea typeface="华文楷体" panose="02010600040101010101" pitchFamily="2" charset="-122"/>
                <a:cs typeface="Consolas" pitchFamily="49" charset="0"/>
              </a:rPr>
              <a:t>4.7 </a:t>
            </a:r>
            <a:r>
              <a:rPr lang="zh-CN" altLang="en-US" sz="3199" b="1" spc="50" dirty="0">
                <a:ln w="11430"/>
                <a:solidFill>
                  <a:srgbClr val="FF0000"/>
                </a:solidFill>
                <a:effectLst>
                  <a:outerShdw blurRad="76200" dist="50800" dir="5400000" algn="tl" rotWithShape="0">
                    <a:srgbClr val="000000">
                      <a:alpha val="65000"/>
                    </a:srgbClr>
                  </a:outerShdw>
                </a:effectLst>
                <a:latin typeface="华文楷体" panose="02010600040101010101" pitchFamily="2" charset="-122"/>
                <a:ea typeface="华文楷体" panose="02010600040101010101" pitchFamily="2" charset="-122"/>
                <a:cs typeface="Consolas" pitchFamily="49" charset="0"/>
              </a:rPr>
              <a:t>单源最短路径问题</a:t>
            </a:r>
          </a:p>
        </p:txBody>
      </p:sp>
      <p:sp>
        <p:nvSpPr>
          <p:cNvPr id="5" name="文本框 4">
            <a:extLst>
              <a:ext uri="{FF2B5EF4-FFF2-40B4-BE49-F238E27FC236}">
                <a16:creationId xmlns:a16="http://schemas.microsoft.com/office/drawing/2014/main" id="{D2E45647-E3A2-A5F6-5B9B-6F3683CBBE25}"/>
              </a:ext>
            </a:extLst>
          </p:cNvPr>
          <p:cNvSpPr txBox="1"/>
          <p:nvPr/>
        </p:nvSpPr>
        <p:spPr>
          <a:xfrm>
            <a:off x="5430080" y="310422"/>
            <a:ext cx="1331840" cy="584640"/>
          </a:xfrm>
          <a:prstGeom prst="rect">
            <a:avLst/>
          </a:prstGeom>
          <a:solidFill>
            <a:schemeClr val="bg2">
              <a:lumMod val="90000"/>
            </a:schemeClr>
          </a:solidFill>
        </p:spPr>
        <p:txBody>
          <a:bodyPr wrap="square" rtlCol="0">
            <a:spAutoFit/>
          </a:bodyPr>
          <a:lstStyle/>
          <a:p>
            <a:pPr defTabSz="457109" eaLnBrk="0" hangingPunct="0"/>
            <a:r>
              <a:rPr lang="zh-CN" altLang="en-US" sz="3199" b="1" dirty="0">
                <a:solidFill>
                  <a:srgbClr val="FF0000"/>
                </a:solidFill>
                <a:latin typeface="Calibri" panose="020F0502020204030204" pitchFamily="34" charset="0"/>
                <a:ea typeface="楷体" pitchFamily="49" charset="-122"/>
                <a:cs typeface="Times New Roman" pitchFamily="18" charset="0"/>
              </a:rPr>
              <a:t>目  录</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5122" name="Rectangle 3"/>
          <p:cNvSpPr>
            <a:spLocks noGrp="1"/>
          </p:cNvSpPr>
          <p:nvPr>
            <p:ph idx="1"/>
          </p:nvPr>
        </p:nvSpPr>
        <p:spPr>
          <a:xfrm>
            <a:off x="913179" y="1412875"/>
            <a:ext cx="6913245" cy="4968875"/>
          </a:xfrm>
        </p:spPr>
        <p:txBody>
          <a:bodyPr vert="horz" wrap="square" lIns="91440" tIns="45720" rIns="91440" bIns="45720" anchor="t" anchorCtr="0"/>
          <a:lstStyle/>
          <a:p>
            <a:pPr eaLnBrk="1" hangingPunct="1">
              <a:lnSpc>
                <a:spcPct val="90000"/>
              </a:lnSpc>
              <a:spcBef>
                <a:spcPct val="50000"/>
              </a:spcBef>
            </a:pPr>
            <a:r>
              <a:rPr lang="zh-CN" altLang="en-US" sz="2300" b="1" dirty="0">
                <a:solidFill>
                  <a:srgbClr val="0000FF"/>
                </a:solidFill>
                <a:latin typeface="华文楷体" panose="02010600040101010101" pitchFamily="2" charset="-122"/>
                <a:ea typeface="华文楷体" panose="02010600040101010101" pitchFamily="2" charset="-122"/>
              </a:rPr>
              <a:t>找硬币</a:t>
            </a:r>
          </a:p>
          <a:p>
            <a:pPr eaLnBrk="1" hangingPunct="1">
              <a:lnSpc>
                <a:spcPct val="90000"/>
              </a:lnSpc>
              <a:spcBef>
                <a:spcPct val="50000"/>
              </a:spcBef>
              <a:buNone/>
            </a:pPr>
            <a:r>
              <a:rPr lang="en-US" altLang="zh-CN" sz="2300" b="1" dirty="0">
                <a:solidFill>
                  <a:srgbClr val="0000FF"/>
                </a:solidFill>
                <a:latin typeface="华文楷体" panose="02010600040101010101" pitchFamily="2" charset="-122"/>
                <a:ea typeface="华文楷体" panose="02010600040101010101" pitchFamily="2" charset="-122"/>
              </a:rPr>
              <a:t>    (0.25, 0.1, 0.05, 0.01)</a:t>
            </a:r>
            <a:r>
              <a:rPr lang="zh-CN" altLang="en-US" sz="2300" b="1" dirty="0">
                <a:solidFill>
                  <a:srgbClr val="0000FF"/>
                </a:solidFill>
                <a:latin typeface="华文楷体" panose="02010600040101010101" pitchFamily="2" charset="-122"/>
                <a:ea typeface="华文楷体" panose="02010600040101010101" pitchFamily="2" charset="-122"/>
              </a:rPr>
              <a:t>找</a:t>
            </a:r>
            <a:r>
              <a:rPr lang="en-US" altLang="zh-CN" sz="2300" b="1" dirty="0">
                <a:solidFill>
                  <a:srgbClr val="0000FF"/>
                </a:solidFill>
                <a:latin typeface="华文楷体" panose="02010600040101010101" pitchFamily="2" charset="-122"/>
                <a:ea typeface="华文楷体" panose="02010600040101010101" pitchFamily="2" charset="-122"/>
              </a:rPr>
              <a:t>0.63</a:t>
            </a:r>
          </a:p>
          <a:p>
            <a:pPr eaLnBrk="1" hangingPunct="1">
              <a:lnSpc>
                <a:spcPct val="90000"/>
              </a:lnSpc>
              <a:spcBef>
                <a:spcPct val="50000"/>
              </a:spcBef>
              <a:buNone/>
            </a:pPr>
            <a:r>
              <a:rPr lang="en-US" altLang="zh-CN" sz="2300" b="1" dirty="0">
                <a:solidFill>
                  <a:srgbClr val="0000FF"/>
                </a:solidFill>
                <a:latin typeface="华文楷体" panose="02010600040101010101" pitchFamily="2" charset="-122"/>
                <a:ea typeface="华文楷体" panose="02010600040101010101" pitchFamily="2" charset="-122"/>
              </a:rPr>
              <a:t>  </a:t>
            </a:r>
            <a:r>
              <a:rPr lang="zh-CN" altLang="en-US" sz="2300" b="1" dirty="0">
                <a:solidFill>
                  <a:srgbClr val="0000FF"/>
                </a:solidFill>
                <a:latin typeface="华文楷体" panose="02010600040101010101" pitchFamily="2" charset="-122"/>
                <a:ea typeface="华文楷体" panose="02010600040101010101" pitchFamily="2" charset="-122"/>
              </a:rPr>
              <a:t>（</a:t>
            </a:r>
            <a:r>
              <a:rPr lang="en-US" altLang="zh-CN" sz="2300" b="1" dirty="0">
                <a:solidFill>
                  <a:srgbClr val="0000FF"/>
                </a:solidFill>
                <a:latin typeface="华文楷体" panose="02010600040101010101" pitchFamily="2" charset="-122"/>
                <a:ea typeface="华文楷体" panose="02010600040101010101" pitchFamily="2" charset="-122"/>
              </a:rPr>
              <a:t>0.11, 0.05, 0.01</a:t>
            </a:r>
            <a:r>
              <a:rPr lang="zh-CN" altLang="en-US" sz="2300" b="1" dirty="0">
                <a:solidFill>
                  <a:srgbClr val="0000FF"/>
                </a:solidFill>
                <a:latin typeface="华文楷体" panose="02010600040101010101" pitchFamily="2" charset="-122"/>
                <a:ea typeface="华文楷体" panose="02010600040101010101" pitchFamily="2" charset="-122"/>
              </a:rPr>
              <a:t>）找</a:t>
            </a:r>
            <a:r>
              <a:rPr lang="en-US" altLang="zh-CN" sz="2300" b="1" dirty="0">
                <a:solidFill>
                  <a:srgbClr val="0000FF"/>
                </a:solidFill>
                <a:latin typeface="华文楷体" panose="02010600040101010101" pitchFamily="2" charset="-122"/>
                <a:ea typeface="华文楷体" panose="02010600040101010101" pitchFamily="2" charset="-122"/>
              </a:rPr>
              <a:t>0.15</a:t>
            </a:r>
          </a:p>
          <a:p>
            <a:pPr eaLnBrk="1" hangingPunct="1">
              <a:lnSpc>
                <a:spcPct val="90000"/>
              </a:lnSpc>
              <a:spcBef>
                <a:spcPct val="50000"/>
              </a:spcBef>
            </a:pPr>
            <a:r>
              <a:rPr lang="zh-CN" altLang="en-US" sz="2300" b="1" dirty="0">
                <a:solidFill>
                  <a:srgbClr val="0000FF"/>
                </a:solidFill>
                <a:latin typeface="华文楷体" panose="02010600040101010101" pitchFamily="2" charset="-122"/>
                <a:ea typeface="华文楷体" panose="02010600040101010101" pitchFamily="2" charset="-122"/>
              </a:rPr>
              <a:t>贪心算法总是做出在当前看来最好的选择。</a:t>
            </a:r>
          </a:p>
          <a:p>
            <a:pPr eaLnBrk="1" hangingPunct="1">
              <a:lnSpc>
                <a:spcPct val="90000"/>
              </a:lnSpc>
            </a:pPr>
            <a:endParaRPr lang="en-US" altLang="zh-CN" sz="2300" dirty="0">
              <a:latin typeface="微软雅黑" panose="020B0503020204020204" charset="-122"/>
              <a:ea typeface="微软雅黑" panose="020B0503020204020204" charset="-122"/>
            </a:endParaRPr>
          </a:p>
        </p:txBody>
      </p:sp>
      <p:sp>
        <p:nvSpPr>
          <p:cNvPr id="2" name="基础扎实 / Strong Preparation">
            <a:extLst>
              <a:ext uri="{FF2B5EF4-FFF2-40B4-BE49-F238E27FC236}">
                <a16:creationId xmlns:a16="http://schemas.microsoft.com/office/drawing/2014/main" id="{16BD9908-CEBE-91A0-5E8D-2084918C5F59}"/>
              </a:ext>
            </a:extLst>
          </p:cNvPr>
          <p:cNvSpPr txBox="1"/>
          <p:nvPr/>
        </p:nvSpPr>
        <p:spPr>
          <a:xfrm>
            <a:off x="2605230" y="367895"/>
            <a:ext cx="5868878" cy="561530"/>
          </a:xfrm>
          <a:prstGeom prst="rect">
            <a:avLst/>
          </a:prstGeom>
          <a:noFill/>
          <a:ln>
            <a:noFill/>
          </a:ln>
        </p:spPr>
        <p:txBody>
          <a:bodyPr wrap="square" lIns="68533" tIns="34266" rIns="68533" bIns="34266" rtlCol="0">
            <a:spAutoFit/>
          </a:bodyPr>
          <a:lstStyle/>
          <a:p>
            <a:pPr algn="ctr" defTabSz="950405" fontAlgn="auto">
              <a:spcBef>
                <a:spcPts val="0"/>
              </a:spcBef>
              <a:spcAft>
                <a:spcPts val="0"/>
              </a:spcAft>
              <a:buClr>
                <a:prstClr val="white"/>
              </a:buClr>
              <a:defRPr/>
            </a:pPr>
            <a:r>
              <a:rPr lang="en-US" altLang="zh-CN" sz="3199" b="1" spc="50" dirty="0">
                <a:ln w="11430"/>
                <a:solidFill>
                  <a:srgbClr val="006600"/>
                </a:solidFill>
                <a:latin typeface="华文楷体" panose="02010600040101010101" pitchFamily="2" charset="-122"/>
                <a:ea typeface="华文楷体" panose="02010600040101010101" pitchFamily="2" charset="-122"/>
                <a:sym typeface="Arial" panose="020B0604020202020204" pitchFamily="34" charset="0"/>
              </a:rPr>
              <a:t>6</a:t>
            </a:r>
            <a:r>
              <a:rPr lang="zh-CN" altLang="en-US" sz="3199" b="1" spc="50" dirty="0">
                <a:ln w="11430"/>
                <a:solidFill>
                  <a:srgbClr val="006600"/>
                </a:solidFill>
                <a:latin typeface="华文楷体" panose="02010600040101010101" pitchFamily="2" charset="-122"/>
                <a:ea typeface="华文楷体" panose="02010600040101010101" pitchFamily="2" charset="-122"/>
                <a:sym typeface="Arial" panose="020B0604020202020204" pitchFamily="34" charset="0"/>
              </a:rPr>
              <a:t>.1 贪心算法的基本思想</a:t>
            </a:r>
          </a:p>
        </p:txBody>
      </p:sp>
    </p:spTree>
  </p:cSld>
  <p:clrMapOvr>
    <a:overrideClrMapping bg1="lt1" tx1="dk1" bg2="lt2" tx2="dk2" accent1="accent1" accent2="accent2" accent3="accent3" accent4="accent4" accent5="accent5" accent6="accent6" hlink="hlink" folHlink="folHlink"/>
  </p:clrMapOvr>
  <p:transition/>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5" name="Text Box 6"/>
          <p:cNvSpPr txBox="1">
            <a:spLocks noChangeArrowheads="1"/>
          </p:cNvSpPr>
          <p:nvPr/>
        </p:nvSpPr>
        <p:spPr bwMode="auto">
          <a:xfrm>
            <a:off x="562907" y="2280745"/>
            <a:ext cx="7920037" cy="2684389"/>
          </a:xfrm>
          <a:prstGeom prst="rect">
            <a:avLst/>
          </a:prstGeom>
          <a:noFill/>
          <a:ln w="9525">
            <a:noFill/>
            <a:miter lim="800000"/>
          </a:ln>
          <a:effectLst/>
        </p:spPr>
        <p:txBody>
          <a:bodyPr>
            <a:spAutoFit/>
          </a:bodyPr>
          <a:lstStyle/>
          <a:p>
            <a:pPr>
              <a:lnSpc>
                <a:spcPct val="150000"/>
              </a:lnSpc>
            </a:pPr>
            <a:r>
              <a:rPr lang="en-US" altLang="zh-CN" sz="2000" dirty="0">
                <a:solidFill>
                  <a:srgbClr val="0000FF"/>
                </a:solidFill>
                <a:ea typeface="楷体" panose="02010609060101010101" pitchFamily="49" charset="-122"/>
                <a:cs typeface="Times New Roman" panose="02020603050405020304" pitchFamily="18" charset="0"/>
              </a:rPr>
              <a:t>       </a:t>
            </a:r>
            <a:r>
              <a:rPr lang="zh-CN" altLang="zh-CN" sz="2300" b="1" dirty="0">
                <a:solidFill>
                  <a:srgbClr val="0000FF"/>
                </a:solidFill>
                <a:latin typeface="华文楷体" panose="02010600040101010101" pitchFamily="2" charset="-122"/>
                <a:ea typeface="华文楷体" panose="02010600040101010101" pitchFamily="2" charset="-122"/>
              </a:rPr>
              <a:t>贪心法的基本思路是在对问题求解时总是做出在当前看来是最好的选择</a:t>
            </a:r>
            <a:r>
              <a:rPr lang="zh-CN" altLang="en-US" sz="2300" b="1" dirty="0">
                <a:solidFill>
                  <a:srgbClr val="0000FF"/>
                </a:solidFill>
                <a:latin typeface="华文楷体" panose="02010600040101010101" pitchFamily="2" charset="-122"/>
                <a:ea typeface="华文楷体" panose="02010600040101010101" pitchFamily="2" charset="-122"/>
              </a:rPr>
              <a:t>，</a:t>
            </a:r>
            <a:r>
              <a:rPr lang="zh-CN" altLang="zh-CN" sz="2300" b="1" dirty="0">
                <a:solidFill>
                  <a:srgbClr val="0000FF"/>
                </a:solidFill>
                <a:latin typeface="华文楷体" panose="02010600040101010101" pitchFamily="2" charset="-122"/>
                <a:ea typeface="华文楷体" panose="02010600040101010101" pitchFamily="2" charset="-122"/>
              </a:rPr>
              <a:t>也就是说贪心法不从整体最优上加以考虑</a:t>
            </a:r>
            <a:r>
              <a:rPr lang="zh-CN" altLang="en-US" sz="2300" b="1" dirty="0">
                <a:solidFill>
                  <a:srgbClr val="0000FF"/>
                </a:solidFill>
                <a:latin typeface="华文楷体" panose="02010600040101010101" pitchFamily="2" charset="-122"/>
                <a:ea typeface="华文楷体" panose="02010600040101010101" pitchFamily="2" charset="-122"/>
              </a:rPr>
              <a:t>，</a:t>
            </a:r>
            <a:r>
              <a:rPr lang="zh-CN" altLang="zh-CN" sz="2300" b="1" dirty="0">
                <a:solidFill>
                  <a:srgbClr val="0000FF"/>
                </a:solidFill>
                <a:latin typeface="华文楷体" panose="02010600040101010101" pitchFamily="2" charset="-122"/>
                <a:ea typeface="华文楷体" panose="02010600040101010101" pitchFamily="2" charset="-122"/>
              </a:rPr>
              <a:t>所做出的仅是在某种意义上的局部最优解。</a:t>
            </a:r>
            <a:endParaRPr lang="en-US" altLang="zh-CN" sz="2300" b="1" dirty="0">
              <a:solidFill>
                <a:srgbClr val="0000FF"/>
              </a:solidFill>
              <a:latin typeface="华文楷体" panose="02010600040101010101" pitchFamily="2" charset="-122"/>
              <a:ea typeface="华文楷体" panose="02010600040101010101" pitchFamily="2" charset="-122"/>
            </a:endParaRPr>
          </a:p>
          <a:p>
            <a:pPr>
              <a:lnSpc>
                <a:spcPct val="150000"/>
              </a:lnSpc>
            </a:pPr>
            <a:r>
              <a:rPr lang="en-US" altLang="zh-CN" sz="2300" b="1" dirty="0">
                <a:solidFill>
                  <a:srgbClr val="0000FF"/>
                </a:solidFill>
                <a:latin typeface="华文楷体" panose="02010600040101010101" pitchFamily="2" charset="-122"/>
                <a:ea typeface="华文楷体" panose="02010600040101010101" pitchFamily="2" charset="-122"/>
              </a:rPr>
              <a:t>        </a:t>
            </a:r>
            <a:r>
              <a:rPr lang="zh-CN" altLang="zh-CN" sz="2300" b="1" dirty="0">
                <a:solidFill>
                  <a:srgbClr val="0000FF"/>
                </a:solidFill>
                <a:latin typeface="华文楷体" panose="02010600040101010101" pitchFamily="2" charset="-122"/>
                <a:ea typeface="华文楷体" panose="02010600040101010101" pitchFamily="2" charset="-122"/>
              </a:rPr>
              <a:t>人们通常希望找到整体最优解</a:t>
            </a:r>
            <a:r>
              <a:rPr lang="zh-CN" altLang="en-US" sz="2300" b="1" dirty="0">
                <a:solidFill>
                  <a:srgbClr val="0000FF"/>
                </a:solidFill>
                <a:latin typeface="华文楷体" panose="02010600040101010101" pitchFamily="2" charset="-122"/>
                <a:ea typeface="华文楷体" panose="02010600040101010101" pitchFamily="2" charset="-122"/>
              </a:rPr>
              <a:t>，</a:t>
            </a:r>
            <a:r>
              <a:rPr lang="zh-CN" altLang="zh-CN" sz="2300" b="1" dirty="0">
                <a:solidFill>
                  <a:srgbClr val="0000FF"/>
                </a:solidFill>
                <a:latin typeface="华文楷体" panose="02010600040101010101" pitchFamily="2" charset="-122"/>
                <a:ea typeface="华文楷体" panose="02010600040101010101" pitchFamily="2" charset="-122"/>
              </a:rPr>
              <a:t>所以</a:t>
            </a:r>
            <a:r>
              <a:rPr lang="zh-CN" altLang="en-US" sz="2300" b="1" dirty="0">
                <a:solidFill>
                  <a:srgbClr val="0000FF"/>
                </a:solidFill>
                <a:latin typeface="华文楷体" panose="02010600040101010101" pitchFamily="2" charset="-122"/>
                <a:ea typeface="华文楷体" panose="02010600040101010101" pitchFamily="2" charset="-122"/>
              </a:rPr>
              <a:t>采用</a:t>
            </a:r>
            <a:r>
              <a:rPr lang="zh-CN" altLang="zh-CN" sz="2300" b="1" dirty="0">
                <a:solidFill>
                  <a:srgbClr val="0000FF"/>
                </a:solidFill>
                <a:latin typeface="华文楷体" panose="02010600040101010101" pitchFamily="2" charset="-122"/>
                <a:ea typeface="华文楷体" panose="02010600040101010101" pitchFamily="2" charset="-122"/>
              </a:rPr>
              <a:t>贪心法</a:t>
            </a:r>
            <a:r>
              <a:rPr lang="zh-CN" altLang="en-US" sz="2300" b="1" dirty="0">
                <a:solidFill>
                  <a:srgbClr val="0000FF"/>
                </a:solidFill>
                <a:latin typeface="华文楷体" panose="02010600040101010101" pitchFamily="2" charset="-122"/>
                <a:ea typeface="华文楷体" panose="02010600040101010101" pitchFamily="2" charset="-122"/>
              </a:rPr>
              <a:t>需要</a:t>
            </a:r>
            <a:r>
              <a:rPr lang="zh-CN" altLang="zh-CN" sz="2300" b="1" dirty="0">
                <a:solidFill>
                  <a:srgbClr val="0000FF"/>
                </a:solidFill>
                <a:latin typeface="华文楷体" panose="02010600040101010101" pitchFamily="2" charset="-122"/>
                <a:ea typeface="华文楷体" panose="02010600040101010101" pitchFamily="2" charset="-122"/>
              </a:rPr>
              <a:t>证明设计的算法确实是整体最优解或求解了它要解决的问题。</a:t>
            </a:r>
          </a:p>
        </p:txBody>
      </p:sp>
      <p:sp>
        <p:nvSpPr>
          <p:cNvPr id="6" name="Text Box 4"/>
          <p:cNvSpPr txBox="1">
            <a:spLocks noChangeArrowheads="1"/>
          </p:cNvSpPr>
          <p:nvPr/>
        </p:nvSpPr>
        <p:spPr bwMode="auto">
          <a:xfrm>
            <a:off x="763150" y="1383479"/>
            <a:ext cx="3598862" cy="519112"/>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pPr algn="ctr">
              <a:spcBef>
                <a:spcPct val="50000"/>
              </a:spcBef>
            </a:pPr>
            <a:r>
              <a:rPr lang="en-US" altLang="zh-CN" sz="2800" b="1" dirty="0">
                <a:solidFill>
                  <a:srgbClr val="FF0000"/>
                </a:solidFill>
                <a:latin typeface="华文楷体" panose="02010600040101010101" pitchFamily="2" charset="-122"/>
                <a:ea typeface="华文楷体" panose="02010600040101010101" pitchFamily="2" charset="-122"/>
                <a:cs typeface="Consolas" panose="020B0609020204030204" pitchFamily="49" charset="0"/>
              </a:rPr>
              <a:t>6.1.1 </a:t>
            </a:r>
            <a:r>
              <a:rPr lang="zh-CN" altLang="en-US" sz="2800" b="1" dirty="0">
                <a:solidFill>
                  <a:srgbClr val="FF0000"/>
                </a:solidFill>
                <a:latin typeface="华文楷体" panose="02010600040101010101" pitchFamily="2" charset="-122"/>
                <a:ea typeface="华文楷体" panose="02010600040101010101" pitchFamily="2" charset="-122"/>
                <a:cs typeface="Consolas" panose="020B0609020204030204" pitchFamily="49" charset="0"/>
              </a:rPr>
              <a:t>什么是贪心法</a:t>
            </a:r>
          </a:p>
        </p:txBody>
      </p:sp>
    </p:spTree>
  </p:cSld>
  <p:clrMapOvr>
    <a:overrideClrMapping bg1="lt1" tx1="dk1" bg2="lt2" tx2="dk2" accent1="accent1" accent2="accent2" accent3="accent3" accent4="accent4" accent5="accent5" accent6="accent6" hlink="hlink" folHlink="folHlink"/>
  </p:clrMapOvr>
  <p:transition/>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138446" y="1103336"/>
            <a:ext cx="8569325" cy="827021"/>
          </a:xfrm>
          <a:prstGeom prst="rect">
            <a:avLst/>
          </a:prstGeom>
          <a:solidFill>
            <a:schemeClr val="accent1">
              <a:lumMod val="20000"/>
              <a:lumOff val="80000"/>
            </a:schemeClr>
          </a:solidFill>
          <a:ln w="9525">
            <a:noFill/>
            <a:miter lim="800000"/>
          </a:ln>
          <a:effectLst/>
        </p:spPr>
        <p:txBody>
          <a:bodyPr>
            <a:spAutoFit/>
          </a:bodyPr>
          <a:lstStyle/>
          <a:p>
            <a:pPr>
              <a:lnSpc>
                <a:spcPts val="3000"/>
              </a:lnSpc>
              <a:spcBef>
                <a:spcPct val="50000"/>
              </a:spcBef>
            </a:pPr>
            <a:r>
              <a:rPr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en-US" sz="2000" b="1" dirty="0">
                <a:solidFill>
                  <a:srgbClr val="0000FF"/>
                </a:solidFill>
                <a:latin typeface="Consolas" panose="020B0609020204030204" pitchFamily="49" charset="0"/>
                <a:ea typeface="楷体" panose="02010609060101010101" pitchFamily="49" charset="-122"/>
                <a:cs typeface="Consolas" panose="020B0609020204030204" pitchFamily="49" charset="0"/>
              </a:rPr>
              <a:t>例如，求解一个带权无向图</a:t>
            </a:r>
            <a:r>
              <a:rPr lang="en-US" altLang="zh-CN" sz="2000" b="1" dirty="0">
                <a:solidFill>
                  <a:srgbClr val="0000FF"/>
                </a:solidFill>
                <a:latin typeface="Consolas" panose="020B0609020204030204" pitchFamily="49" charset="0"/>
                <a:ea typeface="楷体" panose="02010609060101010101" pitchFamily="49" charset="-122"/>
                <a:cs typeface="Consolas" panose="020B0609020204030204" pitchFamily="49" charset="0"/>
              </a:rPr>
              <a:t>G</a:t>
            </a:r>
            <a:r>
              <a:rPr lang="zh-CN" altLang="en-US" sz="2000" b="1" dirty="0">
                <a:solidFill>
                  <a:srgbClr val="0000FF"/>
                </a:solidFill>
                <a:latin typeface="Consolas" panose="020B0609020204030204" pitchFamily="49" charset="0"/>
                <a:ea typeface="楷体" panose="02010609060101010101" pitchFamily="49" charset="-122"/>
                <a:cs typeface="Consolas" panose="020B0609020204030204" pitchFamily="49" charset="0"/>
              </a:rPr>
              <a:t>中从顶点</a:t>
            </a:r>
            <a:r>
              <a:rPr lang="en-US" altLang="zh-CN" sz="2000" b="1" i="1" dirty="0" err="1">
                <a:solidFill>
                  <a:srgbClr val="0000FF"/>
                </a:solidFill>
                <a:latin typeface="Consolas" panose="020B0609020204030204" pitchFamily="49" charset="0"/>
                <a:ea typeface="楷体" panose="02010609060101010101" pitchFamily="49" charset="-122"/>
                <a:cs typeface="Consolas" panose="020B0609020204030204" pitchFamily="49" charset="0"/>
              </a:rPr>
              <a:t>i</a:t>
            </a:r>
            <a:r>
              <a:rPr lang="zh-CN" altLang="en-US" sz="2000" b="1" dirty="0">
                <a:solidFill>
                  <a:srgbClr val="0000FF"/>
                </a:solidFill>
                <a:latin typeface="Consolas" panose="020B0609020204030204" pitchFamily="49" charset="0"/>
                <a:ea typeface="楷体" panose="02010609060101010101" pitchFamily="49" charset="-122"/>
                <a:cs typeface="Consolas" panose="020B0609020204030204" pitchFamily="49" charset="0"/>
              </a:rPr>
              <a:t>到顶点</a:t>
            </a:r>
            <a:r>
              <a:rPr lang="en-US" altLang="zh-CN" sz="2000" b="1" i="1" dirty="0">
                <a:solidFill>
                  <a:srgbClr val="0000FF"/>
                </a:solidFill>
                <a:latin typeface="Consolas" panose="020B0609020204030204" pitchFamily="49" charset="0"/>
                <a:ea typeface="楷体" panose="02010609060101010101" pitchFamily="49" charset="-122"/>
                <a:cs typeface="Consolas" panose="020B0609020204030204" pitchFamily="49" charset="0"/>
              </a:rPr>
              <a:t>j</a:t>
            </a:r>
            <a:r>
              <a:rPr lang="zh-CN" altLang="en-US" sz="2000" b="1" dirty="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b="1" i="1" dirty="0" err="1">
                <a:solidFill>
                  <a:srgbClr val="0000FF"/>
                </a:solidFill>
                <a:latin typeface="Consolas" panose="020B0609020204030204" pitchFamily="49" charset="0"/>
                <a:ea typeface="楷体" panose="02010609060101010101" pitchFamily="49" charset="-122"/>
                <a:cs typeface="Consolas" panose="020B0609020204030204" pitchFamily="49" charset="0"/>
              </a:rPr>
              <a:t>i</a:t>
            </a:r>
            <a:r>
              <a:rPr lang="en-US" altLang="zh-CN" sz="2000" b="1" dirty="0" err="1">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b="1" i="1" dirty="0" err="1">
                <a:solidFill>
                  <a:srgbClr val="0000FF"/>
                </a:solidFill>
                <a:latin typeface="Consolas" panose="020B0609020204030204" pitchFamily="49" charset="0"/>
                <a:ea typeface="楷体" panose="02010609060101010101" pitchFamily="49" charset="-122"/>
                <a:cs typeface="Consolas" panose="020B0609020204030204" pitchFamily="49" charset="0"/>
              </a:rPr>
              <a:t>j</a:t>
            </a:r>
            <a:r>
              <a:rPr lang="zh-CN" altLang="en-US" sz="2000" b="1" dirty="0">
                <a:solidFill>
                  <a:srgbClr val="0000FF"/>
                </a:solidFill>
                <a:latin typeface="Consolas" panose="020B0609020204030204" pitchFamily="49" charset="0"/>
                <a:ea typeface="楷体" panose="02010609060101010101" pitchFamily="49" charset="-122"/>
                <a:cs typeface="Consolas" panose="020B0609020204030204" pitchFamily="49" charset="0"/>
              </a:rPr>
              <a:t>）的最短路径，可以分析出这样的最短路径一定是简单路径，所以约束条件为：</a:t>
            </a:r>
          </a:p>
        </p:txBody>
      </p:sp>
      <p:sp>
        <p:nvSpPr>
          <p:cNvPr id="4" name="Text Box 4"/>
          <p:cNvSpPr txBox="1">
            <a:spLocks noChangeArrowheads="1"/>
          </p:cNvSpPr>
          <p:nvPr/>
        </p:nvSpPr>
        <p:spPr bwMode="auto">
          <a:xfrm>
            <a:off x="764125" y="4093035"/>
            <a:ext cx="6553200" cy="446276"/>
          </a:xfrm>
          <a:prstGeom prst="rect">
            <a:avLst/>
          </a:prstGeom>
          <a:noFill/>
          <a:ln w="9525">
            <a:noFill/>
            <a:miter lim="800000"/>
          </a:ln>
          <a:effectLst/>
        </p:spPr>
        <p:txBody>
          <a:bodyPr>
            <a:spAutoFit/>
          </a:bodyPr>
          <a:lstStyle/>
          <a:p>
            <a:pPr>
              <a:spcBef>
                <a:spcPct val="50000"/>
              </a:spcBef>
            </a:pPr>
            <a:r>
              <a:rPr lang="zh-CN" altLang="en-US" sz="2300" b="1" dirty="0">
                <a:solidFill>
                  <a:srgbClr val="0000FF"/>
                </a:solidFill>
                <a:latin typeface="华文楷体" panose="02010600040101010101" pitchFamily="2" charset="-122"/>
                <a:ea typeface="华文楷体" panose="02010600040101010101" pitchFamily="2" charset="-122"/>
              </a:rPr>
              <a:t>目标函数就是要使这样的路径最短，即：</a:t>
            </a:r>
          </a:p>
        </p:txBody>
      </p:sp>
      <p:sp>
        <p:nvSpPr>
          <p:cNvPr id="5" name="Text Box 5"/>
          <p:cNvSpPr txBox="1">
            <a:spLocks noChangeArrowheads="1"/>
          </p:cNvSpPr>
          <p:nvPr/>
        </p:nvSpPr>
        <p:spPr bwMode="auto">
          <a:xfrm>
            <a:off x="477934" y="4855869"/>
            <a:ext cx="8358246" cy="1508105"/>
          </a:xfrm>
          <a:prstGeom prst="rect">
            <a:avLst/>
          </a:prstGeom>
          <a:noFill/>
          <a:ln w="9525">
            <a:noFill/>
            <a:miter lim="800000"/>
          </a:ln>
          <a:effectLst/>
        </p:spPr>
        <p:txBody>
          <a:bodyPr wrap="square">
            <a:spAutoFit/>
          </a:bodyPr>
          <a:lstStyle/>
          <a:p>
            <a:pPr>
              <a:spcBef>
                <a:spcPct val="50000"/>
              </a:spcBef>
            </a:pPr>
            <a:r>
              <a:rPr lang="zh-CN" altLang="en-US" sz="2300" dirty="0">
                <a:latin typeface="微软雅黑" panose="020B0503020204020204" charset="-122"/>
                <a:ea typeface="微软雅黑" panose="020B0503020204020204" charset="-122"/>
              </a:rPr>
              <a:t>　　　</a:t>
            </a:r>
            <a:r>
              <a:rPr lang="en-US" altLang="zh-CN" sz="2300" b="1" dirty="0">
                <a:solidFill>
                  <a:srgbClr val="0000FF"/>
                </a:solidFill>
                <a:latin typeface="华文楷体" panose="02010600040101010101" pitchFamily="2" charset="-122"/>
                <a:ea typeface="华文楷体" panose="02010600040101010101" pitchFamily="2" charset="-122"/>
              </a:rPr>
              <a:t>{ (</a:t>
            </a:r>
            <a:r>
              <a:rPr lang="en-US" altLang="zh-CN" sz="2300" b="1" dirty="0" err="1">
                <a:solidFill>
                  <a:srgbClr val="0000FF"/>
                </a:solidFill>
                <a:latin typeface="华文楷体" panose="02010600040101010101" pitchFamily="2" charset="-122"/>
                <a:ea typeface="华文楷体" panose="02010600040101010101" pitchFamily="2" charset="-122"/>
              </a:rPr>
              <a:t>i</a:t>
            </a:r>
            <a:r>
              <a:rPr lang="zh-CN" altLang="en-US" sz="2300" b="1" dirty="0">
                <a:solidFill>
                  <a:srgbClr val="0000FF"/>
                </a:solidFill>
                <a:latin typeface="华文楷体" panose="02010600040101010101" pitchFamily="2" charset="-122"/>
                <a:ea typeface="华文楷体" panose="02010600040101010101" pitchFamily="2" charset="-122"/>
              </a:rPr>
              <a:t>，</a:t>
            </a:r>
            <a:r>
              <a:rPr lang="en-US" altLang="zh-CN" sz="2300" b="1" dirty="0">
                <a:solidFill>
                  <a:srgbClr val="0000FF"/>
                </a:solidFill>
                <a:latin typeface="华文楷体" panose="02010600040101010101" pitchFamily="2" charset="-122"/>
                <a:ea typeface="华文楷体" panose="02010600040101010101" pitchFamily="2" charset="-122"/>
              </a:rPr>
              <a:t>i1)</a:t>
            </a:r>
            <a:r>
              <a:rPr lang="zh-CN" altLang="en-US" sz="2300" b="1" dirty="0">
                <a:solidFill>
                  <a:srgbClr val="0000FF"/>
                </a:solidFill>
                <a:latin typeface="华文楷体" panose="02010600040101010101" pitchFamily="2" charset="-122"/>
                <a:ea typeface="华文楷体" panose="02010600040101010101" pitchFamily="2" charset="-122"/>
              </a:rPr>
              <a:t>，</a:t>
            </a:r>
            <a:r>
              <a:rPr lang="en-US" altLang="zh-CN" sz="2300" b="1" dirty="0">
                <a:solidFill>
                  <a:srgbClr val="0000FF"/>
                </a:solidFill>
                <a:latin typeface="华文楷体" panose="02010600040101010101" pitchFamily="2" charset="-122"/>
                <a:ea typeface="华文楷体" panose="02010600040101010101" pitchFamily="2" charset="-122"/>
              </a:rPr>
              <a:t>(i1</a:t>
            </a:r>
            <a:r>
              <a:rPr lang="zh-CN" altLang="en-US" sz="2300" b="1" dirty="0">
                <a:solidFill>
                  <a:srgbClr val="0000FF"/>
                </a:solidFill>
                <a:latin typeface="华文楷体" panose="02010600040101010101" pitchFamily="2" charset="-122"/>
                <a:ea typeface="华文楷体" panose="02010600040101010101" pitchFamily="2" charset="-122"/>
              </a:rPr>
              <a:t>，</a:t>
            </a:r>
            <a:r>
              <a:rPr lang="en-US" altLang="zh-CN" sz="2300" b="1" dirty="0">
                <a:solidFill>
                  <a:srgbClr val="0000FF"/>
                </a:solidFill>
                <a:latin typeface="华文楷体" panose="02010600040101010101" pitchFamily="2" charset="-122"/>
                <a:ea typeface="华文楷体" panose="02010600040101010101" pitchFamily="2" charset="-122"/>
              </a:rPr>
              <a:t>i2)</a:t>
            </a:r>
            <a:r>
              <a:rPr lang="zh-CN" altLang="en-US" sz="2300" b="1" dirty="0">
                <a:solidFill>
                  <a:srgbClr val="0000FF"/>
                </a:solidFill>
                <a:latin typeface="华文楷体" panose="02010600040101010101" pitchFamily="2" charset="-122"/>
                <a:ea typeface="华文楷体" panose="02010600040101010101" pitchFamily="2" charset="-122"/>
              </a:rPr>
              <a:t>，</a:t>
            </a:r>
            <a:r>
              <a:rPr lang="en-US" altLang="zh-CN" sz="2300" b="1" dirty="0">
                <a:solidFill>
                  <a:srgbClr val="0000FF"/>
                </a:solidFill>
                <a:latin typeface="华文楷体" panose="02010600040101010101" pitchFamily="2" charset="-122"/>
                <a:ea typeface="华文楷体" panose="02010600040101010101" pitchFamily="2" charset="-122"/>
              </a:rPr>
              <a:t>…</a:t>
            </a:r>
            <a:r>
              <a:rPr lang="zh-CN" altLang="en-US" sz="2300" b="1" dirty="0">
                <a:solidFill>
                  <a:srgbClr val="0000FF"/>
                </a:solidFill>
                <a:latin typeface="华文楷体" panose="02010600040101010101" pitchFamily="2" charset="-122"/>
                <a:ea typeface="华文楷体" panose="02010600040101010101" pitchFamily="2" charset="-122"/>
              </a:rPr>
              <a:t>，</a:t>
            </a:r>
            <a:r>
              <a:rPr lang="en-US" altLang="zh-CN" sz="2300" b="1" dirty="0">
                <a:solidFill>
                  <a:srgbClr val="0000FF"/>
                </a:solidFill>
                <a:latin typeface="华文楷体" panose="02010600040101010101" pitchFamily="2" charset="-122"/>
                <a:ea typeface="华文楷体" panose="02010600040101010101" pitchFamily="2" charset="-122"/>
              </a:rPr>
              <a:t>(</a:t>
            </a:r>
            <a:r>
              <a:rPr lang="en-US" altLang="zh-CN" sz="2300" b="1" dirty="0" err="1">
                <a:solidFill>
                  <a:srgbClr val="0000FF"/>
                </a:solidFill>
                <a:latin typeface="华文楷体" panose="02010600040101010101" pitchFamily="2" charset="-122"/>
                <a:ea typeface="华文楷体" panose="02010600040101010101" pitchFamily="2" charset="-122"/>
              </a:rPr>
              <a:t>im</a:t>
            </a:r>
            <a:r>
              <a:rPr lang="zh-CN" altLang="en-US" sz="2300" b="1" dirty="0">
                <a:solidFill>
                  <a:srgbClr val="0000FF"/>
                </a:solidFill>
                <a:latin typeface="华文楷体" panose="02010600040101010101" pitchFamily="2" charset="-122"/>
                <a:ea typeface="华文楷体" panose="02010600040101010101" pitchFamily="2" charset="-122"/>
              </a:rPr>
              <a:t>，</a:t>
            </a:r>
            <a:r>
              <a:rPr lang="en-US" altLang="zh-CN" sz="2300" b="1" dirty="0">
                <a:solidFill>
                  <a:srgbClr val="0000FF"/>
                </a:solidFill>
                <a:latin typeface="华文楷体" panose="02010600040101010101" pitchFamily="2" charset="-122"/>
                <a:ea typeface="华文楷体" panose="02010600040101010101" pitchFamily="2" charset="-122"/>
              </a:rPr>
              <a:t>j)  | </a:t>
            </a:r>
          </a:p>
          <a:p>
            <a:pPr>
              <a:spcBef>
                <a:spcPct val="50000"/>
              </a:spcBef>
            </a:pPr>
            <a:r>
              <a:rPr lang="en-US" altLang="zh-CN" sz="2300" b="1" dirty="0">
                <a:solidFill>
                  <a:srgbClr val="0000FF"/>
                </a:solidFill>
                <a:latin typeface="华文楷体" panose="02010600040101010101" pitchFamily="2" charset="-122"/>
                <a:ea typeface="华文楷体" panose="02010600040101010101" pitchFamily="2" charset="-122"/>
              </a:rPr>
              <a:t>                  pathlength=w(</a:t>
            </a:r>
            <a:r>
              <a:rPr lang="en-US" altLang="zh-CN" sz="2300" b="1" dirty="0" err="1">
                <a:solidFill>
                  <a:srgbClr val="0000FF"/>
                </a:solidFill>
                <a:latin typeface="华文楷体" panose="02010600040101010101" pitchFamily="2" charset="-122"/>
                <a:ea typeface="华文楷体" panose="02010600040101010101" pitchFamily="2" charset="-122"/>
              </a:rPr>
              <a:t>i</a:t>
            </a:r>
            <a:r>
              <a:rPr lang="zh-CN" altLang="en-US" sz="2300" b="1" dirty="0">
                <a:solidFill>
                  <a:srgbClr val="0000FF"/>
                </a:solidFill>
                <a:latin typeface="华文楷体" panose="02010600040101010101" pitchFamily="2" charset="-122"/>
                <a:ea typeface="华文楷体" panose="02010600040101010101" pitchFamily="2" charset="-122"/>
              </a:rPr>
              <a:t>，</a:t>
            </a:r>
            <a:r>
              <a:rPr lang="en-US" altLang="zh-CN" sz="2300" b="1" dirty="0">
                <a:solidFill>
                  <a:srgbClr val="0000FF"/>
                </a:solidFill>
                <a:latin typeface="华文楷体" panose="02010600040101010101" pitchFamily="2" charset="-122"/>
                <a:ea typeface="华文楷体" panose="02010600040101010101" pitchFamily="2" charset="-122"/>
              </a:rPr>
              <a:t>i1)+w(i1</a:t>
            </a:r>
            <a:r>
              <a:rPr lang="zh-CN" altLang="en-US" sz="2300" b="1" dirty="0">
                <a:solidFill>
                  <a:srgbClr val="0000FF"/>
                </a:solidFill>
                <a:latin typeface="华文楷体" panose="02010600040101010101" pitchFamily="2" charset="-122"/>
                <a:ea typeface="华文楷体" panose="02010600040101010101" pitchFamily="2" charset="-122"/>
              </a:rPr>
              <a:t>，</a:t>
            </a:r>
            <a:r>
              <a:rPr lang="en-US" altLang="zh-CN" sz="2300" b="1" dirty="0">
                <a:solidFill>
                  <a:srgbClr val="0000FF"/>
                </a:solidFill>
                <a:latin typeface="华文楷体" panose="02010600040101010101" pitchFamily="2" charset="-122"/>
                <a:ea typeface="华文楷体" panose="02010600040101010101" pitchFamily="2" charset="-122"/>
              </a:rPr>
              <a:t>i2)+…+w(</a:t>
            </a:r>
            <a:r>
              <a:rPr lang="en-US" altLang="zh-CN" sz="2300" b="1" dirty="0" err="1">
                <a:solidFill>
                  <a:srgbClr val="0000FF"/>
                </a:solidFill>
                <a:latin typeface="华文楷体" panose="02010600040101010101" pitchFamily="2" charset="-122"/>
                <a:ea typeface="华文楷体" panose="02010600040101010101" pitchFamily="2" charset="-122"/>
              </a:rPr>
              <a:t>im</a:t>
            </a:r>
            <a:r>
              <a:rPr lang="zh-CN" altLang="en-US" sz="2300" b="1" dirty="0">
                <a:solidFill>
                  <a:srgbClr val="0000FF"/>
                </a:solidFill>
                <a:latin typeface="华文楷体" panose="02010600040101010101" pitchFamily="2" charset="-122"/>
                <a:ea typeface="华文楷体" panose="02010600040101010101" pitchFamily="2" charset="-122"/>
              </a:rPr>
              <a:t>，</a:t>
            </a:r>
            <a:r>
              <a:rPr lang="en-US" altLang="zh-CN" sz="2300" b="1" dirty="0">
                <a:solidFill>
                  <a:srgbClr val="0000FF"/>
                </a:solidFill>
                <a:latin typeface="华文楷体" panose="02010600040101010101" pitchFamily="2" charset="-122"/>
                <a:ea typeface="华文楷体" panose="02010600040101010101" pitchFamily="2" charset="-122"/>
              </a:rPr>
              <a:t>j)</a:t>
            </a:r>
            <a:r>
              <a:rPr lang="zh-CN" altLang="en-US" sz="2300" b="1" dirty="0">
                <a:solidFill>
                  <a:srgbClr val="0000FF"/>
                </a:solidFill>
                <a:latin typeface="华文楷体" panose="02010600040101010101" pitchFamily="2" charset="-122"/>
                <a:ea typeface="华文楷体" panose="02010600040101010101" pitchFamily="2" charset="-122"/>
              </a:rPr>
              <a:t>，</a:t>
            </a:r>
          </a:p>
          <a:p>
            <a:pPr>
              <a:spcBef>
                <a:spcPct val="50000"/>
              </a:spcBef>
            </a:pPr>
            <a:r>
              <a:rPr lang="zh-CN" altLang="en-US" sz="2300" b="1" dirty="0">
                <a:solidFill>
                  <a:srgbClr val="0000FF"/>
                </a:solidFill>
                <a:latin typeface="华文楷体" panose="02010600040101010101" pitchFamily="2" charset="-122"/>
                <a:ea typeface="华文楷体" panose="02010600040101010101" pitchFamily="2" charset="-122"/>
              </a:rPr>
              <a:t>                  </a:t>
            </a:r>
            <a:r>
              <a:rPr lang="en-US" altLang="zh-CN" sz="2300" b="1" dirty="0">
                <a:solidFill>
                  <a:srgbClr val="0000FF"/>
                </a:solidFill>
                <a:latin typeface="华文楷体" panose="02010600040101010101" pitchFamily="2" charset="-122"/>
                <a:ea typeface="华文楷体" panose="02010600040101010101" pitchFamily="2" charset="-122"/>
              </a:rPr>
              <a:t>w(</a:t>
            </a:r>
            <a:r>
              <a:rPr lang="en-US" altLang="zh-CN" sz="2300" b="1" dirty="0" err="1">
                <a:solidFill>
                  <a:srgbClr val="0000FF"/>
                </a:solidFill>
                <a:latin typeface="华文楷体" panose="02010600040101010101" pitchFamily="2" charset="-122"/>
                <a:ea typeface="华文楷体" panose="02010600040101010101" pitchFamily="2" charset="-122"/>
              </a:rPr>
              <a:t>i</a:t>
            </a:r>
            <a:r>
              <a:rPr lang="zh-CN" altLang="en-US" sz="2300" b="1" dirty="0">
                <a:solidFill>
                  <a:srgbClr val="0000FF"/>
                </a:solidFill>
                <a:latin typeface="华文楷体" panose="02010600040101010101" pitchFamily="2" charset="-122"/>
                <a:ea typeface="华文楷体" panose="02010600040101010101" pitchFamily="2" charset="-122"/>
              </a:rPr>
              <a:t>，</a:t>
            </a:r>
            <a:r>
              <a:rPr lang="en-US" altLang="zh-CN" sz="2300" b="1" dirty="0">
                <a:solidFill>
                  <a:srgbClr val="0000FF"/>
                </a:solidFill>
                <a:latin typeface="华文楷体" panose="02010600040101010101" pitchFamily="2" charset="-122"/>
                <a:ea typeface="华文楷体" panose="02010600040101010101" pitchFamily="2" charset="-122"/>
              </a:rPr>
              <a:t>k)</a:t>
            </a:r>
            <a:r>
              <a:rPr lang="zh-CN" altLang="en-US" sz="2300" b="1" dirty="0">
                <a:solidFill>
                  <a:srgbClr val="0000FF"/>
                </a:solidFill>
                <a:latin typeface="华文楷体" panose="02010600040101010101" pitchFamily="2" charset="-122"/>
                <a:ea typeface="华文楷体" panose="02010600040101010101" pitchFamily="2" charset="-122"/>
              </a:rPr>
              <a:t>表示</a:t>
            </a:r>
            <a:r>
              <a:rPr lang="en-US" altLang="zh-CN" sz="2300" b="1" dirty="0">
                <a:solidFill>
                  <a:srgbClr val="0000FF"/>
                </a:solidFill>
                <a:latin typeface="华文楷体" panose="02010600040101010101" pitchFamily="2" charset="-122"/>
                <a:ea typeface="华文楷体" panose="02010600040101010101" pitchFamily="2" charset="-122"/>
              </a:rPr>
              <a:t>(</a:t>
            </a:r>
            <a:r>
              <a:rPr lang="en-US" altLang="zh-CN" sz="2300" b="1" dirty="0" err="1">
                <a:solidFill>
                  <a:srgbClr val="0000FF"/>
                </a:solidFill>
                <a:latin typeface="华文楷体" panose="02010600040101010101" pitchFamily="2" charset="-122"/>
                <a:ea typeface="华文楷体" panose="02010600040101010101" pitchFamily="2" charset="-122"/>
              </a:rPr>
              <a:t>i</a:t>
            </a:r>
            <a:r>
              <a:rPr lang="zh-CN" altLang="en-US" sz="2300" b="1" dirty="0">
                <a:solidFill>
                  <a:srgbClr val="0000FF"/>
                </a:solidFill>
                <a:latin typeface="华文楷体" panose="02010600040101010101" pitchFamily="2" charset="-122"/>
                <a:ea typeface="华文楷体" panose="02010600040101010101" pitchFamily="2" charset="-122"/>
              </a:rPr>
              <a:t>，</a:t>
            </a:r>
            <a:r>
              <a:rPr lang="en-US" altLang="zh-CN" sz="2300" b="1" dirty="0">
                <a:solidFill>
                  <a:srgbClr val="0000FF"/>
                </a:solidFill>
                <a:latin typeface="华文楷体" panose="02010600040101010101" pitchFamily="2" charset="-122"/>
                <a:ea typeface="华文楷体" panose="02010600040101010101" pitchFamily="2" charset="-122"/>
              </a:rPr>
              <a:t>k)</a:t>
            </a:r>
            <a:r>
              <a:rPr lang="zh-CN" altLang="en-US" sz="2300" b="1" dirty="0">
                <a:solidFill>
                  <a:srgbClr val="0000FF"/>
                </a:solidFill>
                <a:latin typeface="华文楷体" panose="02010600040101010101" pitchFamily="2" charset="-122"/>
                <a:ea typeface="华文楷体" panose="02010600040101010101" pitchFamily="2" charset="-122"/>
              </a:rPr>
              <a:t>的权值 </a:t>
            </a:r>
            <a:r>
              <a:rPr lang="en-US" altLang="zh-CN" sz="2300" b="1" dirty="0">
                <a:solidFill>
                  <a:srgbClr val="0000FF"/>
                </a:solidFill>
                <a:latin typeface="华文楷体" panose="02010600040101010101" pitchFamily="2" charset="-122"/>
                <a:ea typeface="华文楷体" panose="02010600040101010101" pitchFamily="2" charset="-122"/>
              </a:rPr>
              <a:t>}</a:t>
            </a:r>
          </a:p>
        </p:txBody>
      </p:sp>
      <p:sp>
        <p:nvSpPr>
          <p:cNvPr id="6" name="Rectangle 7"/>
          <p:cNvSpPr>
            <a:spLocks noChangeArrowheads="1"/>
          </p:cNvSpPr>
          <p:nvPr/>
        </p:nvSpPr>
        <p:spPr bwMode="auto">
          <a:xfrm>
            <a:off x="-161364" y="3908369"/>
            <a:ext cx="184731" cy="369332"/>
          </a:xfrm>
          <a:prstGeom prst="rect">
            <a:avLst/>
          </a:prstGeom>
          <a:noFill/>
          <a:ln w="9525">
            <a:noFill/>
            <a:miter lim="800000"/>
          </a:ln>
          <a:effectLst/>
        </p:spPr>
        <p:txBody>
          <a:bodyPr wrap="none" anchor="ctr">
            <a:spAutoFit/>
          </a:bodyPr>
          <a:lstStyle/>
          <a:p>
            <a:endParaRPr lang="zh-CN" altLang="en-US">
              <a:latin typeface="Consolas" panose="020B0609020204030204" pitchFamily="49" charset="0"/>
              <a:cs typeface="Consolas" panose="020B0609020204030204" pitchFamily="49" charset="0"/>
            </a:endParaRPr>
          </a:p>
        </p:txBody>
      </p:sp>
      <p:graphicFrame>
        <p:nvGraphicFramePr>
          <p:cNvPr id="8" name="Object 6"/>
          <p:cNvGraphicFramePr>
            <a:graphicFrameLocks noChangeAspect="1"/>
          </p:cNvGraphicFramePr>
          <p:nvPr>
            <p:extLst>
              <p:ext uri="{D42A27DB-BD31-4B8C-83A1-F6EECF244321}">
                <p14:modId xmlns:p14="http://schemas.microsoft.com/office/powerpoint/2010/main" val="3668175198"/>
              </p:ext>
            </p:extLst>
          </p:nvPr>
        </p:nvGraphicFramePr>
        <p:xfrm>
          <a:off x="201613" y="4741863"/>
          <a:ext cx="1279525" cy="744537"/>
        </p:xfrm>
        <a:graphic>
          <a:graphicData uri="http://schemas.openxmlformats.org/presentationml/2006/ole">
            <mc:AlternateContent xmlns:mc="http://schemas.openxmlformats.org/markup-compatibility/2006">
              <mc:Choice xmlns:v="urn:schemas-microsoft-com:vml" Requires="v">
                <p:oleObj name="公式" r:id="rId5" imgW="507960" imgH="291960" progId="Equation.3">
                  <p:embed/>
                </p:oleObj>
              </mc:Choice>
              <mc:Fallback>
                <p:oleObj name="公式" r:id="rId5" imgW="507960" imgH="291960" progId="Equation.3">
                  <p:embed/>
                  <p:pic>
                    <p:nvPicPr>
                      <p:cNvPr id="0" name="Object 6"/>
                      <p:cNvPicPr>
                        <a:picLocks noChangeAspect="1" noChangeArrowheads="1"/>
                      </p:cNvPicPr>
                      <p:nvPr/>
                    </p:nvPicPr>
                    <p:blipFill>
                      <a:blip r:embed="rId6"/>
                      <a:srcRect/>
                      <a:stretch>
                        <a:fillRect/>
                      </a:stretch>
                    </p:blipFill>
                    <p:spPr bwMode="auto">
                      <a:xfrm>
                        <a:off x="201613" y="4741863"/>
                        <a:ext cx="1279525" cy="744537"/>
                      </a:xfrm>
                      <a:prstGeom prst="rect">
                        <a:avLst/>
                      </a:prstGeom>
                      <a:solidFill>
                        <a:schemeClr val="bg1"/>
                      </a:solidFill>
                    </p:spPr>
                  </p:pic>
                </p:oleObj>
              </mc:Fallback>
            </mc:AlternateContent>
          </a:graphicData>
        </a:graphic>
      </p:graphicFrame>
      <p:sp>
        <p:nvSpPr>
          <p:cNvPr id="10" name="Text Box 8"/>
          <p:cNvSpPr txBox="1">
            <a:spLocks noChangeArrowheads="1"/>
          </p:cNvSpPr>
          <p:nvPr/>
        </p:nvSpPr>
        <p:spPr bwMode="auto">
          <a:xfrm>
            <a:off x="410789" y="1978245"/>
            <a:ext cx="8137525" cy="1103572"/>
          </a:xfrm>
          <a:prstGeom prst="rect">
            <a:avLst/>
          </a:prstGeom>
          <a:noFill/>
          <a:ln w="9525">
            <a:noFill/>
            <a:miter lim="800000"/>
          </a:ln>
          <a:effectLst/>
        </p:spPr>
        <p:txBody>
          <a:bodyPr>
            <a:spAutoFit/>
          </a:bodyPr>
          <a:lstStyle/>
          <a:p>
            <a:pPr>
              <a:lnSpc>
                <a:spcPct val="150000"/>
              </a:lnSpc>
              <a:spcBef>
                <a:spcPct val="50000"/>
              </a:spcBef>
            </a:pPr>
            <a:r>
              <a:rPr lang="zh-CN" altLang="en-US" sz="2300" b="1" dirty="0">
                <a:solidFill>
                  <a:srgbClr val="0000FF"/>
                </a:solidFill>
                <a:latin typeface="华文楷体" panose="02010600040101010101" pitchFamily="2" charset="-122"/>
                <a:ea typeface="华文楷体" panose="02010600040101010101" pitchFamily="2" charset="-122"/>
              </a:rPr>
              <a:t>求解的路径为</a:t>
            </a:r>
            <a:r>
              <a:rPr lang="en-US" altLang="zh-CN" sz="2300" b="1" dirty="0">
                <a:solidFill>
                  <a:srgbClr val="0000FF"/>
                </a:solidFill>
                <a:latin typeface="华文楷体" panose="02010600040101010101" pitchFamily="2" charset="-122"/>
                <a:ea typeface="华文楷体" panose="02010600040101010101" pitchFamily="2" charset="-122"/>
              </a:rPr>
              <a:t>{ (</a:t>
            </a:r>
            <a:r>
              <a:rPr lang="en-US" altLang="zh-CN" sz="2300" b="1" dirty="0" err="1">
                <a:solidFill>
                  <a:srgbClr val="0000FF"/>
                </a:solidFill>
                <a:latin typeface="华文楷体" panose="02010600040101010101" pitchFamily="2" charset="-122"/>
                <a:ea typeface="华文楷体" panose="02010600040101010101" pitchFamily="2" charset="-122"/>
              </a:rPr>
              <a:t>i</a:t>
            </a:r>
            <a:r>
              <a:rPr lang="zh-CN" altLang="en-US" sz="2300" b="1" dirty="0">
                <a:solidFill>
                  <a:srgbClr val="0000FF"/>
                </a:solidFill>
                <a:latin typeface="华文楷体" panose="02010600040101010101" pitchFamily="2" charset="-122"/>
                <a:ea typeface="华文楷体" panose="02010600040101010101" pitchFamily="2" charset="-122"/>
              </a:rPr>
              <a:t>，</a:t>
            </a:r>
            <a:r>
              <a:rPr lang="en-US" altLang="zh-CN" sz="2300" b="1" dirty="0">
                <a:solidFill>
                  <a:srgbClr val="0000FF"/>
                </a:solidFill>
                <a:latin typeface="华文楷体" panose="02010600040101010101" pitchFamily="2" charset="-122"/>
                <a:ea typeface="华文楷体" panose="02010600040101010101" pitchFamily="2" charset="-122"/>
              </a:rPr>
              <a:t>i1)</a:t>
            </a:r>
            <a:r>
              <a:rPr lang="zh-CN" altLang="en-US" sz="2300" b="1" dirty="0">
                <a:solidFill>
                  <a:srgbClr val="0000FF"/>
                </a:solidFill>
                <a:latin typeface="华文楷体" panose="02010600040101010101" pitchFamily="2" charset="-122"/>
                <a:ea typeface="华文楷体" panose="02010600040101010101" pitchFamily="2" charset="-122"/>
              </a:rPr>
              <a:t>，</a:t>
            </a:r>
            <a:r>
              <a:rPr lang="en-US" altLang="zh-CN" sz="2300" b="1" dirty="0">
                <a:solidFill>
                  <a:srgbClr val="0000FF"/>
                </a:solidFill>
                <a:latin typeface="华文楷体" panose="02010600040101010101" pitchFamily="2" charset="-122"/>
                <a:ea typeface="华文楷体" panose="02010600040101010101" pitchFamily="2" charset="-122"/>
              </a:rPr>
              <a:t>(i1</a:t>
            </a:r>
            <a:r>
              <a:rPr lang="zh-CN" altLang="en-US" sz="2300" b="1" dirty="0">
                <a:solidFill>
                  <a:srgbClr val="0000FF"/>
                </a:solidFill>
                <a:latin typeface="华文楷体" panose="02010600040101010101" pitchFamily="2" charset="-122"/>
                <a:ea typeface="华文楷体" panose="02010600040101010101" pitchFamily="2" charset="-122"/>
              </a:rPr>
              <a:t>，</a:t>
            </a:r>
            <a:r>
              <a:rPr lang="en-US" altLang="zh-CN" sz="2300" b="1" dirty="0">
                <a:solidFill>
                  <a:srgbClr val="0000FF"/>
                </a:solidFill>
                <a:latin typeface="华文楷体" panose="02010600040101010101" pitchFamily="2" charset="-122"/>
                <a:ea typeface="华文楷体" panose="02010600040101010101" pitchFamily="2" charset="-122"/>
              </a:rPr>
              <a:t>i2)</a:t>
            </a:r>
            <a:r>
              <a:rPr lang="zh-CN" altLang="en-US" sz="2300" b="1" dirty="0">
                <a:solidFill>
                  <a:srgbClr val="0000FF"/>
                </a:solidFill>
                <a:latin typeface="华文楷体" panose="02010600040101010101" pitchFamily="2" charset="-122"/>
                <a:ea typeface="华文楷体" panose="02010600040101010101" pitchFamily="2" charset="-122"/>
              </a:rPr>
              <a:t>，</a:t>
            </a:r>
            <a:r>
              <a:rPr lang="en-US" altLang="zh-CN" sz="2300" b="1" dirty="0">
                <a:solidFill>
                  <a:srgbClr val="0000FF"/>
                </a:solidFill>
                <a:latin typeface="华文楷体" panose="02010600040101010101" pitchFamily="2" charset="-122"/>
                <a:ea typeface="华文楷体" panose="02010600040101010101" pitchFamily="2" charset="-122"/>
              </a:rPr>
              <a:t>…</a:t>
            </a:r>
            <a:r>
              <a:rPr lang="zh-CN" altLang="en-US" sz="2300" b="1" dirty="0">
                <a:solidFill>
                  <a:srgbClr val="0000FF"/>
                </a:solidFill>
                <a:latin typeface="华文楷体" panose="02010600040101010101" pitchFamily="2" charset="-122"/>
                <a:ea typeface="华文楷体" panose="02010600040101010101" pitchFamily="2" charset="-122"/>
              </a:rPr>
              <a:t>，</a:t>
            </a:r>
            <a:r>
              <a:rPr lang="en-US" altLang="zh-CN" sz="2300" b="1" dirty="0">
                <a:solidFill>
                  <a:srgbClr val="0000FF"/>
                </a:solidFill>
                <a:latin typeface="华文楷体" panose="02010600040101010101" pitchFamily="2" charset="-122"/>
                <a:ea typeface="华文楷体" panose="02010600040101010101" pitchFamily="2" charset="-122"/>
              </a:rPr>
              <a:t>(</a:t>
            </a:r>
            <a:r>
              <a:rPr lang="en-US" altLang="zh-CN" sz="2300" b="1" dirty="0" err="1">
                <a:solidFill>
                  <a:srgbClr val="0000FF"/>
                </a:solidFill>
                <a:latin typeface="华文楷体" panose="02010600040101010101" pitchFamily="2" charset="-122"/>
                <a:ea typeface="华文楷体" panose="02010600040101010101" pitchFamily="2" charset="-122"/>
              </a:rPr>
              <a:t>im</a:t>
            </a:r>
            <a:r>
              <a:rPr lang="zh-CN" altLang="en-US" sz="2300" b="1" dirty="0">
                <a:solidFill>
                  <a:srgbClr val="0000FF"/>
                </a:solidFill>
                <a:latin typeface="华文楷体" panose="02010600040101010101" pitchFamily="2" charset="-122"/>
                <a:ea typeface="华文楷体" panose="02010600040101010101" pitchFamily="2" charset="-122"/>
              </a:rPr>
              <a:t>，</a:t>
            </a:r>
            <a:r>
              <a:rPr lang="en-US" altLang="zh-CN" sz="2300" b="1" dirty="0">
                <a:solidFill>
                  <a:srgbClr val="0000FF"/>
                </a:solidFill>
                <a:latin typeface="华文楷体" panose="02010600040101010101" pitchFamily="2" charset="-122"/>
                <a:ea typeface="华文楷体" panose="02010600040101010101" pitchFamily="2" charset="-122"/>
              </a:rPr>
              <a:t>j) | (</a:t>
            </a:r>
            <a:r>
              <a:rPr lang="en-US" altLang="zh-CN" sz="2300" b="1" dirty="0" err="1">
                <a:solidFill>
                  <a:srgbClr val="0000FF"/>
                </a:solidFill>
                <a:latin typeface="华文楷体" panose="02010600040101010101" pitchFamily="2" charset="-122"/>
                <a:ea typeface="华文楷体" panose="02010600040101010101" pitchFamily="2" charset="-122"/>
              </a:rPr>
              <a:t>i</a:t>
            </a:r>
            <a:r>
              <a:rPr lang="zh-CN" altLang="en-US" sz="2300" b="1" dirty="0">
                <a:solidFill>
                  <a:srgbClr val="0000FF"/>
                </a:solidFill>
                <a:latin typeface="华文楷体" panose="02010600040101010101" pitchFamily="2" charset="-122"/>
                <a:ea typeface="华文楷体" panose="02010600040101010101" pitchFamily="2" charset="-122"/>
              </a:rPr>
              <a:t>，</a:t>
            </a:r>
            <a:r>
              <a:rPr lang="en-US" altLang="zh-CN" sz="2300" b="1" dirty="0">
                <a:solidFill>
                  <a:srgbClr val="0000FF"/>
                </a:solidFill>
                <a:latin typeface="华文楷体" panose="02010600040101010101" pitchFamily="2" charset="-122"/>
                <a:ea typeface="华文楷体" panose="02010600040101010101" pitchFamily="2" charset="-122"/>
              </a:rPr>
              <a:t>i1)</a:t>
            </a:r>
            <a:r>
              <a:rPr lang="zh-CN" altLang="en-US" sz="2300" b="1" dirty="0">
                <a:solidFill>
                  <a:srgbClr val="0000FF"/>
                </a:solidFill>
                <a:latin typeface="华文楷体" panose="02010600040101010101" pitchFamily="2" charset="-122"/>
                <a:ea typeface="华文楷体" panose="02010600040101010101" pitchFamily="2" charset="-122"/>
              </a:rPr>
              <a:t>、</a:t>
            </a:r>
            <a:r>
              <a:rPr lang="en-US" altLang="zh-CN" sz="2300" b="1" dirty="0">
                <a:solidFill>
                  <a:srgbClr val="0000FF"/>
                </a:solidFill>
                <a:latin typeface="华文楷体" panose="02010600040101010101" pitchFamily="2" charset="-122"/>
                <a:ea typeface="华文楷体" panose="02010600040101010101" pitchFamily="2" charset="-122"/>
              </a:rPr>
              <a:t>(i1</a:t>
            </a:r>
            <a:r>
              <a:rPr lang="zh-CN" altLang="en-US" sz="2300" b="1" dirty="0">
                <a:solidFill>
                  <a:srgbClr val="0000FF"/>
                </a:solidFill>
                <a:latin typeface="华文楷体" panose="02010600040101010101" pitchFamily="2" charset="-122"/>
                <a:ea typeface="华文楷体" panose="02010600040101010101" pitchFamily="2" charset="-122"/>
              </a:rPr>
              <a:t>，</a:t>
            </a:r>
            <a:r>
              <a:rPr lang="en-US" altLang="zh-CN" sz="2300" b="1" dirty="0">
                <a:solidFill>
                  <a:srgbClr val="0000FF"/>
                </a:solidFill>
                <a:latin typeface="华文楷体" panose="02010600040101010101" pitchFamily="2" charset="-122"/>
                <a:ea typeface="华文楷体" panose="02010600040101010101" pitchFamily="2" charset="-122"/>
              </a:rPr>
              <a:t>i2)</a:t>
            </a:r>
            <a:r>
              <a:rPr lang="zh-CN" altLang="en-US" sz="2300" b="1" dirty="0">
                <a:solidFill>
                  <a:srgbClr val="0000FF"/>
                </a:solidFill>
                <a:latin typeface="华文楷体" panose="02010600040101010101" pitchFamily="2" charset="-122"/>
                <a:ea typeface="华文楷体" panose="02010600040101010101" pitchFamily="2" charset="-122"/>
              </a:rPr>
              <a:t>、</a:t>
            </a:r>
            <a:r>
              <a:rPr lang="en-US" altLang="zh-CN" sz="2300" b="1" dirty="0">
                <a:solidFill>
                  <a:srgbClr val="0000FF"/>
                </a:solidFill>
                <a:latin typeface="华文楷体" panose="02010600040101010101" pitchFamily="2" charset="-122"/>
                <a:ea typeface="华文楷体" panose="02010600040101010101" pitchFamily="2" charset="-122"/>
              </a:rPr>
              <a:t>…</a:t>
            </a:r>
            <a:r>
              <a:rPr lang="zh-CN" altLang="en-US" sz="2300" b="1" dirty="0">
                <a:solidFill>
                  <a:srgbClr val="0000FF"/>
                </a:solidFill>
                <a:latin typeface="华文楷体" panose="02010600040101010101" pitchFamily="2" charset="-122"/>
                <a:ea typeface="华文楷体" panose="02010600040101010101" pitchFamily="2" charset="-122"/>
              </a:rPr>
              <a:t>、</a:t>
            </a:r>
            <a:r>
              <a:rPr lang="en-US" altLang="zh-CN" sz="2300" b="1" dirty="0">
                <a:solidFill>
                  <a:srgbClr val="0000FF"/>
                </a:solidFill>
                <a:latin typeface="华文楷体" panose="02010600040101010101" pitchFamily="2" charset="-122"/>
                <a:ea typeface="华文楷体" panose="02010600040101010101" pitchFamily="2" charset="-122"/>
              </a:rPr>
              <a:t>(</a:t>
            </a:r>
            <a:r>
              <a:rPr lang="en-US" altLang="zh-CN" sz="2300" b="1" dirty="0" err="1">
                <a:solidFill>
                  <a:srgbClr val="0000FF"/>
                </a:solidFill>
                <a:latin typeface="华文楷体" panose="02010600040101010101" pitchFamily="2" charset="-122"/>
                <a:ea typeface="华文楷体" panose="02010600040101010101" pitchFamily="2" charset="-122"/>
              </a:rPr>
              <a:t>im</a:t>
            </a:r>
            <a:r>
              <a:rPr lang="zh-CN" altLang="en-US" sz="2300" b="1" dirty="0">
                <a:solidFill>
                  <a:srgbClr val="0000FF"/>
                </a:solidFill>
                <a:latin typeface="华文楷体" panose="02010600040101010101" pitchFamily="2" charset="-122"/>
                <a:ea typeface="华文楷体" panose="02010600040101010101" pitchFamily="2" charset="-122"/>
              </a:rPr>
              <a:t>，</a:t>
            </a:r>
            <a:r>
              <a:rPr lang="en-US" altLang="zh-CN" sz="2300" b="1" dirty="0">
                <a:solidFill>
                  <a:srgbClr val="0000FF"/>
                </a:solidFill>
                <a:latin typeface="华文楷体" panose="02010600040101010101" pitchFamily="2" charset="-122"/>
                <a:ea typeface="华文楷体" panose="02010600040101010101" pitchFamily="2" charset="-122"/>
              </a:rPr>
              <a:t>j)</a:t>
            </a:r>
            <a:r>
              <a:rPr lang="zh-CN" altLang="en-US" sz="2300" b="1" dirty="0">
                <a:solidFill>
                  <a:srgbClr val="0000FF"/>
                </a:solidFill>
                <a:latin typeface="华文楷体" panose="02010600040101010101" pitchFamily="2" charset="-122"/>
                <a:ea typeface="华文楷体" panose="02010600040101010101" pitchFamily="2" charset="-122"/>
              </a:rPr>
              <a:t>均为图</a:t>
            </a:r>
            <a:r>
              <a:rPr lang="en-US" altLang="zh-CN" sz="2300" b="1" dirty="0">
                <a:solidFill>
                  <a:srgbClr val="0000FF"/>
                </a:solidFill>
                <a:latin typeface="华文楷体" panose="02010600040101010101" pitchFamily="2" charset="-122"/>
                <a:ea typeface="华文楷体" panose="02010600040101010101" pitchFamily="2" charset="-122"/>
              </a:rPr>
              <a:t>G</a:t>
            </a:r>
            <a:r>
              <a:rPr lang="zh-CN" altLang="en-US" sz="2300" b="1" dirty="0">
                <a:solidFill>
                  <a:srgbClr val="0000FF"/>
                </a:solidFill>
                <a:latin typeface="华文楷体" panose="02010600040101010101" pitchFamily="2" charset="-122"/>
                <a:ea typeface="华文楷体" panose="02010600040101010101" pitchFamily="2" charset="-122"/>
              </a:rPr>
              <a:t>的边，且</a:t>
            </a:r>
            <a:r>
              <a:rPr lang="en-US" altLang="zh-CN" sz="2300" b="1" dirty="0" err="1">
                <a:solidFill>
                  <a:srgbClr val="0000FF"/>
                </a:solidFill>
                <a:latin typeface="华文楷体" panose="02010600040101010101" pitchFamily="2" charset="-122"/>
                <a:ea typeface="华文楷体" panose="02010600040101010101" pitchFamily="2" charset="-122"/>
              </a:rPr>
              <a:t>ik</a:t>
            </a:r>
            <a:r>
              <a:rPr lang="zh-CN" altLang="en-US" sz="2300" b="1" dirty="0">
                <a:solidFill>
                  <a:srgbClr val="0000FF"/>
                </a:solidFill>
                <a:latin typeface="华文楷体" panose="02010600040101010101" pitchFamily="2" charset="-122"/>
                <a:ea typeface="华文楷体" panose="02010600040101010101" pitchFamily="2" charset="-122"/>
              </a:rPr>
              <a:t>（</a:t>
            </a:r>
            <a:r>
              <a:rPr lang="en-US" altLang="zh-CN" sz="2300" b="1" dirty="0" err="1">
                <a:solidFill>
                  <a:srgbClr val="0000FF"/>
                </a:solidFill>
                <a:latin typeface="华文楷体" panose="02010600040101010101" pitchFamily="2" charset="-122"/>
                <a:ea typeface="华文楷体" panose="02010600040101010101" pitchFamily="2" charset="-122"/>
              </a:rPr>
              <a:t>1≤k≤m</a:t>
            </a:r>
            <a:r>
              <a:rPr lang="zh-CN" altLang="en-US" sz="2300" b="1" dirty="0">
                <a:solidFill>
                  <a:srgbClr val="0000FF"/>
                </a:solidFill>
                <a:latin typeface="华文楷体" panose="02010600040101010101" pitchFamily="2" charset="-122"/>
                <a:ea typeface="华文楷体" panose="02010600040101010101" pitchFamily="2" charset="-122"/>
              </a:rPr>
              <a:t>）均不相同 </a:t>
            </a:r>
            <a:r>
              <a:rPr lang="en-US" altLang="zh-CN" sz="2300" b="1" dirty="0">
                <a:solidFill>
                  <a:srgbClr val="0000FF"/>
                </a:solidFill>
                <a:latin typeface="华文楷体" panose="02010600040101010101" pitchFamily="2" charset="-122"/>
                <a:ea typeface="华文楷体" panose="02010600040101010101" pitchFamily="2" charset="-122"/>
              </a:rPr>
              <a:t>}</a:t>
            </a:r>
          </a:p>
        </p:txBody>
      </p:sp>
      <p:grpSp>
        <p:nvGrpSpPr>
          <p:cNvPr id="11" name="组合 10"/>
          <p:cNvGrpSpPr/>
          <p:nvPr/>
        </p:nvGrpSpPr>
        <p:grpSpPr>
          <a:xfrm>
            <a:off x="1745224" y="3204971"/>
            <a:ext cx="4752975" cy="571506"/>
            <a:chOff x="1906588" y="2643182"/>
            <a:chExt cx="4752975" cy="571506"/>
          </a:xfrm>
        </p:grpSpPr>
        <p:sp>
          <p:nvSpPr>
            <p:cNvPr id="12" name="Oval 3"/>
            <p:cNvSpPr>
              <a:spLocks noChangeArrowheads="1"/>
            </p:cNvSpPr>
            <p:nvPr/>
          </p:nvSpPr>
          <p:spPr bwMode="auto">
            <a:xfrm>
              <a:off x="1906588" y="2709863"/>
              <a:ext cx="504825" cy="504825"/>
            </a:xfrm>
            <a:prstGeom prst="ellipse">
              <a:avLst/>
            </a:prstGeom>
            <a:solidFill>
              <a:srgbClr val="FFC000"/>
            </a:solidFill>
            <a:ln w="9525">
              <a:solidFill>
                <a:schemeClr val="tx1"/>
              </a:solidFill>
              <a:round/>
            </a:ln>
            <a:effectLst/>
          </p:spPr>
          <p:txBody>
            <a:bodyPr wrap="none" anchor="ctr"/>
            <a:lstStyle/>
            <a:p>
              <a:pPr algn="ctr"/>
              <a:r>
                <a:rPr lang="en-US" altLang="zh-CN" sz="2000" i="1">
                  <a:solidFill>
                    <a:srgbClr val="0000FF"/>
                  </a:solidFill>
                  <a:latin typeface="Consolas" panose="020B0609020204030204" pitchFamily="49" charset="0"/>
                  <a:cs typeface="Consolas" panose="020B0609020204030204" pitchFamily="49" charset="0"/>
                </a:rPr>
                <a:t>i</a:t>
              </a:r>
            </a:p>
          </p:txBody>
        </p:sp>
        <p:sp>
          <p:nvSpPr>
            <p:cNvPr id="13" name="Oval 9"/>
            <p:cNvSpPr>
              <a:spLocks noChangeArrowheads="1"/>
            </p:cNvSpPr>
            <p:nvPr/>
          </p:nvSpPr>
          <p:spPr bwMode="auto">
            <a:xfrm>
              <a:off x="2843213" y="2709863"/>
              <a:ext cx="504825" cy="504825"/>
            </a:xfrm>
            <a:prstGeom prst="ellipse">
              <a:avLst/>
            </a:prstGeom>
            <a:solidFill>
              <a:srgbClr val="FFC000"/>
            </a:solidFill>
            <a:ln w="9525">
              <a:solidFill>
                <a:schemeClr val="tx1"/>
              </a:solidFill>
              <a:round/>
            </a:ln>
            <a:effectLst/>
          </p:spPr>
          <p:txBody>
            <a:bodyPr wrap="none" anchor="ctr"/>
            <a:lstStyle/>
            <a:p>
              <a:pPr algn="ctr"/>
              <a:r>
                <a:rPr lang="en-US" altLang="zh-CN" sz="2000" i="1">
                  <a:solidFill>
                    <a:srgbClr val="0000FF"/>
                  </a:solidFill>
                  <a:latin typeface="Consolas" panose="020B0609020204030204" pitchFamily="49" charset="0"/>
                  <a:cs typeface="Consolas" panose="020B0609020204030204" pitchFamily="49" charset="0"/>
                </a:rPr>
                <a:t>i</a:t>
              </a:r>
              <a:r>
                <a:rPr lang="en-US" altLang="zh-CN" sz="2000" baseline="-25000">
                  <a:solidFill>
                    <a:srgbClr val="0000FF"/>
                  </a:solidFill>
                  <a:latin typeface="Consolas" panose="020B0609020204030204" pitchFamily="49" charset="0"/>
                  <a:cs typeface="Consolas" panose="020B0609020204030204" pitchFamily="49" charset="0"/>
                </a:rPr>
                <a:t>1</a:t>
              </a:r>
            </a:p>
          </p:txBody>
        </p:sp>
        <p:sp>
          <p:nvSpPr>
            <p:cNvPr id="14" name="Oval 10"/>
            <p:cNvSpPr>
              <a:spLocks noChangeArrowheads="1"/>
            </p:cNvSpPr>
            <p:nvPr/>
          </p:nvSpPr>
          <p:spPr bwMode="auto">
            <a:xfrm>
              <a:off x="3795713" y="2708275"/>
              <a:ext cx="504825" cy="504825"/>
            </a:xfrm>
            <a:prstGeom prst="ellipse">
              <a:avLst/>
            </a:prstGeom>
            <a:solidFill>
              <a:srgbClr val="FFC000"/>
            </a:solidFill>
            <a:ln w="9525">
              <a:solidFill>
                <a:schemeClr val="tx1"/>
              </a:solidFill>
              <a:round/>
            </a:ln>
            <a:effectLst/>
          </p:spPr>
          <p:txBody>
            <a:bodyPr wrap="none" anchor="ctr"/>
            <a:lstStyle/>
            <a:p>
              <a:pPr algn="ctr"/>
              <a:r>
                <a:rPr lang="en-US" altLang="zh-CN" sz="2000" i="1">
                  <a:solidFill>
                    <a:srgbClr val="0000FF"/>
                  </a:solidFill>
                  <a:latin typeface="Consolas" panose="020B0609020204030204" pitchFamily="49" charset="0"/>
                  <a:cs typeface="Consolas" panose="020B0609020204030204" pitchFamily="49" charset="0"/>
                </a:rPr>
                <a:t>i</a:t>
              </a:r>
              <a:r>
                <a:rPr lang="en-US" altLang="zh-CN" sz="2000" baseline="-25000">
                  <a:solidFill>
                    <a:srgbClr val="0000FF"/>
                  </a:solidFill>
                  <a:latin typeface="Consolas" panose="020B0609020204030204" pitchFamily="49" charset="0"/>
                  <a:cs typeface="Consolas" panose="020B0609020204030204" pitchFamily="49" charset="0"/>
                </a:rPr>
                <a:t>2</a:t>
              </a:r>
            </a:p>
          </p:txBody>
        </p:sp>
        <p:sp>
          <p:nvSpPr>
            <p:cNvPr id="15" name="Oval 11"/>
            <p:cNvSpPr>
              <a:spLocks noChangeArrowheads="1"/>
            </p:cNvSpPr>
            <p:nvPr/>
          </p:nvSpPr>
          <p:spPr bwMode="auto">
            <a:xfrm>
              <a:off x="6154738" y="2709863"/>
              <a:ext cx="504825" cy="504825"/>
            </a:xfrm>
            <a:prstGeom prst="ellipse">
              <a:avLst/>
            </a:prstGeom>
            <a:solidFill>
              <a:srgbClr val="FFC000"/>
            </a:solidFill>
            <a:ln w="9525">
              <a:solidFill>
                <a:schemeClr val="tx1"/>
              </a:solidFill>
              <a:round/>
            </a:ln>
            <a:effectLst/>
          </p:spPr>
          <p:txBody>
            <a:bodyPr wrap="none" anchor="ctr"/>
            <a:lstStyle/>
            <a:p>
              <a:pPr algn="ctr"/>
              <a:r>
                <a:rPr lang="en-US" altLang="zh-CN" sz="2000" i="1">
                  <a:solidFill>
                    <a:srgbClr val="0000FF"/>
                  </a:solidFill>
                  <a:latin typeface="Consolas" panose="020B0609020204030204" pitchFamily="49" charset="0"/>
                  <a:cs typeface="Consolas" panose="020B0609020204030204" pitchFamily="49" charset="0"/>
                </a:rPr>
                <a:t>j</a:t>
              </a:r>
            </a:p>
          </p:txBody>
        </p:sp>
        <p:sp>
          <p:nvSpPr>
            <p:cNvPr id="16" name="Line 12"/>
            <p:cNvSpPr>
              <a:spLocks noChangeShapeType="1"/>
            </p:cNvSpPr>
            <p:nvPr/>
          </p:nvSpPr>
          <p:spPr bwMode="auto">
            <a:xfrm>
              <a:off x="2400300" y="2941638"/>
              <a:ext cx="431800" cy="0"/>
            </a:xfrm>
            <a:prstGeom prst="line">
              <a:avLst/>
            </a:prstGeom>
            <a:noFill/>
            <a:ln w="28575">
              <a:solidFill>
                <a:schemeClr val="tx1"/>
              </a:solidFill>
              <a:round/>
            </a:ln>
            <a:effectLst/>
          </p:spPr>
          <p:txBody>
            <a:bodyPr/>
            <a:lstStyle/>
            <a:p>
              <a:endParaRPr lang="zh-CN" altLang="en-US">
                <a:latin typeface="Consolas" panose="020B0609020204030204" pitchFamily="49" charset="0"/>
                <a:cs typeface="Consolas" panose="020B0609020204030204" pitchFamily="49" charset="0"/>
              </a:endParaRPr>
            </a:p>
          </p:txBody>
        </p:sp>
        <p:sp>
          <p:nvSpPr>
            <p:cNvPr id="17" name="Line 13"/>
            <p:cNvSpPr>
              <a:spLocks noChangeShapeType="1"/>
            </p:cNvSpPr>
            <p:nvPr/>
          </p:nvSpPr>
          <p:spPr bwMode="auto">
            <a:xfrm>
              <a:off x="3359150" y="2952750"/>
              <a:ext cx="431800" cy="0"/>
            </a:xfrm>
            <a:prstGeom prst="line">
              <a:avLst/>
            </a:prstGeom>
            <a:noFill/>
            <a:ln w="28575">
              <a:solidFill>
                <a:schemeClr val="tx1"/>
              </a:solidFill>
              <a:round/>
            </a:ln>
            <a:effectLst/>
          </p:spPr>
          <p:txBody>
            <a:bodyPr/>
            <a:lstStyle/>
            <a:p>
              <a:endParaRPr lang="zh-CN" altLang="en-US">
                <a:latin typeface="Consolas" panose="020B0609020204030204" pitchFamily="49" charset="0"/>
                <a:cs typeface="Consolas" panose="020B0609020204030204" pitchFamily="49" charset="0"/>
              </a:endParaRPr>
            </a:p>
          </p:txBody>
        </p:sp>
        <p:sp>
          <p:nvSpPr>
            <p:cNvPr id="18" name="Line 14"/>
            <p:cNvSpPr>
              <a:spLocks noChangeShapeType="1"/>
            </p:cNvSpPr>
            <p:nvPr/>
          </p:nvSpPr>
          <p:spPr bwMode="auto">
            <a:xfrm>
              <a:off x="4289425" y="2952750"/>
              <a:ext cx="431800" cy="0"/>
            </a:xfrm>
            <a:prstGeom prst="line">
              <a:avLst/>
            </a:prstGeom>
            <a:noFill/>
            <a:ln w="28575">
              <a:solidFill>
                <a:schemeClr val="tx1"/>
              </a:solidFill>
              <a:round/>
            </a:ln>
            <a:effectLst/>
          </p:spPr>
          <p:txBody>
            <a:bodyPr/>
            <a:lstStyle/>
            <a:p>
              <a:endParaRPr lang="zh-CN" altLang="en-US">
                <a:latin typeface="Consolas" panose="020B0609020204030204" pitchFamily="49" charset="0"/>
                <a:cs typeface="Consolas" panose="020B0609020204030204" pitchFamily="49" charset="0"/>
              </a:endParaRPr>
            </a:p>
          </p:txBody>
        </p:sp>
        <p:sp>
          <p:nvSpPr>
            <p:cNvPr id="19" name="Text Box 15"/>
            <p:cNvSpPr txBox="1">
              <a:spLocks noChangeArrowheads="1"/>
            </p:cNvSpPr>
            <p:nvPr/>
          </p:nvSpPr>
          <p:spPr bwMode="auto">
            <a:xfrm>
              <a:off x="5022216" y="2643182"/>
              <a:ext cx="503238" cy="369332"/>
            </a:xfrm>
            <a:prstGeom prst="rect">
              <a:avLst/>
            </a:prstGeom>
            <a:noFill/>
            <a:ln w="9525">
              <a:noFill/>
              <a:miter lim="800000"/>
            </a:ln>
            <a:effectLst/>
          </p:spPr>
          <p:txBody>
            <a:bodyPr>
              <a:spAutoFit/>
            </a:bodyPr>
            <a:lstStyle/>
            <a:p>
              <a:pPr>
                <a:spcBef>
                  <a:spcPct val="50000"/>
                </a:spcBef>
              </a:pPr>
              <a:r>
                <a:rPr lang="en-US" altLang="zh-CN" dirty="0">
                  <a:solidFill>
                    <a:srgbClr val="0000FF"/>
                  </a:solidFill>
                  <a:latin typeface="Consolas" panose="020B0609020204030204" pitchFamily="49" charset="0"/>
                  <a:ea typeface="宋体" panose="02010600030101010101" pitchFamily="2" charset="-122"/>
                  <a:cs typeface="Consolas" panose="020B0609020204030204" pitchFamily="49" charset="0"/>
                </a:rPr>
                <a:t>…</a:t>
              </a:r>
            </a:p>
          </p:txBody>
        </p:sp>
        <p:sp>
          <p:nvSpPr>
            <p:cNvPr id="20" name="Line 16"/>
            <p:cNvSpPr>
              <a:spLocks noChangeShapeType="1"/>
            </p:cNvSpPr>
            <p:nvPr/>
          </p:nvSpPr>
          <p:spPr bwMode="auto">
            <a:xfrm>
              <a:off x="5724525" y="2952750"/>
              <a:ext cx="431800" cy="0"/>
            </a:xfrm>
            <a:prstGeom prst="line">
              <a:avLst/>
            </a:prstGeom>
            <a:noFill/>
            <a:ln w="28575">
              <a:solidFill>
                <a:schemeClr val="tx1"/>
              </a:solidFill>
              <a:round/>
            </a:ln>
            <a:effectLst/>
          </p:spPr>
          <p:txBody>
            <a:bodyPr/>
            <a:lstStyle/>
            <a:p>
              <a:endParaRPr lang="zh-CN" altLang="en-US">
                <a:latin typeface="Consolas" panose="020B0609020204030204" pitchFamily="49" charset="0"/>
                <a:cs typeface="Consolas" panose="020B0609020204030204" pitchFamily="49" charset="0"/>
              </a:endParaRPr>
            </a:p>
          </p:txBody>
        </p:sp>
      </p:grpSp>
    </p:spTree>
  </p:cSld>
  <p:clrMapOvr>
    <a:overrideClrMapping bg1="lt1" tx1="dk1" bg2="lt2" tx2="dk2" accent1="accent1" accent2="accent2" accent3="accent3" accent4="accent4" accent5="accent5" accent6="accent6" hlink="hlink" folHlink="folHlink"/>
  </p:clrMapOvr>
  <p:transition/>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747249" y="1192212"/>
            <a:ext cx="8280400" cy="4093186"/>
          </a:xfrm>
          <a:prstGeom prst="rect">
            <a:avLst/>
          </a:prstGeom>
          <a:solidFill>
            <a:schemeClr val="accent1">
              <a:lumMod val="20000"/>
              <a:lumOff val="80000"/>
            </a:schemeClr>
          </a:solidFill>
          <a:ln w="9525">
            <a:noFill/>
            <a:miter lim="800000"/>
          </a:ln>
          <a:effectLst/>
        </p:spPr>
        <p:txBody>
          <a:bodyPr lIns="144000" tIns="180000" bIns="216000">
            <a:spAutoFit/>
          </a:bodyPr>
          <a:lstStyle/>
          <a:p>
            <a:pPr>
              <a:lnSpc>
                <a:spcPct val="150000"/>
              </a:lnSpc>
              <a:spcBef>
                <a:spcPts val="0"/>
              </a:spcBef>
            </a:pPr>
            <a:r>
              <a:rPr lang="zh-CN" altLang="en-US" sz="2000" dirty="0">
                <a:solidFill>
                  <a:srgbClr val="0000FF"/>
                </a:solidFill>
                <a:ea typeface="楷体" panose="02010609060101010101" pitchFamily="49" charset="-122"/>
                <a:cs typeface="Times New Roman" panose="02020603050405020304" pitchFamily="18" charset="0"/>
              </a:rPr>
              <a:t>　　</a:t>
            </a:r>
            <a:r>
              <a:rPr lang="zh-CN" altLang="en-US" sz="2000" b="1" dirty="0">
                <a:solidFill>
                  <a:srgbClr val="0000FF"/>
                </a:solidFill>
                <a:ea typeface="楷体" panose="02010609060101010101" pitchFamily="49" charset="-122"/>
                <a:cs typeface="Times New Roman" panose="02020603050405020304" pitchFamily="18" charset="0"/>
              </a:rPr>
              <a:t>贪心法从问题的某一个初始解</a:t>
            </a:r>
            <a:r>
              <a:rPr lang="en-US" altLang="zh-CN" sz="2000" b="1" dirty="0">
                <a:solidFill>
                  <a:srgbClr val="0000FF"/>
                </a:solidFill>
                <a:ea typeface="楷体" panose="02010609060101010101" pitchFamily="49" charset="-122"/>
                <a:cs typeface="Times New Roman" panose="02020603050405020304" pitchFamily="18" charset="0"/>
              </a:rPr>
              <a:t>{}</a:t>
            </a:r>
            <a:r>
              <a:rPr lang="zh-CN" altLang="en-US" sz="2000" b="1" dirty="0">
                <a:solidFill>
                  <a:srgbClr val="0000FF"/>
                </a:solidFill>
                <a:ea typeface="楷体" panose="02010609060101010101" pitchFamily="49" charset="-122"/>
                <a:cs typeface="Times New Roman" panose="02020603050405020304" pitchFamily="18" charset="0"/>
              </a:rPr>
              <a:t>出发，采用逐步构造最优解的方法向给定的目标前进，每一步决策产生</a:t>
            </a:r>
            <a:r>
              <a:rPr lang="en-US" altLang="zh-CN" sz="2000" b="1" i="1" dirty="0">
                <a:solidFill>
                  <a:srgbClr val="0000FF"/>
                </a:solidFill>
                <a:ea typeface="楷体" panose="02010609060101010101" pitchFamily="49" charset="-122"/>
                <a:cs typeface="Times New Roman" panose="02020603050405020304" pitchFamily="18" charset="0"/>
              </a:rPr>
              <a:t>n</a:t>
            </a:r>
            <a:r>
              <a:rPr lang="en-US" altLang="zh-CN" sz="2000" b="1" dirty="0">
                <a:solidFill>
                  <a:srgbClr val="0000FF"/>
                </a:solidFill>
                <a:ea typeface="楷体" panose="02010609060101010101" pitchFamily="49" charset="-122"/>
                <a:cs typeface="Times New Roman" panose="02020603050405020304" pitchFamily="18" charset="0"/>
              </a:rPr>
              <a:t>-</a:t>
            </a:r>
            <a:r>
              <a:rPr lang="zh-CN" altLang="en-US" sz="2000" b="1" dirty="0">
                <a:solidFill>
                  <a:srgbClr val="0000FF"/>
                </a:solidFill>
                <a:ea typeface="楷体" panose="02010609060101010101" pitchFamily="49" charset="-122"/>
                <a:cs typeface="Times New Roman" panose="02020603050405020304" pitchFamily="18" charset="0"/>
              </a:rPr>
              <a:t>元组解（</a:t>
            </a:r>
            <a:r>
              <a:rPr lang="en-US" altLang="zh-CN" sz="2000" b="1" i="1" dirty="0">
                <a:solidFill>
                  <a:srgbClr val="0000FF"/>
                </a:solidFill>
                <a:ea typeface="楷体" panose="02010609060101010101" pitchFamily="49" charset="-122"/>
                <a:cs typeface="Times New Roman" panose="02020603050405020304" pitchFamily="18" charset="0"/>
              </a:rPr>
              <a:t>x</a:t>
            </a:r>
            <a:r>
              <a:rPr lang="en-US" altLang="zh-CN" sz="2000" b="1" baseline="-25000" dirty="0">
                <a:solidFill>
                  <a:srgbClr val="0000FF"/>
                </a:solidFill>
                <a:ea typeface="楷体" panose="02010609060101010101" pitchFamily="49" charset="-122"/>
                <a:cs typeface="Times New Roman" panose="02020603050405020304" pitchFamily="18" charset="0"/>
              </a:rPr>
              <a:t>0</a:t>
            </a:r>
            <a:r>
              <a:rPr lang="zh-CN" altLang="en-US" sz="2000" b="1" dirty="0">
                <a:solidFill>
                  <a:srgbClr val="0000FF"/>
                </a:solidFill>
                <a:ea typeface="楷体" panose="02010609060101010101" pitchFamily="49" charset="-122"/>
                <a:cs typeface="Times New Roman" panose="02020603050405020304" pitchFamily="18" charset="0"/>
              </a:rPr>
              <a:t>，</a:t>
            </a:r>
            <a:r>
              <a:rPr lang="en-US" altLang="zh-CN" sz="2000" b="1" i="1" dirty="0">
                <a:solidFill>
                  <a:srgbClr val="0000FF"/>
                </a:solidFill>
                <a:ea typeface="楷体" panose="02010609060101010101" pitchFamily="49" charset="-122"/>
                <a:cs typeface="Times New Roman" panose="02020603050405020304" pitchFamily="18" charset="0"/>
              </a:rPr>
              <a:t>x</a:t>
            </a:r>
            <a:r>
              <a:rPr lang="en-US" altLang="zh-CN" sz="2000" b="1" baseline="-25000" dirty="0">
                <a:solidFill>
                  <a:srgbClr val="0000FF"/>
                </a:solidFill>
                <a:ea typeface="楷体" panose="02010609060101010101" pitchFamily="49" charset="-122"/>
                <a:cs typeface="Times New Roman" panose="02020603050405020304" pitchFamily="18" charset="0"/>
              </a:rPr>
              <a:t>1</a:t>
            </a:r>
            <a:r>
              <a:rPr lang="zh-CN" altLang="en-US" sz="2000" b="1" dirty="0">
                <a:solidFill>
                  <a:srgbClr val="0000FF"/>
                </a:solidFill>
                <a:ea typeface="楷体" panose="02010609060101010101" pitchFamily="49" charset="-122"/>
                <a:cs typeface="Times New Roman" panose="02020603050405020304" pitchFamily="18" charset="0"/>
              </a:rPr>
              <a:t>，</a:t>
            </a:r>
            <a:r>
              <a:rPr lang="en-US" altLang="zh-CN" sz="2000" b="1" dirty="0">
                <a:solidFill>
                  <a:srgbClr val="0000FF"/>
                </a:solidFill>
                <a:ea typeface="楷体" panose="02010609060101010101" pitchFamily="49" charset="-122"/>
                <a:cs typeface="Times New Roman" panose="02020603050405020304" pitchFamily="18" charset="0"/>
              </a:rPr>
              <a:t>…</a:t>
            </a:r>
            <a:r>
              <a:rPr lang="zh-CN" altLang="en-US" sz="2000" b="1" dirty="0">
                <a:solidFill>
                  <a:srgbClr val="0000FF"/>
                </a:solidFill>
                <a:ea typeface="楷体" panose="02010609060101010101" pitchFamily="49" charset="-122"/>
                <a:cs typeface="Times New Roman" panose="02020603050405020304" pitchFamily="18" charset="0"/>
              </a:rPr>
              <a:t>，</a:t>
            </a:r>
            <a:r>
              <a:rPr lang="en-US" altLang="zh-CN" sz="2000" b="1" i="1" dirty="0">
                <a:solidFill>
                  <a:srgbClr val="0000FF"/>
                </a:solidFill>
                <a:ea typeface="楷体" panose="02010609060101010101" pitchFamily="49" charset="-122"/>
                <a:cs typeface="Times New Roman" panose="02020603050405020304" pitchFamily="18" charset="0"/>
              </a:rPr>
              <a:t>x</a:t>
            </a:r>
            <a:r>
              <a:rPr lang="en-US" altLang="zh-CN" sz="2000" b="1" i="1" baseline="-25000" dirty="0">
                <a:solidFill>
                  <a:srgbClr val="0000FF"/>
                </a:solidFill>
                <a:ea typeface="楷体" panose="02010609060101010101" pitchFamily="49" charset="-122"/>
                <a:cs typeface="Times New Roman" panose="02020603050405020304" pitchFamily="18" charset="0"/>
              </a:rPr>
              <a:t>n</a:t>
            </a:r>
            <a:r>
              <a:rPr lang="en-US" altLang="zh-CN" sz="2000" b="1" baseline="-25000" dirty="0">
                <a:solidFill>
                  <a:srgbClr val="0000FF"/>
                </a:solidFill>
                <a:ea typeface="楷体" panose="02010609060101010101" pitchFamily="49" charset="-122"/>
                <a:cs typeface="Times New Roman" panose="02020603050405020304" pitchFamily="18" charset="0"/>
              </a:rPr>
              <a:t>-1</a:t>
            </a:r>
            <a:r>
              <a:rPr lang="zh-CN" altLang="en-US" sz="2000" b="1" dirty="0">
                <a:solidFill>
                  <a:srgbClr val="0000FF"/>
                </a:solidFill>
                <a:ea typeface="楷体" panose="02010609060101010101" pitchFamily="49" charset="-122"/>
                <a:cs typeface="Times New Roman" panose="02020603050405020304" pitchFamily="18" charset="0"/>
              </a:rPr>
              <a:t>）的一个分量。</a:t>
            </a:r>
          </a:p>
          <a:p>
            <a:pPr>
              <a:lnSpc>
                <a:spcPct val="150000"/>
              </a:lnSpc>
              <a:spcBef>
                <a:spcPts val="0"/>
              </a:spcBef>
            </a:pPr>
            <a:r>
              <a:rPr lang="zh-CN" altLang="en-US" sz="2000" b="1" dirty="0">
                <a:solidFill>
                  <a:srgbClr val="0000FF"/>
                </a:solidFill>
                <a:ea typeface="楷体" panose="02010609060101010101" pitchFamily="49" charset="-122"/>
                <a:cs typeface="Times New Roman" panose="02020603050405020304" pitchFamily="18" charset="0"/>
              </a:rPr>
              <a:t>　　贪心法每一步上用作决策依据的选择准则被称为最优量度标准（或贪心准则），也就是说，在选择解分量的过程中，添加新的解分量</a:t>
            </a:r>
            <a:r>
              <a:rPr lang="en-US" altLang="zh-CN" sz="2000" b="1" i="1" dirty="0" err="1">
                <a:solidFill>
                  <a:srgbClr val="0000FF"/>
                </a:solidFill>
                <a:ea typeface="楷体" panose="02010609060101010101" pitchFamily="49" charset="-122"/>
                <a:cs typeface="Times New Roman" panose="02020603050405020304" pitchFamily="18" charset="0"/>
              </a:rPr>
              <a:t>x</a:t>
            </a:r>
            <a:r>
              <a:rPr lang="en-US" altLang="zh-CN" sz="2000" b="1" i="1" baseline="-25000" dirty="0" err="1">
                <a:solidFill>
                  <a:srgbClr val="0000FF"/>
                </a:solidFill>
                <a:ea typeface="楷体" panose="02010609060101010101" pitchFamily="49" charset="-122"/>
                <a:cs typeface="Times New Roman" panose="02020603050405020304" pitchFamily="18" charset="0"/>
              </a:rPr>
              <a:t>k</a:t>
            </a:r>
            <a:r>
              <a:rPr lang="zh-CN" altLang="en-US" sz="2000" b="1" dirty="0">
                <a:solidFill>
                  <a:srgbClr val="0000FF"/>
                </a:solidFill>
                <a:ea typeface="楷体" panose="02010609060101010101" pitchFamily="49" charset="-122"/>
                <a:cs typeface="Times New Roman" panose="02020603050405020304" pitchFamily="18" charset="0"/>
              </a:rPr>
              <a:t>后，形成的部分解（</a:t>
            </a:r>
            <a:r>
              <a:rPr lang="en-US" altLang="zh-CN" sz="2000" b="1" i="1" dirty="0">
                <a:solidFill>
                  <a:srgbClr val="0000FF"/>
                </a:solidFill>
                <a:ea typeface="楷体" panose="02010609060101010101" pitchFamily="49" charset="-122"/>
                <a:cs typeface="Times New Roman" panose="02020603050405020304" pitchFamily="18" charset="0"/>
              </a:rPr>
              <a:t>x</a:t>
            </a:r>
            <a:r>
              <a:rPr lang="en-US" altLang="zh-CN" sz="2000" b="1" baseline="-25000" dirty="0">
                <a:solidFill>
                  <a:srgbClr val="0000FF"/>
                </a:solidFill>
                <a:ea typeface="楷体" panose="02010609060101010101" pitchFamily="49" charset="-122"/>
                <a:cs typeface="Times New Roman" panose="02020603050405020304" pitchFamily="18" charset="0"/>
              </a:rPr>
              <a:t>0</a:t>
            </a:r>
            <a:r>
              <a:rPr lang="zh-CN" altLang="en-US" sz="2000" b="1" dirty="0">
                <a:solidFill>
                  <a:srgbClr val="0000FF"/>
                </a:solidFill>
                <a:ea typeface="楷体" panose="02010609060101010101" pitchFamily="49" charset="-122"/>
                <a:cs typeface="Times New Roman" panose="02020603050405020304" pitchFamily="18" charset="0"/>
              </a:rPr>
              <a:t>，</a:t>
            </a:r>
            <a:r>
              <a:rPr lang="en-US" altLang="zh-CN" sz="2000" b="1" i="1" dirty="0">
                <a:solidFill>
                  <a:srgbClr val="0000FF"/>
                </a:solidFill>
                <a:ea typeface="楷体" panose="02010609060101010101" pitchFamily="49" charset="-122"/>
                <a:cs typeface="Times New Roman" panose="02020603050405020304" pitchFamily="18" charset="0"/>
              </a:rPr>
              <a:t>x</a:t>
            </a:r>
            <a:r>
              <a:rPr lang="en-US" altLang="zh-CN" sz="2000" b="1" baseline="-25000" dirty="0">
                <a:solidFill>
                  <a:srgbClr val="0000FF"/>
                </a:solidFill>
                <a:ea typeface="楷体" panose="02010609060101010101" pitchFamily="49" charset="-122"/>
                <a:cs typeface="Times New Roman" panose="02020603050405020304" pitchFamily="18" charset="0"/>
              </a:rPr>
              <a:t>1</a:t>
            </a:r>
            <a:r>
              <a:rPr lang="zh-CN" altLang="en-US" sz="2000" b="1" dirty="0">
                <a:solidFill>
                  <a:srgbClr val="0000FF"/>
                </a:solidFill>
                <a:ea typeface="楷体" panose="02010609060101010101" pitchFamily="49" charset="-122"/>
                <a:cs typeface="Times New Roman" panose="02020603050405020304" pitchFamily="18" charset="0"/>
              </a:rPr>
              <a:t>，</a:t>
            </a:r>
            <a:r>
              <a:rPr lang="en-US" altLang="zh-CN" sz="2000" b="1" dirty="0">
                <a:solidFill>
                  <a:srgbClr val="0000FF"/>
                </a:solidFill>
                <a:ea typeface="楷体" panose="02010609060101010101" pitchFamily="49" charset="-122"/>
                <a:cs typeface="Times New Roman" panose="02020603050405020304" pitchFamily="18" charset="0"/>
              </a:rPr>
              <a:t>…</a:t>
            </a:r>
            <a:r>
              <a:rPr lang="zh-CN" altLang="en-US" sz="2000" b="1" dirty="0">
                <a:solidFill>
                  <a:srgbClr val="0000FF"/>
                </a:solidFill>
                <a:ea typeface="楷体" panose="02010609060101010101" pitchFamily="49" charset="-122"/>
                <a:cs typeface="Times New Roman" panose="02020603050405020304" pitchFamily="18" charset="0"/>
              </a:rPr>
              <a:t>，</a:t>
            </a:r>
            <a:r>
              <a:rPr lang="en-US" altLang="zh-CN" sz="2000" b="1" i="1" dirty="0" err="1">
                <a:solidFill>
                  <a:srgbClr val="0000FF"/>
                </a:solidFill>
                <a:ea typeface="楷体" panose="02010609060101010101" pitchFamily="49" charset="-122"/>
                <a:cs typeface="Times New Roman" panose="02020603050405020304" pitchFamily="18" charset="0"/>
              </a:rPr>
              <a:t>x</a:t>
            </a:r>
            <a:r>
              <a:rPr lang="en-US" altLang="zh-CN" sz="2000" b="1" i="1" baseline="-25000" dirty="0" err="1">
                <a:solidFill>
                  <a:srgbClr val="0000FF"/>
                </a:solidFill>
                <a:ea typeface="楷体" panose="02010609060101010101" pitchFamily="49" charset="-122"/>
                <a:cs typeface="Times New Roman" panose="02020603050405020304" pitchFamily="18" charset="0"/>
              </a:rPr>
              <a:t>k</a:t>
            </a:r>
            <a:r>
              <a:rPr lang="en-US" altLang="zh-CN" sz="2000" b="1" dirty="0">
                <a:solidFill>
                  <a:srgbClr val="0000FF"/>
                </a:solidFill>
                <a:ea typeface="楷体" panose="02010609060101010101" pitchFamily="49" charset="-122"/>
                <a:cs typeface="Times New Roman" panose="02020603050405020304" pitchFamily="18" charset="0"/>
              </a:rPr>
              <a:t>)</a:t>
            </a:r>
            <a:r>
              <a:rPr lang="zh-CN" altLang="en-US" sz="2000" b="1" dirty="0">
                <a:solidFill>
                  <a:srgbClr val="0000FF"/>
                </a:solidFill>
                <a:ea typeface="楷体" panose="02010609060101010101" pitchFamily="49" charset="-122"/>
                <a:cs typeface="Times New Roman" panose="02020603050405020304" pitchFamily="18" charset="0"/>
              </a:rPr>
              <a:t>不违反可行解约束条件。</a:t>
            </a:r>
          </a:p>
          <a:p>
            <a:pPr>
              <a:lnSpc>
                <a:spcPct val="150000"/>
              </a:lnSpc>
              <a:spcBef>
                <a:spcPts val="0"/>
              </a:spcBef>
            </a:pPr>
            <a:r>
              <a:rPr lang="zh-CN" altLang="en-US" sz="2000" b="1" dirty="0">
                <a:solidFill>
                  <a:srgbClr val="0000FF"/>
                </a:solidFill>
                <a:ea typeface="楷体" panose="02010609060101010101" pitchFamily="49" charset="-122"/>
                <a:cs typeface="Times New Roman" panose="02020603050405020304" pitchFamily="18" charset="0"/>
              </a:rPr>
              <a:t>　　每一次贪心选择都将所求问题简化为规模更小的子问题，并</a:t>
            </a:r>
            <a:r>
              <a:rPr lang="zh-CN" altLang="en-US" sz="2000" b="1" dirty="0">
                <a:solidFill>
                  <a:srgbClr val="C00000"/>
                </a:solidFill>
                <a:ea typeface="楷体" panose="02010609060101010101" pitchFamily="49" charset="-122"/>
                <a:cs typeface="Times New Roman" panose="02020603050405020304" pitchFamily="18" charset="0"/>
              </a:rPr>
              <a:t>期望</a:t>
            </a:r>
            <a:r>
              <a:rPr lang="zh-CN" altLang="en-US" sz="2000" b="1" dirty="0">
                <a:solidFill>
                  <a:srgbClr val="0000FF"/>
                </a:solidFill>
                <a:ea typeface="楷体" panose="02010609060101010101" pitchFamily="49" charset="-122"/>
                <a:cs typeface="Times New Roman" panose="02020603050405020304" pitchFamily="18" charset="0"/>
              </a:rPr>
              <a:t>通过每次所做的局部最优选择产生出一个全局最优解。</a:t>
            </a:r>
          </a:p>
        </p:txBody>
      </p:sp>
    </p:spTree>
  </p:cSld>
  <p:clrMapOvr>
    <a:overrideClrMapping bg1="lt1" tx1="dk1" bg2="lt2" tx2="dk2" accent1="accent1" accent2="accent2" accent3="accent3" accent4="accent4" accent5="accent5" accent6="accent6" hlink="hlink" folHlink="folHlink"/>
  </p:clrMapOvr>
  <p:transition/>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304614" y="989417"/>
            <a:ext cx="6553200" cy="519113"/>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pPr algn="ctr">
              <a:spcBef>
                <a:spcPct val="50000"/>
              </a:spcBef>
            </a:pPr>
            <a:r>
              <a:rPr lang="en-US" altLang="zh-CN" sz="2800" b="1" dirty="0">
                <a:solidFill>
                  <a:srgbClr val="FF0000"/>
                </a:solidFill>
                <a:latin typeface="+mn-ea"/>
                <a:cs typeface="Consolas" panose="020B0609020204030204" pitchFamily="49" charset="0"/>
              </a:rPr>
              <a:t>6.1.2 </a:t>
            </a:r>
            <a:r>
              <a:rPr lang="zh-CN" altLang="en-US" sz="2800" b="1" dirty="0">
                <a:solidFill>
                  <a:srgbClr val="FF0000"/>
                </a:solidFill>
                <a:latin typeface="+mn-ea"/>
                <a:cs typeface="Consolas" panose="020B0609020204030204" pitchFamily="49" charset="0"/>
              </a:rPr>
              <a:t>贪心法求解的问题应具有的性质</a:t>
            </a:r>
          </a:p>
        </p:txBody>
      </p:sp>
      <p:sp>
        <p:nvSpPr>
          <p:cNvPr id="4" name="Text Box 3"/>
          <p:cNvSpPr txBox="1">
            <a:spLocks noChangeArrowheads="1"/>
          </p:cNvSpPr>
          <p:nvPr/>
        </p:nvSpPr>
        <p:spPr bwMode="auto">
          <a:xfrm>
            <a:off x="384644" y="1941220"/>
            <a:ext cx="2603489" cy="461665"/>
          </a:xfrm>
          <a:prstGeom prst="rect">
            <a:avLst/>
          </a:prstGeom>
          <a:solidFill>
            <a:srgbClr val="9900FF"/>
          </a:solidFill>
          <a:ln w="9525">
            <a:noFill/>
            <a:miter lim="800000"/>
          </a:ln>
          <a:effectLst/>
        </p:spPr>
        <p:txBody>
          <a:bodyPr wrap="square">
            <a:spAutoFit/>
          </a:bodyPr>
          <a:lstStyle/>
          <a:p>
            <a:pPr algn="ctr">
              <a:spcBef>
                <a:spcPct val="50000"/>
              </a:spcBef>
            </a:pPr>
            <a:r>
              <a:rPr lang="en-US" altLang="zh-CN" sz="2400" b="1" dirty="0">
                <a:solidFill>
                  <a:schemeClr val="bg1"/>
                </a:solidFill>
                <a:latin typeface="华文楷体" panose="02010600040101010101" pitchFamily="2" charset="-122"/>
                <a:ea typeface="华文楷体" panose="02010600040101010101" pitchFamily="2" charset="-122"/>
                <a:cs typeface="Consolas" panose="020B0609020204030204" pitchFamily="49" charset="0"/>
              </a:rPr>
              <a:t>1. </a:t>
            </a:r>
            <a:r>
              <a:rPr lang="zh-CN" altLang="en-US" sz="2400" b="1" dirty="0">
                <a:solidFill>
                  <a:schemeClr val="bg1"/>
                </a:solidFill>
                <a:latin typeface="华文楷体" panose="02010600040101010101" pitchFamily="2" charset="-122"/>
                <a:ea typeface="华文楷体" panose="02010600040101010101" pitchFamily="2" charset="-122"/>
                <a:cs typeface="Consolas" panose="020B0609020204030204" pitchFamily="49" charset="0"/>
              </a:rPr>
              <a:t>贪心选择性质</a:t>
            </a:r>
          </a:p>
        </p:txBody>
      </p:sp>
      <p:sp>
        <p:nvSpPr>
          <p:cNvPr id="5" name="Text Box 4"/>
          <p:cNvSpPr txBox="1">
            <a:spLocks noChangeArrowheads="1"/>
          </p:cNvSpPr>
          <p:nvPr/>
        </p:nvSpPr>
        <p:spPr bwMode="auto">
          <a:xfrm>
            <a:off x="458621" y="2835576"/>
            <a:ext cx="7777163" cy="2861361"/>
          </a:xfrm>
          <a:prstGeom prst="rect">
            <a:avLst/>
          </a:prstGeom>
          <a:noFill/>
          <a:ln w="9525">
            <a:noFill/>
            <a:miter lim="800000"/>
          </a:ln>
          <a:effectLst/>
        </p:spPr>
        <p:txBody>
          <a:bodyPr>
            <a:spAutoFit/>
          </a:bodyPr>
          <a:lstStyle/>
          <a:p>
            <a:pPr>
              <a:lnSpc>
                <a:spcPct val="150000"/>
              </a:lnSpc>
              <a:spcBef>
                <a:spcPct val="50000"/>
              </a:spcBef>
            </a:pPr>
            <a:r>
              <a:rPr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en-US" sz="2300" b="1" dirty="0">
                <a:solidFill>
                  <a:srgbClr val="0000FF"/>
                </a:solidFill>
                <a:latin typeface="华文楷体" panose="02010600040101010101" pitchFamily="2" charset="-122"/>
                <a:ea typeface="华文楷体" panose="02010600040101010101" pitchFamily="2" charset="-122"/>
              </a:rPr>
              <a:t>所谓贪心选择性质是指所求问题的整体最优解可以通过一系列局部最优的选择，即贪心选择来达到。</a:t>
            </a:r>
          </a:p>
          <a:p>
            <a:pPr>
              <a:lnSpc>
                <a:spcPct val="150000"/>
              </a:lnSpc>
              <a:spcBef>
                <a:spcPct val="50000"/>
              </a:spcBef>
            </a:pPr>
            <a:r>
              <a:rPr lang="zh-CN" altLang="en-US" sz="2300" b="1" dirty="0">
                <a:solidFill>
                  <a:srgbClr val="0000FF"/>
                </a:solidFill>
                <a:latin typeface="华文楷体" panose="02010600040101010101" pitchFamily="2" charset="-122"/>
                <a:ea typeface="华文楷体" panose="02010600040101010101" pitchFamily="2" charset="-122"/>
              </a:rPr>
              <a:t>　　也就是说，贪心法仅在当前状态下做出最好选择，即局部最优选择，然后再去求解做出这个选择后产生的相应子问题的解。 </a:t>
            </a:r>
          </a:p>
        </p:txBody>
      </p:sp>
    </p:spTree>
  </p:cSld>
  <p:clrMapOvr>
    <a:overrideClrMapping bg1="lt1" tx1="dk1" bg2="lt2" tx2="dk2" accent1="accent1" accent2="accent2" accent3="accent3" accent4="accent4" accent5="accent5" accent6="accent6" hlink="hlink" folHlink="folHlink"/>
  </p:clrMapOvr>
  <p:transition/>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911551" y="1205939"/>
            <a:ext cx="2962266" cy="461665"/>
          </a:xfrm>
          <a:prstGeom prst="rect">
            <a:avLst/>
          </a:prstGeom>
          <a:solidFill>
            <a:srgbClr val="9900FF"/>
          </a:solidFill>
          <a:ln w="9525">
            <a:noFill/>
            <a:miter lim="800000"/>
          </a:ln>
          <a:effectLst/>
        </p:spPr>
        <p:txBody>
          <a:bodyPr wrap="square">
            <a:spAutoFit/>
          </a:bodyPr>
          <a:lstStyle/>
          <a:p>
            <a:pPr algn="ctr">
              <a:spcBef>
                <a:spcPct val="50000"/>
              </a:spcBef>
            </a:pPr>
            <a:r>
              <a:rPr lang="en-US" altLang="zh-CN" sz="2400" b="1" dirty="0">
                <a:solidFill>
                  <a:schemeClr val="bg1"/>
                </a:solidFill>
                <a:latin typeface="华文楷体" panose="02010600040101010101" pitchFamily="2" charset="-122"/>
                <a:ea typeface="华文楷体" panose="02010600040101010101" pitchFamily="2" charset="-122"/>
                <a:cs typeface="Consolas" panose="020B0609020204030204" pitchFamily="49" charset="0"/>
              </a:rPr>
              <a:t>2. </a:t>
            </a:r>
            <a:r>
              <a:rPr lang="zh-CN" altLang="en-US" sz="2400" b="1" dirty="0">
                <a:solidFill>
                  <a:schemeClr val="bg1"/>
                </a:solidFill>
                <a:latin typeface="华文楷体" panose="02010600040101010101" pitchFamily="2" charset="-122"/>
                <a:ea typeface="华文楷体" panose="02010600040101010101" pitchFamily="2" charset="-122"/>
                <a:cs typeface="Consolas" panose="020B0609020204030204" pitchFamily="49" charset="0"/>
              </a:rPr>
              <a:t>最优子结构性质</a:t>
            </a:r>
          </a:p>
        </p:txBody>
      </p:sp>
      <p:sp>
        <p:nvSpPr>
          <p:cNvPr id="4" name="Text Box 3"/>
          <p:cNvSpPr txBox="1">
            <a:spLocks noChangeArrowheads="1"/>
          </p:cNvSpPr>
          <p:nvPr/>
        </p:nvSpPr>
        <p:spPr bwMode="auto">
          <a:xfrm>
            <a:off x="409550" y="2331463"/>
            <a:ext cx="7921625" cy="2153475"/>
          </a:xfrm>
          <a:prstGeom prst="rect">
            <a:avLst/>
          </a:prstGeom>
          <a:noFill/>
          <a:ln w="9525">
            <a:noFill/>
            <a:miter lim="800000"/>
          </a:ln>
          <a:effectLst/>
        </p:spPr>
        <p:txBody>
          <a:bodyPr>
            <a:spAutoFit/>
          </a:bodyPr>
          <a:lstStyle/>
          <a:p>
            <a:pPr>
              <a:lnSpc>
                <a:spcPct val="150000"/>
              </a:lnSpc>
            </a:pPr>
            <a:r>
              <a:rPr lang="en-US" altLang="zh-CN" sz="2000" dirty="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zh-CN" sz="2300" b="1" dirty="0">
                <a:solidFill>
                  <a:srgbClr val="0000FF"/>
                </a:solidFill>
                <a:latin typeface="华文楷体" panose="02010600040101010101" pitchFamily="2" charset="-122"/>
                <a:ea typeface="华文楷体" panose="02010600040101010101" pitchFamily="2" charset="-122"/>
              </a:rPr>
              <a:t>如果一个问题的最优解包含其子问题的最优解，则称此问题具有最优子结构性质。</a:t>
            </a:r>
            <a:endParaRPr lang="en-US" altLang="zh-CN" sz="2300" b="1" dirty="0">
              <a:solidFill>
                <a:srgbClr val="0000FF"/>
              </a:solidFill>
              <a:latin typeface="华文楷体" panose="02010600040101010101" pitchFamily="2" charset="-122"/>
              <a:ea typeface="华文楷体" panose="02010600040101010101" pitchFamily="2" charset="-122"/>
            </a:endParaRPr>
          </a:p>
          <a:p>
            <a:pPr>
              <a:lnSpc>
                <a:spcPct val="150000"/>
              </a:lnSpc>
            </a:pPr>
            <a:r>
              <a:rPr lang="en-US" altLang="zh-CN" sz="2300" b="1" dirty="0">
                <a:solidFill>
                  <a:srgbClr val="0000FF"/>
                </a:solidFill>
                <a:latin typeface="华文楷体" panose="02010600040101010101" pitchFamily="2" charset="-122"/>
                <a:ea typeface="华文楷体" panose="02010600040101010101" pitchFamily="2" charset="-122"/>
              </a:rPr>
              <a:t>    </a:t>
            </a:r>
            <a:r>
              <a:rPr lang="zh-CN" altLang="zh-CN" sz="2300" b="1" dirty="0">
                <a:solidFill>
                  <a:srgbClr val="0000FF"/>
                </a:solidFill>
                <a:latin typeface="华文楷体" panose="02010600040101010101" pitchFamily="2" charset="-122"/>
                <a:ea typeface="华文楷体" panose="02010600040101010101" pitchFamily="2" charset="-122"/>
              </a:rPr>
              <a:t>问题的最优子结构性质是该问题可用动态规划算法或贪心法求解的关键特征。</a:t>
            </a:r>
            <a:endParaRPr lang="en-US" altLang="zh-CN" sz="2300" b="1" dirty="0">
              <a:solidFill>
                <a:srgbClr val="0000FF"/>
              </a:solidFill>
              <a:latin typeface="华文楷体" panose="02010600040101010101" pitchFamily="2" charset="-122"/>
              <a:ea typeface="华文楷体" panose="02010600040101010101" pitchFamily="2" charset="-122"/>
            </a:endParaRPr>
          </a:p>
        </p:txBody>
      </p:sp>
    </p:spTree>
  </p:cSld>
  <p:clrMapOvr>
    <a:overrideClrMapping bg1="lt1" tx1="dk1" bg2="lt2" tx2="dk2" accent1="accent1" accent2="accent2" accent3="accent3" accent4="accent4" accent5="accent5" accent6="accent6" hlink="hlink" folHlink="folHlink"/>
  </p:clrMapOvr>
  <p:transition/>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376613" y="1021179"/>
            <a:ext cx="4897437" cy="519112"/>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pPr algn="ctr">
              <a:spcBef>
                <a:spcPct val="50000"/>
              </a:spcBef>
            </a:pPr>
            <a:r>
              <a:rPr lang="en-US" altLang="zh-CN" sz="2800" b="1" dirty="0">
                <a:solidFill>
                  <a:srgbClr val="0000FF"/>
                </a:solidFill>
                <a:latin typeface="+mn-ea"/>
                <a:cs typeface="Times New Roman" panose="02020603050405020304" pitchFamily="18" charset="0"/>
              </a:rPr>
              <a:t>6.1.3 </a:t>
            </a:r>
            <a:r>
              <a:rPr lang="zh-CN" altLang="en-US" sz="2800" b="1" dirty="0">
                <a:solidFill>
                  <a:srgbClr val="0000FF"/>
                </a:solidFill>
                <a:latin typeface="+mn-ea"/>
                <a:cs typeface="Times New Roman" panose="02020603050405020304" pitchFamily="18" charset="0"/>
              </a:rPr>
              <a:t>贪心法的一般求解过程</a:t>
            </a:r>
          </a:p>
        </p:txBody>
      </p:sp>
      <p:sp>
        <p:nvSpPr>
          <p:cNvPr id="4" name="Text Box 3"/>
          <p:cNvSpPr txBox="1">
            <a:spLocks noChangeArrowheads="1"/>
          </p:cNvSpPr>
          <p:nvPr/>
        </p:nvSpPr>
        <p:spPr bwMode="auto">
          <a:xfrm>
            <a:off x="278642" y="1640438"/>
            <a:ext cx="5184775" cy="446276"/>
          </a:xfrm>
          <a:prstGeom prst="rect">
            <a:avLst/>
          </a:prstGeom>
          <a:noFill/>
          <a:ln w="9525">
            <a:noFill/>
            <a:miter lim="800000"/>
          </a:ln>
          <a:effectLst/>
        </p:spPr>
        <p:txBody>
          <a:bodyPr>
            <a:spAutoFit/>
          </a:bodyPr>
          <a:lstStyle/>
          <a:p>
            <a:pPr>
              <a:spcBef>
                <a:spcPct val="50000"/>
              </a:spcBef>
            </a:pPr>
            <a:r>
              <a:rPr lang="zh-CN" altLang="en-US" sz="2300" b="1" dirty="0">
                <a:solidFill>
                  <a:srgbClr val="0000FF"/>
                </a:solidFill>
                <a:latin typeface="华文楷体" panose="02010600040101010101" pitchFamily="2" charset="-122"/>
                <a:ea typeface="华文楷体" panose="02010600040101010101" pitchFamily="2" charset="-122"/>
              </a:rPr>
              <a:t>贪心法求解问题的算法框架如下：</a:t>
            </a:r>
          </a:p>
        </p:txBody>
      </p:sp>
      <p:sp>
        <p:nvSpPr>
          <p:cNvPr id="5" name="Text Box 4"/>
          <p:cNvSpPr txBox="1">
            <a:spLocks noChangeArrowheads="1"/>
          </p:cNvSpPr>
          <p:nvPr/>
        </p:nvSpPr>
        <p:spPr bwMode="auto">
          <a:xfrm>
            <a:off x="376613" y="2174202"/>
            <a:ext cx="8461405" cy="4518499"/>
          </a:xfrm>
          <a:prstGeom prst="rect">
            <a:avLst/>
          </a:prstGeom>
          <a:solidFill>
            <a:srgbClr val="FFFFFF"/>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5"/>
          </a:lnRef>
          <a:fillRef idx="2">
            <a:schemeClr val="accent5"/>
          </a:fillRef>
          <a:effectRef idx="1">
            <a:schemeClr val="accent5"/>
          </a:effectRef>
          <a:fontRef idx="minor">
            <a:schemeClr val="dk1"/>
          </a:fontRef>
        </p:style>
        <p:txBody>
          <a:bodyPr wrap="square" lIns="180000" tIns="180000" bIns="180000">
            <a:spAutoFit/>
          </a:bodyPr>
          <a:lstStyle/>
          <a:p>
            <a:pPr>
              <a:lnSpc>
                <a:spcPct val="150000"/>
              </a:lnSpc>
            </a:pPr>
            <a:r>
              <a:rPr lang="en-US" altLang="zh-CN" dirty="0" err="1">
                <a:solidFill>
                  <a:srgbClr val="FF0000"/>
                </a:solidFill>
                <a:latin typeface="Consolas" panose="020B0609020204030204" pitchFamily="49" charset="0"/>
                <a:ea typeface="楷体" panose="02010609060101010101" pitchFamily="49" charset="-122"/>
                <a:cs typeface="Consolas" panose="020B0609020204030204" pitchFamily="49" charset="0"/>
              </a:rPr>
              <a:t>SolutionType</a:t>
            </a:r>
            <a:r>
              <a:rPr lang="en-US" altLang="zh-CN" dirty="0">
                <a:solidFill>
                  <a:srgbClr val="FF0000"/>
                </a:solidFill>
                <a:latin typeface="Consolas" panose="020B0609020204030204" pitchFamily="49" charset="0"/>
                <a:ea typeface="楷体" panose="02010609060101010101" pitchFamily="49" charset="-122"/>
                <a:cs typeface="Consolas" panose="020B0609020204030204" pitchFamily="49" charset="0"/>
              </a:rPr>
              <a:t> Greedy(</a:t>
            </a:r>
            <a:r>
              <a:rPr lang="en-US" altLang="zh-CN" dirty="0" err="1">
                <a:solidFill>
                  <a:srgbClr val="FF0000"/>
                </a:solidFill>
                <a:latin typeface="Consolas" panose="020B0609020204030204" pitchFamily="49" charset="0"/>
                <a:ea typeface="楷体" panose="02010609060101010101" pitchFamily="49" charset="-122"/>
                <a:cs typeface="Consolas" panose="020B0609020204030204" pitchFamily="49" charset="0"/>
              </a:rPr>
              <a:t>SType</a:t>
            </a:r>
            <a:r>
              <a:rPr lang="en-US" altLang="zh-CN" dirty="0">
                <a:solidFill>
                  <a:srgbClr val="FF0000"/>
                </a:solidFill>
                <a:latin typeface="Consolas" panose="020B0609020204030204" pitchFamily="49" charset="0"/>
                <a:ea typeface="楷体" panose="02010609060101010101" pitchFamily="49" charset="-122"/>
                <a:cs typeface="Consolas" panose="020B0609020204030204" pitchFamily="49" charset="0"/>
              </a:rPr>
              <a:t> a[],int n)</a:t>
            </a:r>
            <a:endParaRPr lang="zh-CN" altLang="zh-CN" dirty="0">
              <a:solidFill>
                <a:srgbClr val="FF0000"/>
              </a:solidFill>
              <a:latin typeface="Consolas" panose="020B0609020204030204" pitchFamily="49" charset="0"/>
              <a:ea typeface="楷体" panose="02010609060101010101" pitchFamily="49" charset="-122"/>
              <a:cs typeface="Consolas" panose="020B0609020204030204" pitchFamily="49" charset="0"/>
            </a:endParaRPr>
          </a:p>
          <a:p>
            <a:pPr>
              <a:lnSpc>
                <a:spcPct val="150000"/>
              </a:lnSpc>
            </a:pPr>
            <a:r>
              <a:rPr lang="en-US" altLang="zh-CN" dirty="0">
                <a:solidFill>
                  <a:srgbClr val="FF0000"/>
                </a:solidFill>
                <a:latin typeface="Consolas" panose="020B0609020204030204" pitchFamily="49" charset="0"/>
                <a:ea typeface="楷体" panose="02010609060101010101" pitchFamily="49" charset="-122"/>
                <a:cs typeface="Consolas" panose="020B0609020204030204" pitchFamily="49" charset="0"/>
              </a:rPr>
              <a:t>//</a:t>
            </a:r>
            <a:r>
              <a:rPr lang="zh-CN" altLang="zh-CN" dirty="0">
                <a:solidFill>
                  <a:srgbClr val="FF0000"/>
                </a:solidFill>
                <a:latin typeface="Consolas" panose="020B0609020204030204" pitchFamily="49" charset="0"/>
                <a:ea typeface="楷体" panose="02010609060101010101" pitchFamily="49" charset="-122"/>
                <a:cs typeface="Consolas" panose="020B0609020204030204" pitchFamily="49" charset="0"/>
              </a:rPr>
              <a:t>假设解向量</a:t>
            </a:r>
            <a:r>
              <a:rPr lang="en-US" altLang="zh-CN" dirty="0">
                <a:solidFill>
                  <a:srgbClr val="FF0000"/>
                </a:solidFill>
                <a:latin typeface="Consolas" panose="020B0609020204030204" pitchFamily="49" charset="0"/>
                <a:ea typeface="楷体" panose="02010609060101010101" pitchFamily="49" charset="-122"/>
                <a:cs typeface="Consolas" panose="020B0609020204030204" pitchFamily="49" charset="0"/>
              </a:rPr>
              <a:t>(x</a:t>
            </a:r>
            <a:r>
              <a:rPr lang="en-US" altLang="zh-CN" baseline="-25000" dirty="0">
                <a:solidFill>
                  <a:srgbClr val="FF0000"/>
                </a:solidFill>
                <a:latin typeface="Consolas" panose="020B0609020204030204" pitchFamily="49" charset="0"/>
                <a:ea typeface="楷体" panose="02010609060101010101" pitchFamily="49" charset="-122"/>
                <a:cs typeface="Consolas" panose="020B0609020204030204" pitchFamily="49" charset="0"/>
              </a:rPr>
              <a:t>0</a:t>
            </a:r>
            <a:r>
              <a:rPr lang="en-US" altLang="zh-CN" dirty="0">
                <a:solidFill>
                  <a:srgbClr val="FF0000"/>
                </a:solidFill>
                <a:latin typeface="Consolas" panose="020B0609020204030204" pitchFamily="49" charset="0"/>
                <a:ea typeface="楷体" panose="02010609060101010101" pitchFamily="49" charset="-122"/>
                <a:cs typeface="Consolas" panose="020B0609020204030204" pitchFamily="49" charset="0"/>
              </a:rPr>
              <a:t>,x</a:t>
            </a:r>
            <a:r>
              <a:rPr lang="en-US" altLang="zh-CN" baseline="-25000" dirty="0">
                <a:solidFill>
                  <a:srgbClr val="FF0000"/>
                </a:solidFill>
                <a:latin typeface="Consolas" panose="020B0609020204030204" pitchFamily="49" charset="0"/>
                <a:ea typeface="楷体" panose="02010609060101010101" pitchFamily="49" charset="-122"/>
                <a:cs typeface="Consolas" panose="020B0609020204030204" pitchFamily="49" charset="0"/>
              </a:rPr>
              <a:t>1</a:t>
            </a:r>
            <a:r>
              <a:rPr lang="en-US" altLang="zh-CN" dirty="0">
                <a:solidFill>
                  <a:srgbClr val="FF0000"/>
                </a:solidFill>
                <a:latin typeface="Consolas" panose="020B0609020204030204" pitchFamily="49" charset="0"/>
                <a:ea typeface="楷体" panose="02010609060101010101" pitchFamily="49" charset="-122"/>
                <a:cs typeface="Consolas" panose="020B0609020204030204" pitchFamily="49" charset="0"/>
              </a:rPr>
              <a:t>,</a:t>
            </a:r>
            <a:r>
              <a:rPr lang="zh-CN" altLang="zh-CN" dirty="0">
                <a:solidFill>
                  <a:srgbClr val="FF0000"/>
                </a:solidFill>
                <a:latin typeface="Consolas" panose="020B0609020204030204" pitchFamily="49" charset="0"/>
                <a:ea typeface="楷体" panose="02010609060101010101" pitchFamily="49" charset="-122"/>
                <a:cs typeface="Consolas" panose="020B0609020204030204" pitchFamily="49" charset="0"/>
              </a:rPr>
              <a:t>…</a:t>
            </a:r>
            <a:r>
              <a:rPr lang="en-US" altLang="zh-CN" dirty="0">
                <a:solidFill>
                  <a:srgbClr val="FF0000"/>
                </a:solidFill>
                <a:latin typeface="Consolas" panose="020B0609020204030204" pitchFamily="49" charset="0"/>
                <a:ea typeface="楷体" panose="02010609060101010101" pitchFamily="49" charset="-122"/>
                <a:cs typeface="Consolas" panose="020B0609020204030204" pitchFamily="49" charset="0"/>
              </a:rPr>
              <a:t>,x</a:t>
            </a:r>
            <a:r>
              <a:rPr lang="en-US" altLang="zh-CN" baseline="-25000" dirty="0">
                <a:solidFill>
                  <a:srgbClr val="FF0000"/>
                </a:solidFill>
                <a:latin typeface="Consolas" panose="020B0609020204030204" pitchFamily="49" charset="0"/>
                <a:ea typeface="楷体" panose="02010609060101010101" pitchFamily="49" charset="-122"/>
                <a:cs typeface="Consolas" panose="020B0609020204030204" pitchFamily="49" charset="0"/>
              </a:rPr>
              <a:t>n-1</a:t>
            </a:r>
            <a:r>
              <a:rPr lang="en-US" altLang="zh-CN" dirty="0">
                <a:solidFill>
                  <a:srgbClr val="FF0000"/>
                </a:solidFill>
                <a:latin typeface="Consolas" panose="020B0609020204030204" pitchFamily="49" charset="0"/>
                <a:ea typeface="楷体" panose="02010609060101010101" pitchFamily="49" charset="-122"/>
                <a:cs typeface="Consolas" panose="020B0609020204030204" pitchFamily="49" charset="0"/>
              </a:rPr>
              <a:t>)</a:t>
            </a:r>
            <a:r>
              <a:rPr lang="zh-CN" altLang="zh-CN" dirty="0">
                <a:solidFill>
                  <a:srgbClr val="FF0000"/>
                </a:solidFill>
                <a:latin typeface="Consolas" panose="020B0609020204030204" pitchFamily="49" charset="0"/>
                <a:ea typeface="楷体" panose="02010609060101010101" pitchFamily="49" charset="-122"/>
                <a:cs typeface="Consolas" panose="020B0609020204030204" pitchFamily="49" charset="0"/>
              </a:rPr>
              <a:t>类型为</a:t>
            </a:r>
            <a:r>
              <a:rPr lang="en-US" altLang="zh-CN" dirty="0" err="1">
                <a:solidFill>
                  <a:srgbClr val="FF0000"/>
                </a:solidFill>
                <a:latin typeface="Consolas" panose="020B0609020204030204" pitchFamily="49" charset="0"/>
                <a:ea typeface="楷体" panose="02010609060101010101" pitchFamily="49" charset="-122"/>
                <a:cs typeface="Consolas" panose="020B0609020204030204" pitchFamily="49" charset="0"/>
              </a:rPr>
              <a:t>SolutionType</a:t>
            </a:r>
            <a:r>
              <a:rPr lang="zh-CN" altLang="zh-CN" dirty="0">
                <a:solidFill>
                  <a:srgbClr val="FF0000"/>
                </a:solidFill>
                <a:latin typeface="Consolas" panose="020B0609020204030204" pitchFamily="49" charset="0"/>
                <a:ea typeface="楷体" panose="02010609060101010101" pitchFamily="49" charset="-122"/>
                <a:cs typeface="Consolas" panose="020B0609020204030204" pitchFamily="49" charset="0"/>
              </a:rPr>
              <a:t>，其分量为</a:t>
            </a:r>
            <a:r>
              <a:rPr lang="en-US" altLang="zh-CN" dirty="0" err="1">
                <a:solidFill>
                  <a:srgbClr val="FF0000"/>
                </a:solidFill>
                <a:latin typeface="Consolas" panose="020B0609020204030204" pitchFamily="49" charset="0"/>
                <a:ea typeface="楷体" panose="02010609060101010101" pitchFamily="49" charset="-122"/>
                <a:cs typeface="Consolas" panose="020B0609020204030204" pitchFamily="49" charset="0"/>
              </a:rPr>
              <a:t>SType</a:t>
            </a:r>
            <a:r>
              <a:rPr lang="zh-CN" altLang="zh-CN" dirty="0">
                <a:solidFill>
                  <a:srgbClr val="FF0000"/>
                </a:solidFill>
                <a:latin typeface="Consolas" panose="020B0609020204030204" pitchFamily="49" charset="0"/>
                <a:ea typeface="楷体" panose="02010609060101010101" pitchFamily="49" charset="-122"/>
                <a:cs typeface="Consolas" panose="020B0609020204030204" pitchFamily="49" charset="0"/>
              </a:rPr>
              <a:t>类型</a:t>
            </a:r>
          </a:p>
          <a:p>
            <a:pPr>
              <a:lnSpc>
                <a:spcPct val="150000"/>
              </a:lnSpc>
            </a:pPr>
            <a:r>
              <a:rPr lang="en-US" altLang="zh-CN" dirty="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en-US" altLang="zh-CN" dirty="0" err="1">
                <a:solidFill>
                  <a:srgbClr val="0000FF"/>
                </a:solidFill>
                <a:latin typeface="Consolas" panose="020B0609020204030204" pitchFamily="49" charset="0"/>
                <a:ea typeface="楷体" panose="02010609060101010101" pitchFamily="49" charset="-122"/>
                <a:cs typeface="Consolas" panose="020B0609020204030204" pitchFamily="49" charset="0"/>
              </a:rPr>
              <a:t>SolutionType</a:t>
            </a:r>
            <a:r>
              <a:rPr lang="en-US" altLang="zh-CN" dirty="0">
                <a:solidFill>
                  <a:srgbClr val="0000FF"/>
                </a:solidFill>
                <a:latin typeface="Consolas" panose="020B0609020204030204" pitchFamily="49" charset="0"/>
                <a:ea typeface="楷体" panose="02010609060101010101" pitchFamily="49" charset="-122"/>
                <a:cs typeface="Consolas" panose="020B0609020204030204" pitchFamily="49" charset="0"/>
              </a:rPr>
              <a:t> x={}</a:t>
            </a:r>
            <a:r>
              <a:rPr lang="zh-CN" altLang="zh-CN" dirty="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dirty="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zh-CN" dirty="0">
                <a:solidFill>
                  <a:srgbClr val="0000FF"/>
                </a:solidFill>
                <a:latin typeface="Consolas" panose="020B0609020204030204" pitchFamily="49" charset="0"/>
                <a:ea typeface="楷体" panose="02010609060101010101" pitchFamily="49" charset="-122"/>
                <a:cs typeface="Consolas" panose="020B0609020204030204" pitchFamily="49" charset="0"/>
              </a:rPr>
              <a:t>初始时，解向量不包含任何分量</a:t>
            </a:r>
          </a:p>
          <a:p>
            <a:pPr>
              <a:lnSpc>
                <a:spcPct val="150000"/>
              </a:lnSpc>
            </a:pPr>
            <a:r>
              <a:rPr lang="en-US" altLang="zh-CN" dirty="0">
                <a:solidFill>
                  <a:srgbClr val="0000FF"/>
                </a:solidFill>
                <a:latin typeface="Consolas" panose="020B0609020204030204" pitchFamily="49" charset="0"/>
                <a:ea typeface="楷体" panose="02010609060101010101" pitchFamily="49" charset="-122"/>
                <a:cs typeface="Consolas" panose="020B0609020204030204" pitchFamily="49" charset="0"/>
              </a:rPr>
              <a:t>   for (int </a:t>
            </a:r>
            <a:r>
              <a:rPr lang="en-US" altLang="zh-CN" dirty="0" err="1">
                <a:solidFill>
                  <a:srgbClr val="0000FF"/>
                </a:solidFill>
                <a:latin typeface="Consolas" panose="020B0609020204030204" pitchFamily="49" charset="0"/>
                <a:ea typeface="楷体" panose="02010609060101010101" pitchFamily="49" charset="-122"/>
                <a:cs typeface="Consolas" panose="020B0609020204030204" pitchFamily="49" charset="0"/>
              </a:rPr>
              <a:t>i</a:t>
            </a:r>
            <a:r>
              <a:rPr lang="en-US" altLang="zh-CN" dirty="0">
                <a:solidFill>
                  <a:srgbClr val="0000FF"/>
                </a:solidFill>
                <a:latin typeface="Consolas" panose="020B0609020204030204" pitchFamily="49" charset="0"/>
                <a:ea typeface="楷体" panose="02010609060101010101" pitchFamily="49" charset="-122"/>
                <a:cs typeface="Consolas" panose="020B0609020204030204" pitchFamily="49" charset="0"/>
              </a:rPr>
              <a:t>=0;i&lt;</a:t>
            </a:r>
            <a:r>
              <a:rPr lang="en-US" altLang="zh-CN" dirty="0" err="1">
                <a:solidFill>
                  <a:srgbClr val="0000FF"/>
                </a:solidFill>
                <a:latin typeface="Consolas" panose="020B0609020204030204" pitchFamily="49" charset="0"/>
                <a:ea typeface="楷体" panose="02010609060101010101" pitchFamily="49" charset="-122"/>
                <a:cs typeface="Consolas" panose="020B0609020204030204" pitchFamily="49" charset="0"/>
              </a:rPr>
              <a:t>n;i</a:t>
            </a:r>
            <a:r>
              <a:rPr lang="en-US" altLang="zh-CN" dirty="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zh-CN" dirty="0">
                <a:solidFill>
                  <a:srgbClr val="0000FF"/>
                </a:solidFill>
                <a:latin typeface="Consolas" panose="020B0609020204030204" pitchFamily="49" charset="0"/>
                <a:ea typeface="楷体" panose="02010609060101010101" pitchFamily="49" charset="-122"/>
                <a:cs typeface="Consolas" panose="020B0609020204030204" pitchFamily="49" charset="0"/>
              </a:rPr>
              <a:t>执行</a:t>
            </a:r>
            <a:r>
              <a:rPr lang="en-US" altLang="zh-CN" dirty="0">
                <a:solidFill>
                  <a:srgbClr val="0000FF"/>
                </a:solidFill>
                <a:latin typeface="Consolas" panose="020B0609020204030204" pitchFamily="49" charset="0"/>
                <a:ea typeface="楷体" panose="02010609060101010101" pitchFamily="49" charset="-122"/>
                <a:cs typeface="Consolas" panose="020B0609020204030204" pitchFamily="49" charset="0"/>
              </a:rPr>
              <a:t>n</a:t>
            </a:r>
            <a:r>
              <a:rPr lang="zh-CN" altLang="zh-CN" dirty="0">
                <a:solidFill>
                  <a:srgbClr val="0000FF"/>
                </a:solidFill>
                <a:latin typeface="Consolas" panose="020B0609020204030204" pitchFamily="49" charset="0"/>
                <a:ea typeface="楷体" panose="02010609060101010101" pitchFamily="49" charset="-122"/>
                <a:cs typeface="Consolas" panose="020B0609020204030204" pitchFamily="49" charset="0"/>
              </a:rPr>
              <a:t>步操作</a:t>
            </a:r>
          </a:p>
          <a:p>
            <a:pPr>
              <a:lnSpc>
                <a:spcPct val="150000"/>
              </a:lnSpc>
            </a:pPr>
            <a:r>
              <a:rPr lang="en-US" altLang="zh-CN" dirty="0">
                <a:solidFill>
                  <a:srgbClr val="0000FF"/>
                </a:solidFill>
                <a:latin typeface="Consolas" panose="020B0609020204030204" pitchFamily="49" charset="0"/>
                <a:ea typeface="楷体" panose="02010609060101010101" pitchFamily="49" charset="-122"/>
                <a:cs typeface="Consolas" panose="020B0609020204030204" pitchFamily="49" charset="0"/>
              </a:rPr>
              <a:t>   {  </a:t>
            </a:r>
            <a:r>
              <a:rPr lang="en-US" altLang="zh-CN" dirty="0" err="1">
                <a:solidFill>
                  <a:srgbClr val="0000FF"/>
                </a:solidFill>
                <a:latin typeface="Consolas" panose="020B0609020204030204" pitchFamily="49" charset="0"/>
                <a:ea typeface="楷体" panose="02010609060101010101" pitchFamily="49" charset="-122"/>
                <a:cs typeface="Consolas" panose="020B0609020204030204" pitchFamily="49" charset="0"/>
              </a:rPr>
              <a:t>SType</a:t>
            </a:r>
            <a:r>
              <a:rPr lang="en-US" altLang="zh-CN" dirty="0">
                <a:solidFill>
                  <a:srgbClr val="0000FF"/>
                </a:solidFill>
                <a:latin typeface="Consolas" panose="020B0609020204030204" pitchFamily="49" charset="0"/>
                <a:ea typeface="楷体" panose="02010609060101010101" pitchFamily="49" charset="-122"/>
                <a:cs typeface="Consolas" panose="020B0609020204030204" pitchFamily="49" charset="0"/>
              </a:rPr>
              <a:t> xi=Select(a);	  //</a:t>
            </a:r>
            <a:r>
              <a:rPr lang="zh-CN" altLang="zh-CN" dirty="0">
                <a:solidFill>
                  <a:srgbClr val="0000FF"/>
                </a:solidFill>
                <a:latin typeface="Consolas" panose="020B0609020204030204" pitchFamily="49" charset="0"/>
                <a:ea typeface="楷体" panose="02010609060101010101" pitchFamily="49" charset="-122"/>
                <a:cs typeface="Consolas" panose="020B0609020204030204" pitchFamily="49" charset="0"/>
              </a:rPr>
              <a:t>从输入</a:t>
            </a:r>
            <a:r>
              <a:rPr lang="en-US" altLang="zh-CN" dirty="0">
                <a:solidFill>
                  <a:srgbClr val="0000FF"/>
                </a:solidFill>
                <a:latin typeface="Consolas" panose="020B0609020204030204" pitchFamily="49" charset="0"/>
                <a:ea typeface="楷体" panose="02010609060101010101" pitchFamily="49" charset="-122"/>
                <a:cs typeface="Consolas" panose="020B0609020204030204" pitchFamily="49" charset="0"/>
              </a:rPr>
              <a:t>a</a:t>
            </a:r>
            <a:r>
              <a:rPr lang="zh-CN" altLang="zh-CN" dirty="0">
                <a:solidFill>
                  <a:srgbClr val="0000FF"/>
                </a:solidFill>
                <a:latin typeface="Consolas" panose="020B0609020204030204" pitchFamily="49" charset="0"/>
                <a:ea typeface="楷体" panose="02010609060101010101" pitchFamily="49" charset="-122"/>
                <a:cs typeface="Consolas" panose="020B0609020204030204" pitchFamily="49" charset="0"/>
              </a:rPr>
              <a:t>中选择一个当前最好的分量</a:t>
            </a:r>
          </a:p>
          <a:p>
            <a:pPr>
              <a:lnSpc>
                <a:spcPct val="150000"/>
              </a:lnSpc>
            </a:pPr>
            <a:r>
              <a:rPr lang="en-US" altLang="zh-CN" dirty="0">
                <a:solidFill>
                  <a:srgbClr val="0000FF"/>
                </a:solidFill>
                <a:latin typeface="Consolas" panose="020B0609020204030204" pitchFamily="49" charset="0"/>
                <a:ea typeface="楷体" panose="02010609060101010101" pitchFamily="49" charset="-122"/>
                <a:cs typeface="Consolas" panose="020B0609020204030204" pitchFamily="49" charset="0"/>
              </a:rPr>
              <a:t>      if (</a:t>
            </a:r>
            <a:r>
              <a:rPr lang="en-US" altLang="zh-CN" dirty="0" err="1">
                <a:solidFill>
                  <a:srgbClr val="0000FF"/>
                </a:solidFill>
                <a:latin typeface="Consolas" panose="020B0609020204030204" pitchFamily="49" charset="0"/>
                <a:ea typeface="楷体" panose="02010609060101010101" pitchFamily="49" charset="-122"/>
                <a:cs typeface="Consolas" panose="020B0609020204030204" pitchFamily="49" charset="0"/>
              </a:rPr>
              <a:t>Feasiable</a:t>
            </a:r>
            <a:r>
              <a:rPr lang="en-US" altLang="zh-CN" dirty="0">
                <a:solidFill>
                  <a:srgbClr val="0000FF"/>
                </a:solidFill>
                <a:latin typeface="Consolas" panose="020B0609020204030204" pitchFamily="49" charset="0"/>
                <a:ea typeface="楷体" panose="02010609060101010101" pitchFamily="49" charset="-122"/>
                <a:cs typeface="Consolas" panose="020B0609020204030204" pitchFamily="49" charset="0"/>
              </a:rPr>
              <a:t>(xi))	  //</a:t>
            </a:r>
            <a:r>
              <a:rPr lang="zh-CN" altLang="zh-CN" dirty="0">
                <a:solidFill>
                  <a:srgbClr val="0000FF"/>
                </a:solidFill>
                <a:latin typeface="Consolas" panose="020B0609020204030204" pitchFamily="49" charset="0"/>
                <a:ea typeface="楷体" panose="02010609060101010101" pitchFamily="49" charset="-122"/>
                <a:cs typeface="Consolas" panose="020B0609020204030204" pitchFamily="49" charset="0"/>
              </a:rPr>
              <a:t>判断</a:t>
            </a:r>
            <a:r>
              <a:rPr lang="en-US" altLang="zh-CN" dirty="0">
                <a:solidFill>
                  <a:srgbClr val="0000FF"/>
                </a:solidFill>
                <a:latin typeface="Consolas" panose="020B0609020204030204" pitchFamily="49" charset="0"/>
                <a:ea typeface="楷体" panose="02010609060101010101" pitchFamily="49" charset="-122"/>
                <a:cs typeface="Consolas" panose="020B0609020204030204" pitchFamily="49" charset="0"/>
              </a:rPr>
              <a:t>xi</a:t>
            </a:r>
            <a:r>
              <a:rPr lang="zh-CN" altLang="zh-CN" dirty="0">
                <a:solidFill>
                  <a:srgbClr val="0000FF"/>
                </a:solidFill>
                <a:latin typeface="Consolas" panose="020B0609020204030204" pitchFamily="49" charset="0"/>
                <a:ea typeface="楷体" panose="02010609060101010101" pitchFamily="49" charset="-122"/>
                <a:cs typeface="Consolas" panose="020B0609020204030204" pitchFamily="49" charset="0"/>
              </a:rPr>
              <a:t>是否包含在当前解中</a:t>
            </a:r>
          </a:p>
          <a:p>
            <a:pPr>
              <a:lnSpc>
                <a:spcPct val="150000"/>
              </a:lnSpc>
            </a:pPr>
            <a:r>
              <a:rPr lang="en-US" altLang="zh-CN" dirty="0">
                <a:solidFill>
                  <a:srgbClr val="0000FF"/>
                </a:solidFill>
                <a:latin typeface="Consolas" panose="020B0609020204030204" pitchFamily="49" charset="0"/>
                <a:ea typeface="楷体" panose="02010609060101010101" pitchFamily="49" charset="-122"/>
                <a:cs typeface="Consolas" panose="020B0609020204030204" pitchFamily="49" charset="0"/>
              </a:rPr>
              <a:t>	 solution=Union(</a:t>
            </a:r>
            <a:r>
              <a:rPr lang="en-US" altLang="zh-CN" dirty="0" err="1">
                <a:solidFill>
                  <a:srgbClr val="0000FF"/>
                </a:solidFill>
                <a:latin typeface="Consolas" panose="020B0609020204030204" pitchFamily="49" charset="0"/>
                <a:ea typeface="楷体" panose="02010609060101010101" pitchFamily="49" charset="-122"/>
                <a:cs typeface="Consolas" panose="020B0609020204030204" pitchFamily="49" charset="0"/>
              </a:rPr>
              <a:t>x,xi</a:t>
            </a:r>
            <a:r>
              <a:rPr lang="en-US" altLang="zh-CN" dirty="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zh-CN" dirty="0">
                <a:solidFill>
                  <a:srgbClr val="0000FF"/>
                </a:solidFill>
                <a:latin typeface="Consolas" panose="020B0609020204030204" pitchFamily="49" charset="0"/>
                <a:ea typeface="楷体" panose="02010609060101010101" pitchFamily="49" charset="-122"/>
                <a:cs typeface="Consolas" panose="020B0609020204030204" pitchFamily="49" charset="0"/>
              </a:rPr>
              <a:t>将</a:t>
            </a:r>
            <a:r>
              <a:rPr lang="en-US" altLang="zh-CN" dirty="0">
                <a:solidFill>
                  <a:srgbClr val="0000FF"/>
                </a:solidFill>
                <a:latin typeface="Consolas" panose="020B0609020204030204" pitchFamily="49" charset="0"/>
                <a:ea typeface="楷体" panose="02010609060101010101" pitchFamily="49" charset="-122"/>
                <a:cs typeface="Consolas" panose="020B0609020204030204" pitchFamily="49" charset="0"/>
              </a:rPr>
              <a:t>xi</a:t>
            </a:r>
            <a:r>
              <a:rPr lang="zh-CN" altLang="zh-CN" dirty="0">
                <a:solidFill>
                  <a:srgbClr val="0000FF"/>
                </a:solidFill>
                <a:latin typeface="Consolas" panose="020B0609020204030204" pitchFamily="49" charset="0"/>
                <a:ea typeface="楷体" panose="02010609060101010101" pitchFamily="49" charset="-122"/>
                <a:cs typeface="Consolas" panose="020B0609020204030204" pitchFamily="49" charset="0"/>
              </a:rPr>
              <a:t>分量合并形成</a:t>
            </a:r>
            <a:r>
              <a:rPr lang="en-US" altLang="zh-CN" dirty="0">
                <a:solidFill>
                  <a:srgbClr val="0000FF"/>
                </a:solidFill>
                <a:latin typeface="Consolas" panose="020B0609020204030204" pitchFamily="49" charset="0"/>
                <a:ea typeface="楷体" panose="02010609060101010101" pitchFamily="49" charset="-122"/>
                <a:cs typeface="Consolas" panose="020B0609020204030204" pitchFamily="49" charset="0"/>
              </a:rPr>
              <a:t>x </a:t>
            </a:r>
            <a:endParaRPr lang="zh-CN" altLang="zh-CN" dirty="0">
              <a:solidFill>
                <a:srgbClr val="0000FF"/>
              </a:solidFill>
              <a:latin typeface="Consolas" panose="020B0609020204030204" pitchFamily="49" charset="0"/>
              <a:ea typeface="楷体" panose="02010609060101010101" pitchFamily="49" charset="-122"/>
              <a:cs typeface="Consolas" panose="020B0609020204030204" pitchFamily="49" charset="0"/>
            </a:endParaRPr>
          </a:p>
          <a:p>
            <a:pPr>
              <a:lnSpc>
                <a:spcPct val="150000"/>
              </a:lnSpc>
            </a:pPr>
            <a:r>
              <a:rPr lang="en-US" altLang="zh-CN" dirty="0">
                <a:solidFill>
                  <a:srgbClr val="0000FF"/>
                </a:solidFill>
                <a:latin typeface="Consolas" panose="020B0609020204030204" pitchFamily="49" charset="0"/>
                <a:ea typeface="楷体" panose="02010609060101010101" pitchFamily="49" charset="-122"/>
                <a:cs typeface="Consolas" panose="020B0609020204030204" pitchFamily="49" charset="0"/>
              </a:rPr>
              <a:t>   }</a:t>
            </a:r>
            <a:endParaRPr lang="zh-CN" altLang="zh-CN" dirty="0">
              <a:solidFill>
                <a:srgbClr val="0000FF"/>
              </a:solidFill>
              <a:latin typeface="Consolas" panose="020B0609020204030204" pitchFamily="49" charset="0"/>
              <a:ea typeface="楷体" panose="02010609060101010101" pitchFamily="49" charset="-122"/>
              <a:cs typeface="Consolas" panose="020B0609020204030204" pitchFamily="49" charset="0"/>
            </a:endParaRPr>
          </a:p>
          <a:p>
            <a:pPr>
              <a:lnSpc>
                <a:spcPct val="150000"/>
              </a:lnSpc>
            </a:pPr>
            <a:r>
              <a:rPr lang="en-US" altLang="zh-CN" dirty="0">
                <a:solidFill>
                  <a:srgbClr val="0000FF"/>
                </a:solidFill>
                <a:latin typeface="Consolas" panose="020B0609020204030204" pitchFamily="49" charset="0"/>
                <a:ea typeface="楷体" panose="02010609060101010101" pitchFamily="49" charset="-122"/>
                <a:cs typeface="Consolas" panose="020B0609020204030204" pitchFamily="49" charset="0"/>
              </a:rPr>
              <a:t>   return x;			  //</a:t>
            </a:r>
            <a:r>
              <a:rPr lang="zh-CN" altLang="zh-CN" dirty="0">
                <a:solidFill>
                  <a:srgbClr val="0000FF"/>
                </a:solidFill>
                <a:latin typeface="Consolas" panose="020B0609020204030204" pitchFamily="49" charset="0"/>
                <a:ea typeface="楷体" panose="02010609060101010101" pitchFamily="49" charset="-122"/>
                <a:cs typeface="Consolas" panose="020B0609020204030204" pitchFamily="49" charset="0"/>
              </a:rPr>
              <a:t>返回生成的最优解</a:t>
            </a:r>
          </a:p>
          <a:p>
            <a:pPr>
              <a:lnSpc>
                <a:spcPct val="150000"/>
              </a:lnSpc>
            </a:pPr>
            <a:r>
              <a:rPr lang="en-US" altLang="zh-CN" dirty="0">
                <a:solidFill>
                  <a:srgbClr val="0000FF"/>
                </a:solidFill>
                <a:latin typeface="Consolas" panose="020B0609020204030204" pitchFamily="49" charset="0"/>
                <a:ea typeface="楷体" panose="02010609060101010101" pitchFamily="49" charset="-122"/>
                <a:cs typeface="Consolas" panose="020B0609020204030204" pitchFamily="49" charset="0"/>
              </a:rPr>
              <a:t>}</a:t>
            </a:r>
          </a:p>
        </p:txBody>
      </p:sp>
    </p:spTree>
  </p:cSld>
  <p:clrMapOvr>
    <a:overrideClrMapping bg1="lt1" tx1="dk1" bg2="lt2" tx2="dk2" accent1="accent1" accent2="accent2" accent3="accent3" accent4="accent4" accent5="accent5" accent6="accent6" hlink="hlink" folHlink="folHlink"/>
  </p:clrMapOvr>
  <p:transition/>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4" name="TextBox 4"/>
          <p:cNvSpPr txBox="1"/>
          <p:nvPr/>
        </p:nvSpPr>
        <p:spPr>
          <a:xfrm>
            <a:off x="396670" y="1290433"/>
            <a:ext cx="8638473" cy="4277133"/>
          </a:xfrm>
          <a:prstGeom prst="rect">
            <a:avLst/>
          </a:prstGeom>
          <a:noFill/>
        </p:spPr>
        <p:txBody>
          <a:bodyPr wrap="square" rtlCol="0">
            <a:spAutoFit/>
          </a:bodyPr>
          <a:lstStyle/>
          <a:p>
            <a:pPr>
              <a:lnSpc>
                <a:spcPct val="150000"/>
              </a:lnSpc>
            </a:pPr>
            <a:r>
              <a:rPr lang="en-US" altLang="zh-CN" sz="2200" dirty="0">
                <a:solidFill>
                  <a:srgbClr val="FF0000"/>
                </a:solidFill>
                <a:latin typeface="微软雅黑" panose="020B0503020204020204" charset="-122"/>
                <a:ea typeface="微软雅黑" panose="020B0503020204020204" charset="-122"/>
                <a:cs typeface="Consolas" panose="020B0609020204030204" pitchFamily="49" charset="0"/>
              </a:rPr>
              <a:t>   </a:t>
            </a:r>
            <a:r>
              <a:rPr lang="zh-CN" altLang="zh-CN" sz="2200" dirty="0">
                <a:solidFill>
                  <a:srgbClr val="FF0000"/>
                </a:solidFill>
                <a:latin typeface="华文楷体" panose="02010600040101010101" pitchFamily="2" charset="-122"/>
                <a:ea typeface="华文楷体" panose="02010600040101010101" pitchFamily="2" charset="-122"/>
                <a:cs typeface="Consolas" panose="020B0609020204030204" pitchFamily="49" charset="0"/>
              </a:rPr>
              <a:t>【问题描述】</a:t>
            </a:r>
            <a:r>
              <a:rPr lang="zh-CN" altLang="zh-CN" sz="2300" b="1" dirty="0">
                <a:solidFill>
                  <a:srgbClr val="0000FF"/>
                </a:solidFill>
                <a:latin typeface="华文楷体" panose="02010600040101010101" pitchFamily="2" charset="-122"/>
                <a:ea typeface="华文楷体" panose="02010600040101010101" pitchFamily="2" charset="-122"/>
              </a:rPr>
              <a:t>假设有一个需要使用某一资源的</a:t>
            </a:r>
            <a:r>
              <a:rPr lang="en-US" altLang="zh-CN" sz="2300" b="1" dirty="0">
                <a:solidFill>
                  <a:srgbClr val="0000FF"/>
                </a:solidFill>
                <a:latin typeface="华文楷体" panose="02010600040101010101" pitchFamily="2" charset="-122"/>
                <a:ea typeface="华文楷体" panose="02010600040101010101" pitchFamily="2" charset="-122"/>
              </a:rPr>
              <a:t>n</a:t>
            </a:r>
            <a:r>
              <a:rPr lang="zh-CN" altLang="zh-CN" sz="2300" b="1" dirty="0">
                <a:solidFill>
                  <a:srgbClr val="0000FF"/>
                </a:solidFill>
                <a:latin typeface="华文楷体" panose="02010600040101010101" pitchFamily="2" charset="-122"/>
                <a:ea typeface="华文楷体" panose="02010600040101010101" pitchFamily="2" charset="-122"/>
              </a:rPr>
              <a:t>个活动所组成的集合</a:t>
            </a:r>
            <a:r>
              <a:rPr lang="en-US" altLang="zh-CN" sz="2300" b="1" dirty="0">
                <a:solidFill>
                  <a:srgbClr val="0000FF"/>
                </a:solidFill>
                <a:latin typeface="华文楷体" panose="02010600040101010101" pitchFamily="2" charset="-122"/>
                <a:ea typeface="华文楷体" panose="02010600040101010101" pitchFamily="2" charset="-122"/>
              </a:rPr>
              <a:t>S</a:t>
            </a:r>
            <a:r>
              <a:rPr lang="zh-CN" altLang="zh-CN" sz="2300" b="1" dirty="0">
                <a:solidFill>
                  <a:srgbClr val="0000FF"/>
                </a:solidFill>
                <a:latin typeface="华文楷体" panose="02010600040101010101" pitchFamily="2" charset="-122"/>
                <a:ea typeface="华文楷体" panose="02010600040101010101" pitchFamily="2" charset="-122"/>
              </a:rPr>
              <a:t>，</a:t>
            </a:r>
            <a:r>
              <a:rPr lang="en-US" altLang="zh-CN" sz="2300" b="1" dirty="0">
                <a:solidFill>
                  <a:srgbClr val="0000FF"/>
                </a:solidFill>
                <a:latin typeface="华文楷体" panose="02010600040101010101" pitchFamily="2" charset="-122"/>
                <a:ea typeface="华文楷体" panose="02010600040101010101" pitchFamily="2" charset="-122"/>
              </a:rPr>
              <a:t>S={1</a:t>
            </a:r>
            <a:r>
              <a:rPr lang="zh-CN" altLang="zh-CN" sz="2300" b="1" dirty="0">
                <a:solidFill>
                  <a:srgbClr val="0000FF"/>
                </a:solidFill>
                <a:latin typeface="华文楷体" panose="02010600040101010101" pitchFamily="2" charset="-122"/>
                <a:ea typeface="华文楷体" panose="02010600040101010101" pitchFamily="2" charset="-122"/>
              </a:rPr>
              <a:t>，</a:t>
            </a:r>
            <a:r>
              <a:rPr lang="en-US" altLang="zh-CN" sz="2300" b="1" dirty="0">
                <a:solidFill>
                  <a:srgbClr val="0000FF"/>
                </a:solidFill>
                <a:latin typeface="华文楷体" panose="02010600040101010101" pitchFamily="2" charset="-122"/>
                <a:ea typeface="华文楷体" panose="02010600040101010101" pitchFamily="2" charset="-122"/>
              </a:rPr>
              <a:t>…</a:t>
            </a:r>
            <a:r>
              <a:rPr lang="zh-CN" altLang="zh-CN" sz="2300" b="1" dirty="0">
                <a:solidFill>
                  <a:srgbClr val="0000FF"/>
                </a:solidFill>
                <a:latin typeface="华文楷体" panose="02010600040101010101" pitchFamily="2" charset="-122"/>
                <a:ea typeface="华文楷体" panose="02010600040101010101" pitchFamily="2" charset="-122"/>
              </a:rPr>
              <a:t>，</a:t>
            </a:r>
            <a:r>
              <a:rPr lang="en-US" altLang="zh-CN" sz="2300" b="1" dirty="0">
                <a:solidFill>
                  <a:srgbClr val="0000FF"/>
                </a:solidFill>
                <a:latin typeface="华文楷体" panose="02010600040101010101" pitchFamily="2" charset="-122"/>
                <a:ea typeface="华文楷体" panose="02010600040101010101" pitchFamily="2" charset="-122"/>
              </a:rPr>
              <a:t>n}</a:t>
            </a:r>
            <a:r>
              <a:rPr lang="zh-CN" altLang="zh-CN" sz="2300" b="1" dirty="0">
                <a:solidFill>
                  <a:srgbClr val="0000FF"/>
                </a:solidFill>
                <a:latin typeface="华文楷体" panose="02010600040101010101" pitchFamily="2" charset="-122"/>
                <a:ea typeface="华文楷体" panose="02010600040101010101" pitchFamily="2" charset="-122"/>
              </a:rPr>
              <a:t>。该资源任何时刻只能被一个活动所占用，活动</a:t>
            </a:r>
            <a:r>
              <a:rPr lang="en-US" altLang="zh-CN" sz="2300" b="1" dirty="0" err="1">
                <a:solidFill>
                  <a:srgbClr val="0000FF"/>
                </a:solidFill>
                <a:latin typeface="华文楷体" panose="02010600040101010101" pitchFamily="2" charset="-122"/>
                <a:ea typeface="华文楷体" panose="02010600040101010101" pitchFamily="2" charset="-122"/>
              </a:rPr>
              <a:t>i</a:t>
            </a:r>
            <a:r>
              <a:rPr lang="zh-CN" altLang="zh-CN" sz="2300" b="1" dirty="0">
                <a:solidFill>
                  <a:srgbClr val="0000FF"/>
                </a:solidFill>
                <a:latin typeface="华文楷体" panose="02010600040101010101" pitchFamily="2" charset="-122"/>
                <a:ea typeface="华文楷体" panose="02010600040101010101" pitchFamily="2" charset="-122"/>
              </a:rPr>
              <a:t>有一个开始时间</a:t>
            </a:r>
            <a:r>
              <a:rPr lang="en-US" altLang="zh-CN" sz="2300" b="1" dirty="0">
                <a:solidFill>
                  <a:srgbClr val="0000FF"/>
                </a:solidFill>
                <a:latin typeface="华文楷体" panose="02010600040101010101" pitchFamily="2" charset="-122"/>
                <a:ea typeface="华文楷体" panose="02010600040101010101" pitchFamily="2" charset="-122"/>
              </a:rPr>
              <a:t>bi</a:t>
            </a:r>
            <a:r>
              <a:rPr lang="zh-CN" altLang="zh-CN" sz="2300" b="1" dirty="0">
                <a:solidFill>
                  <a:srgbClr val="0000FF"/>
                </a:solidFill>
                <a:latin typeface="华文楷体" panose="02010600040101010101" pitchFamily="2" charset="-122"/>
                <a:ea typeface="华文楷体" panose="02010600040101010101" pitchFamily="2" charset="-122"/>
              </a:rPr>
              <a:t>和结束时间</a:t>
            </a:r>
            <a:r>
              <a:rPr lang="en-US" altLang="zh-CN" sz="2300" b="1" dirty="0" err="1">
                <a:solidFill>
                  <a:srgbClr val="0000FF"/>
                </a:solidFill>
                <a:latin typeface="华文楷体" panose="02010600040101010101" pitchFamily="2" charset="-122"/>
                <a:ea typeface="华文楷体" panose="02010600040101010101" pitchFamily="2" charset="-122"/>
              </a:rPr>
              <a:t>ei</a:t>
            </a:r>
            <a:r>
              <a:rPr lang="zh-CN" altLang="zh-CN" sz="2300" b="1" dirty="0">
                <a:solidFill>
                  <a:srgbClr val="0000FF"/>
                </a:solidFill>
                <a:latin typeface="华文楷体" panose="02010600040101010101" pitchFamily="2" charset="-122"/>
                <a:ea typeface="华文楷体" panose="02010600040101010101" pitchFamily="2" charset="-122"/>
              </a:rPr>
              <a:t>（</a:t>
            </a:r>
            <a:r>
              <a:rPr lang="en-US" altLang="zh-CN" sz="2300" b="1" dirty="0">
                <a:solidFill>
                  <a:srgbClr val="0000FF"/>
                </a:solidFill>
                <a:latin typeface="华文楷体" panose="02010600040101010101" pitchFamily="2" charset="-122"/>
                <a:ea typeface="华文楷体" panose="02010600040101010101" pitchFamily="2" charset="-122"/>
              </a:rPr>
              <a:t>bi&lt;</a:t>
            </a:r>
            <a:r>
              <a:rPr lang="en-US" altLang="zh-CN" sz="2300" b="1" dirty="0" err="1">
                <a:solidFill>
                  <a:srgbClr val="0000FF"/>
                </a:solidFill>
                <a:latin typeface="华文楷体" panose="02010600040101010101" pitchFamily="2" charset="-122"/>
                <a:ea typeface="华文楷体" panose="02010600040101010101" pitchFamily="2" charset="-122"/>
              </a:rPr>
              <a:t>ei</a:t>
            </a:r>
            <a:r>
              <a:rPr lang="zh-CN" altLang="zh-CN" sz="2300" b="1" dirty="0">
                <a:solidFill>
                  <a:srgbClr val="0000FF"/>
                </a:solidFill>
                <a:latin typeface="华文楷体" panose="02010600040101010101" pitchFamily="2" charset="-122"/>
                <a:ea typeface="华文楷体" panose="02010600040101010101" pitchFamily="2" charset="-122"/>
              </a:rPr>
              <a:t>），其执行时间为</a:t>
            </a:r>
            <a:r>
              <a:rPr lang="en-US" altLang="zh-CN" sz="2300" b="1" dirty="0" err="1">
                <a:solidFill>
                  <a:srgbClr val="0000FF"/>
                </a:solidFill>
                <a:latin typeface="华文楷体" panose="02010600040101010101" pitchFamily="2" charset="-122"/>
                <a:ea typeface="华文楷体" panose="02010600040101010101" pitchFamily="2" charset="-122"/>
              </a:rPr>
              <a:t>ei</a:t>
            </a:r>
            <a:r>
              <a:rPr lang="en-US" altLang="zh-CN" sz="2300" b="1" dirty="0">
                <a:solidFill>
                  <a:srgbClr val="0000FF"/>
                </a:solidFill>
                <a:latin typeface="华文楷体" panose="02010600040101010101" pitchFamily="2" charset="-122"/>
                <a:ea typeface="华文楷体" panose="02010600040101010101" pitchFamily="2" charset="-122"/>
              </a:rPr>
              <a:t>-bi</a:t>
            </a:r>
            <a:r>
              <a:rPr lang="zh-CN" altLang="zh-CN" sz="2300" b="1" dirty="0">
                <a:solidFill>
                  <a:srgbClr val="0000FF"/>
                </a:solidFill>
                <a:latin typeface="华文楷体" panose="02010600040101010101" pitchFamily="2" charset="-122"/>
                <a:ea typeface="华文楷体" panose="02010600040101010101" pitchFamily="2" charset="-122"/>
              </a:rPr>
              <a:t>，假设最早活动执行时间为</a:t>
            </a:r>
            <a:r>
              <a:rPr lang="en-US" altLang="zh-CN" sz="2300" b="1" dirty="0">
                <a:solidFill>
                  <a:srgbClr val="0000FF"/>
                </a:solidFill>
                <a:latin typeface="华文楷体" panose="02010600040101010101" pitchFamily="2" charset="-122"/>
                <a:ea typeface="华文楷体" panose="02010600040101010101" pitchFamily="2" charset="-122"/>
              </a:rPr>
              <a:t>0</a:t>
            </a:r>
            <a:r>
              <a:rPr lang="zh-CN" altLang="zh-CN" sz="2300" b="1" dirty="0">
                <a:solidFill>
                  <a:srgbClr val="0000FF"/>
                </a:solidFill>
                <a:latin typeface="华文楷体" panose="02010600040101010101" pitchFamily="2" charset="-122"/>
                <a:ea typeface="华文楷体" panose="02010600040101010101" pitchFamily="2" charset="-122"/>
              </a:rPr>
              <a:t>。</a:t>
            </a:r>
            <a:endParaRPr lang="en-US" altLang="zh-CN" sz="2300" b="1" dirty="0">
              <a:solidFill>
                <a:srgbClr val="0000FF"/>
              </a:solidFill>
              <a:latin typeface="华文楷体" panose="02010600040101010101" pitchFamily="2" charset="-122"/>
              <a:ea typeface="华文楷体" panose="02010600040101010101" pitchFamily="2" charset="-122"/>
            </a:endParaRPr>
          </a:p>
          <a:p>
            <a:pPr>
              <a:lnSpc>
                <a:spcPct val="150000"/>
              </a:lnSpc>
            </a:pPr>
            <a:r>
              <a:rPr lang="en-US" altLang="zh-CN" sz="2300" b="1" dirty="0">
                <a:solidFill>
                  <a:srgbClr val="0000FF"/>
                </a:solidFill>
                <a:latin typeface="华文楷体" panose="02010600040101010101" pitchFamily="2" charset="-122"/>
                <a:ea typeface="华文楷体" panose="02010600040101010101" pitchFamily="2" charset="-122"/>
              </a:rPr>
              <a:t>    </a:t>
            </a:r>
            <a:r>
              <a:rPr lang="zh-CN" altLang="zh-CN" sz="2300" b="1" dirty="0">
                <a:solidFill>
                  <a:srgbClr val="0000FF"/>
                </a:solidFill>
                <a:latin typeface="华文楷体" panose="02010600040101010101" pitchFamily="2" charset="-122"/>
                <a:ea typeface="华文楷体" panose="02010600040101010101" pitchFamily="2" charset="-122"/>
              </a:rPr>
              <a:t>一旦某个活动开始执行，中间不能被打断，直到其执行完毕。若活动</a:t>
            </a:r>
            <a:r>
              <a:rPr lang="en-US" altLang="zh-CN" sz="2300" b="1" dirty="0" err="1">
                <a:solidFill>
                  <a:srgbClr val="0000FF"/>
                </a:solidFill>
                <a:latin typeface="华文楷体" panose="02010600040101010101" pitchFamily="2" charset="-122"/>
                <a:ea typeface="华文楷体" panose="02010600040101010101" pitchFamily="2" charset="-122"/>
              </a:rPr>
              <a:t>i</a:t>
            </a:r>
            <a:r>
              <a:rPr lang="zh-CN" altLang="zh-CN" sz="2300" b="1" dirty="0">
                <a:solidFill>
                  <a:srgbClr val="0000FF"/>
                </a:solidFill>
                <a:latin typeface="华文楷体" panose="02010600040101010101" pitchFamily="2" charset="-122"/>
                <a:ea typeface="华文楷体" panose="02010600040101010101" pitchFamily="2" charset="-122"/>
              </a:rPr>
              <a:t>和活动</a:t>
            </a:r>
            <a:r>
              <a:rPr lang="en-US" altLang="zh-CN" sz="2300" b="1" dirty="0">
                <a:solidFill>
                  <a:srgbClr val="0000FF"/>
                </a:solidFill>
                <a:latin typeface="华文楷体" panose="02010600040101010101" pitchFamily="2" charset="-122"/>
                <a:ea typeface="华文楷体" panose="02010600040101010101" pitchFamily="2" charset="-122"/>
              </a:rPr>
              <a:t>j</a:t>
            </a:r>
            <a:r>
              <a:rPr lang="zh-CN" altLang="zh-CN" sz="2300" b="1" dirty="0">
                <a:solidFill>
                  <a:srgbClr val="0000FF"/>
                </a:solidFill>
                <a:latin typeface="华文楷体" panose="02010600040101010101" pitchFamily="2" charset="-122"/>
                <a:ea typeface="华文楷体" panose="02010600040101010101" pitchFamily="2" charset="-122"/>
              </a:rPr>
              <a:t>有</a:t>
            </a:r>
            <a:r>
              <a:rPr lang="en-US" altLang="zh-CN" sz="2300" b="1" dirty="0">
                <a:solidFill>
                  <a:srgbClr val="0000FF"/>
                </a:solidFill>
                <a:latin typeface="华文楷体" panose="02010600040101010101" pitchFamily="2" charset="-122"/>
                <a:ea typeface="华文楷体" panose="02010600040101010101" pitchFamily="2" charset="-122"/>
              </a:rPr>
              <a:t>bi</a:t>
            </a:r>
            <a:r>
              <a:rPr lang="zh-CN" altLang="zh-CN" sz="2300" b="1" dirty="0">
                <a:solidFill>
                  <a:srgbClr val="0000FF"/>
                </a:solidFill>
                <a:latin typeface="华文楷体" panose="02010600040101010101" pitchFamily="2" charset="-122"/>
                <a:ea typeface="华文楷体" panose="02010600040101010101" pitchFamily="2" charset="-122"/>
              </a:rPr>
              <a:t>≥</a:t>
            </a:r>
            <a:r>
              <a:rPr lang="en-US" altLang="zh-CN" sz="2300" b="1" dirty="0" err="1">
                <a:solidFill>
                  <a:srgbClr val="0000FF"/>
                </a:solidFill>
                <a:latin typeface="华文楷体" panose="02010600040101010101" pitchFamily="2" charset="-122"/>
                <a:ea typeface="华文楷体" panose="02010600040101010101" pitchFamily="2" charset="-122"/>
              </a:rPr>
              <a:t>ej</a:t>
            </a:r>
            <a:r>
              <a:rPr lang="zh-CN" altLang="zh-CN" sz="2300" b="1" dirty="0">
                <a:solidFill>
                  <a:srgbClr val="0000FF"/>
                </a:solidFill>
                <a:latin typeface="华文楷体" panose="02010600040101010101" pitchFamily="2" charset="-122"/>
                <a:ea typeface="华文楷体" panose="02010600040101010101" pitchFamily="2" charset="-122"/>
              </a:rPr>
              <a:t>或</a:t>
            </a:r>
            <a:r>
              <a:rPr lang="en-US" altLang="zh-CN" sz="2300" b="1" dirty="0" err="1">
                <a:solidFill>
                  <a:srgbClr val="0000FF"/>
                </a:solidFill>
                <a:latin typeface="华文楷体" panose="02010600040101010101" pitchFamily="2" charset="-122"/>
                <a:ea typeface="华文楷体" panose="02010600040101010101" pitchFamily="2" charset="-122"/>
              </a:rPr>
              <a:t>bj</a:t>
            </a:r>
            <a:r>
              <a:rPr lang="zh-CN" altLang="zh-CN" sz="2300" b="1" dirty="0">
                <a:solidFill>
                  <a:srgbClr val="0000FF"/>
                </a:solidFill>
                <a:latin typeface="华文楷体" panose="02010600040101010101" pitchFamily="2" charset="-122"/>
                <a:ea typeface="华文楷体" panose="02010600040101010101" pitchFamily="2" charset="-122"/>
              </a:rPr>
              <a:t>≥</a:t>
            </a:r>
            <a:r>
              <a:rPr lang="en-US" altLang="zh-CN" sz="2300" b="1" dirty="0" err="1">
                <a:solidFill>
                  <a:srgbClr val="0000FF"/>
                </a:solidFill>
                <a:latin typeface="华文楷体" panose="02010600040101010101" pitchFamily="2" charset="-122"/>
                <a:ea typeface="华文楷体" panose="02010600040101010101" pitchFamily="2" charset="-122"/>
              </a:rPr>
              <a:t>ei</a:t>
            </a:r>
            <a:r>
              <a:rPr lang="zh-CN" altLang="zh-CN" sz="2300" b="1" dirty="0">
                <a:solidFill>
                  <a:srgbClr val="0000FF"/>
                </a:solidFill>
                <a:latin typeface="华文楷体" panose="02010600040101010101" pitchFamily="2" charset="-122"/>
                <a:ea typeface="华文楷体" panose="02010600040101010101" pitchFamily="2" charset="-122"/>
              </a:rPr>
              <a:t>，则称这两个活动兼容。</a:t>
            </a:r>
            <a:endParaRPr lang="en-US" altLang="zh-CN" sz="2300" b="1" dirty="0">
              <a:solidFill>
                <a:srgbClr val="0000FF"/>
              </a:solidFill>
              <a:latin typeface="华文楷体" panose="02010600040101010101" pitchFamily="2" charset="-122"/>
              <a:ea typeface="华文楷体" panose="02010600040101010101" pitchFamily="2" charset="-122"/>
            </a:endParaRPr>
          </a:p>
          <a:p>
            <a:pPr>
              <a:lnSpc>
                <a:spcPct val="150000"/>
              </a:lnSpc>
            </a:pPr>
            <a:r>
              <a:rPr lang="en-US" altLang="zh-CN" sz="2300" b="1" dirty="0">
                <a:solidFill>
                  <a:srgbClr val="0000FF"/>
                </a:solidFill>
                <a:latin typeface="华文楷体" panose="02010600040101010101" pitchFamily="2" charset="-122"/>
                <a:ea typeface="华文楷体" panose="02010600040101010101" pitchFamily="2" charset="-122"/>
              </a:rPr>
              <a:t>    </a:t>
            </a:r>
            <a:r>
              <a:rPr lang="zh-CN" altLang="zh-CN" sz="2300" b="1" dirty="0">
                <a:solidFill>
                  <a:srgbClr val="0000FF"/>
                </a:solidFill>
                <a:latin typeface="华文楷体" panose="02010600040101010101" pitchFamily="2" charset="-122"/>
                <a:ea typeface="华文楷体" panose="02010600040101010101" pitchFamily="2" charset="-122"/>
              </a:rPr>
              <a:t>设计算法求一种最优活动安排方案，使得所有安排的活动个数最多。</a:t>
            </a:r>
          </a:p>
        </p:txBody>
      </p:sp>
      <p:sp>
        <p:nvSpPr>
          <p:cNvPr id="2" name="基础扎实 / Strong Preparation">
            <a:extLst>
              <a:ext uri="{FF2B5EF4-FFF2-40B4-BE49-F238E27FC236}">
                <a16:creationId xmlns:a16="http://schemas.microsoft.com/office/drawing/2014/main" id="{FB6E9FBB-EAA4-0E5B-EBFD-EAAE05C8F16B}"/>
              </a:ext>
            </a:extLst>
          </p:cNvPr>
          <p:cNvSpPr txBox="1"/>
          <p:nvPr/>
        </p:nvSpPr>
        <p:spPr>
          <a:xfrm>
            <a:off x="2605230" y="367895"/>
            <a:ext cx="5868878" cy="561530"/>
          </a:xfrm>
          <a:prstGeom prst="rect">
            <a:avLst/>
          </a:prstGeom>
          <a:noFill/>
          <a:ln>
            <a:noFill/>
          </a:ln>
        </p:spPr>
        <p:txBody>
          <a:bodyPr wrap="square" lIns="68533" tIns="34266" rIns="68533" bIns="34266" rtlCol="0">
            <a:spAutoFit/>
          </a:bodyPr>
          <a:lstStyle/>
          <a:p>
            <a:pPr algn="ctr" defTabSz="950405" fontAlgn="auto">
              <a:spcBef>
                <a:spcPts val="0"/>
              </a:spcBef>
              <a:spcAft>
                <a:spcPts val="0"/>
              </a:spcAft>
              <a:buClr>
                <a:prstClr val="white"/>
              </a:buClr>
              <a:defRPr/>
            </a:pPr>
            <a:r>
              <a:rPr lang="en-US" altLang="zh-CN" sz="3199" b="1" spc="50" dirty="0">
                <a:ln w="11430"/>
                <a:solidFill>
                  <a:srgbClr val="006600"/>
                </a:solidFill>
                <a:latin typeface="华文楷体" panose="02010600040101010101" pitchFamily="2" charset="-122"/>
                <a:ea typeface="华文楷体" panose="02010600040101010101" pitchFamily="2" charset="-122"/>
                <a:sym typeface="Arial" panose="020B0604020202020204" pitchFamily="34" charset="0"/>
              </a:rPr>
              <a:t>6</a:t>
            </a:r>
            <a:r>
              <a:rPr lang="zh-CN" altLang="en-US" sz="3199" b="1" spc="50" dirty="0">
                <a:ln w="11430"/>
                <a:solidFill>
                  <a:srgbClr val="006600"/>
                </a:solidFill>
                <a:latin typeface="华文楷体" panose="02010600040101010101" pitchFamily="2" charset="-122"/>
                <a:ea typeface="华文楷体" panose="02010600040101010101" pitchFamily="2" charset="-122"/>
                <a:sym typeface="Arial" panose="020B0604020202020204" pitchFamily="34" charset="0"/>
              </a:rPr>
              <a:t>.</a:t>
            </a:r>
            <a:r>
              <a:rPr lang="en-US" altLang="zh-CN" sz="3199" b="1" spc="50" dirty="0">
                <a:ln w="11430"/>
                <a:solidFill>
                  <a:srgbClr val="006600"/>
                </a:solidFill>
                <a:latin typeface="华文楷体" panose="02010600040101010101" pitchFamily="2" charset="-122"/>
                <a:ea typeface="华文楷体" panose="02010600040101010101" pitchFamily="2" charset="-122"/>
                <a:sym typeface="Arial" panose="020B0604020202020204" pitchFamily="34" charset="0"/>
              </a:rPr>
              <a:t>2</a:t>
            </a:r>
            <a:r>
              <a:rPr lang="zh-CN" altLang="en-US" sz="3199" b="1" spc="50" dirty="0">
                <a:ln w="11430"/>
                <a:solidFill>
                  <a:srgbClr val="006600"/>
                </a:solidFill>
                <a:latin typeface="华文楷体" panose="02010600040101010101" pitchFamily="2" charset="-122"/>
                <a:ea typeface="华文楷体" panose="02010600040101010101" pitchFamily="2" charset="-122"/>
                <a:sym typeface="Arial" panose="020B0604020202020204" pitchFamily="34" charset="0"/>
              </a:rPr>
              <a:t> 活动安排问题</a:t>
            </a:r>
          </a:p>
        </p:txBody>
      </p:sp>
    </p:spTree>
  </p:cSld>
  <p:clrMapOvr>
    <a:overrideClrMapping bg1="lt1" tx1="dk1" bg2="lt2" tx2="dk2" accent1="accent1" accent2="accent2" accent3="accent3" accent4="accent4" accent5="accent5" accent6="accent6" hlink="hlink" folHlink="folHlink"/>
  </p:clrMapOvr>
  <p:transition/>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303371" y="1116012"/>
            <a:ext cx="8569325" cy="3215304"/>
          </a:xfrm>
          <a:prstGeom prst="rect">
            <a:avLst/>
          </a:prstGeom>
          <a:noFill/>
          <a:ln w="9525">
            <a:noFill/>
            <a:miter lim="800000"/>
          </a:ln>
          <a:effectLst/>
        </p:spPr>
        <p:txBody>
          <a:bodyPr>
            <a:spAutoFit/>
          </a:bodyPr>
          <a:lstStyle/>
          <a:p>
            <a:pPr>
              <a:lnSpc>
                <a:spcPct val="150000"/>
              </a:lnSpc>
            </a:pPr>
            <a:r>
              <a:rPr lang="en-US" altLang="zh-CN" sz="2200" dirty="0">
                <a:solidFill>
                  <a:srgbClr val="0000FF"/>
                </a:solidFill>
                <a:latin typeface="微软雅黑" panose="020B0503020204020204" charset="-122"/>
                <a:ea typeface="微软雅黑" panose="020B0503020204020204" charset="-122"/>
                <a:cs typeface="Consolas" panose="020B0609020204030204" pitchFamily="49" charset="0"/>
              </a:rPr>
              <a:t>     </a:t>
            </a:r>
            <a:r>
              <a:rPr lang="zh-CN" altLang="zh-CN" sz="2200" b="1" dirty="0">
                <a:solidFill>
                  <a:srgbClr val="FF0000"/>
                </a:solidFill>
                <a:latin typeface="+mn-ea"/>
                <a:ea typeface="+mn-ea"/>
                <a:cs typeface="Consolas" panose="020B0609020204030204" pitchFamily="49" charset="0"/>
              </a:rPr>
              <a:t>【问题求解】</a:t>
            </a:r>
            <a:r>
              <a:rPr lang="zh-CN" altLang="zh-CN" sz="2300" b="1" dirty="0">
                <a:solidFill>
                  <a:srgbClr val="0000FF"/>
                </a:solidFill>
                <a:latin typeface="+mn-ea"/>
                <a:ea typeface="+mn-ea"/>
                <a:cs typeface="Consolas" panose="020B0609020204030204" pitchFamily="49" charset="0"/>
              </a:rPr>
              <a:t>假设活动时间的参考原点为</a:t>
            </a:r>
            <a:r>
              <a:rPr lang="en-US" altLang="zh-CN" sz="2300" b="1" dirty="0">
                <a:solidFill>
                  <a:srgbClr val="0000FF"/>
                </a:solidFill>
                <a:latin typeface="+mn-ea"/>
                <a:ea typeface="+mn-ea"/>
                <a:cs typeface="Consolas" panose="020B0609020204030204" pitchFamily="49" charset="0"/>
              </a:rPr>
              <a:t>0</a:t>
            </a:r>
            <a:r>
              <a:rPr lang="zh-CN" altLang="zh-CN" sz="2300" b="1" dirty="0">
                <a:solidFill>
                  <a:srgbClr val="0000FF"/>
                </a:solidFill>
                <a:latin typeface="+mn-ea"/>
                <a:ea typeface="+mn-ea"/>
                <a:cs typeface="Consolas" panose="020B0609020204030204" pitchFamily="49" charset="0"/>
              </a:rPr>
              <a:t>。一个活动</a:t>
            </a:r>
            <a:r>
              <a:rPr lang="en-US" altLang="zh-CN" sz="2300" b="1" i="1" dirty="0" err="1">
                <a:solidFill>
                  <a:srgbClr val="0000FF"/>
                </a:solidFill>
                <a:latin typeface="+mn-ea"/>
                <a:ea typeface="+mn-ea"/>
                <a:cs typeface="Consolas" panose="020B0609020204030204" pitchFamily="49" charset="0"/>
              </a:rPr>
              <a:t>i</a:t>
            </a:r>
            <a:r>
              <a:rPr lang="zh-CN" altLang="zh-CN" sz="2300" b="1" dirty="0">
                <a:solidFill>
                  <a:srgbClr val="0000FF"/>
                </a:solidFill>
                <a:latin typeface="+mn-ea"/>
                <a:ea typeface="+mn-ea"/>
                <a:cs typeface="Consolas" panose="020B0609020204030204" pitchFamily="49" charset="0"/>
              </a:rPr>
              <a:t>（</a:t>
            </a:r>
            <a:r>
              <a:rPr lang="en-US" altLang="zh-CN" sz="2300" b="1" dirty="0">
                <a:solidFill>
                  <a:srgbClr val="0000FF"/>
                </a:solidFill>
                <a:latin typeface="+mn-ea"/>
                <a:ea typeface="+mn-ea"/>
                <a:cs typeface="Consolas" panose="020B0609020204030204" pitchFamily="49" charset="0"/>
              </a:rPr>
              <a:t>1</a:t>
            </a:r>
            <a:r>
              <a:rPr lang="zh-CN" altLang="zh-CN" sz="2300" b="1" dirty="0">
                <a:solidFill>
                  <a:srgbClr val="0000FF"/>
                </a:solidFill>
                <a:latin typeface="+mn-ea"/>
                <a:ea typeface="+mn-ea"/>
                <a:cs typeface="Consolas" panose="020B0609020204030204" pitchFamily="49" charset="0"/>
              </a:rPr>
              <a:t>≤</a:t>
            </a:r>
            <a:r>
              <a:rPr lang="en-US" altLang="zh-CN" sz="2300" b="1" i="1" dirty="0" err="1">
                <a:solidFill>
                  <a:srgbClr val="0000FF"/>
                </a:solidFill>
                <a:latin typeface="+mn-ea"/>
                <a:ea typeface="+mn-ea"/>
                <a:cs typeface="Consolas" panose="020B0609020204030204" pitchFamily="49" charset="0"/>
              </a:rPr>
              <a:t>i</a:t>
            </a:r>
            <a:r>
              <a:rPr lang="zh-CN" altLang="zh-CN" sz="2300" b="1" dirty="0">
                <a:solidFill>
                  <a:srgbClr val="0000FF"/>
                </a:solidFill>
                <a:latin typeface="+mn-ea"/>
                <a:ea typeface="+mn-ea"/>
                <a:cs typeface="Consolas" panose="020B0609020204030204" pitchFamily="49" charset="0"/>
              </a:rPr>
              <a:t>≤</a:t>
            </a:r>
            <a:r>
              <a:rPr lang="en-US" altLang="zh-CN" sz="2300" b="1" i="1" dirty="0">
                <a:solidFill>
                  <a:srgbClr val="0000FF"/>
                </a:solidFill>
                <a:latin typeface="+mn-ea"/>
                <a:ea typeface="+mn-ea"/>
                <a:cs typeface="Consolas" panose="020B0609020204030204" pitchFamily="49" charset="0"/>
              </a:rPr>
              <a:t>n</a:t>
            </a:r>
            <a:r>
              <a:rPr lang="zh-CN" altLang="zh-CN" sz="2300" b="1" dirty="0">
                <a:solidFill>
                  <a:srgbClr val="0000FF"/>
                </a:solidFill>
                <a:latin typeface="+mn-ea"/>
                <a:ea typeface="+mn-ea"/>
                <a:cs typeface="Consolas" panose="020B0609020204030204" pitchFamily="49" charset="0"/>
              </a:rPr>
              <a:t>）用一个区间</a:t>
            </a:r>
            <a:r>
              <a:rPr lang="en-US" altLang="zh-CN" sz="2300" b="1" dirty="0">
                <a:solidFill>
                  <a:srgbClr val="0000FF"/>
                </a:solidFill>
                <a:latin typeface="+mn-ea"/>
                <a:ea typeface="+mn-ea"/>
                <a:cs typeface="Consolas" panose="020B0609020204030204" pitchFamily="49" charset="0"/>
              </a:rPr>
              <a:t>[</a:t>
            </a:r>
            <a:r>
              <a:rPr lang="en-US" altLang="zh-CN" sz="2300" b="1" i="1" dirty="0">
                <a:solidFill>
                  <a:srgbClr val="0000FF"/>
                </a:solidFill>
                <a:latin typeface="+mn-ea"/>
                <a:ea typeface="+mn-ea"/>
                <a:cs typeface="Consolas" panose="020B0609020204030204" pitchFamily="49" charset="0"/>
              </a:rPr>
              <a:t>b</a:t>
            </a:r>
            <a:r>
              <a:rPr lang="en-US" altLang="zh-CN" sz="2300" b="1" i="1" baseline="-25000" dirty="0">
                <a:solidFill>
                  <a:srgbClr val="0000FF"/>
                </a:solidFill>
                <a:latin typeface="+mn-ea"/>
                <a:ea typeface="+mn-ea"/>
                <a:cs typeface="Consolas" panose="020B0609020204030204" pitchFamily="49" charset="0"/>
              </a:rPr>
              <a:t>i</a:t>
            </a:r>
            <a:r>
              <a:rPr lang="zh-CN" altLang="zh-CN" sz="2300" b="1" dirty="0">
                <a:solidFill>
                  <a:srgbClr val="0000FF"/>
                </a:solidFill>
                <a:latin typeface="+mn-ea"/>
                <a:ea typeface="+mn-ea"/>
                <a:cs typeface="Consolas" panose="020B0609020204030204" pitchFamily="49" charset="0"/>
              </a:rPr>
              <a:t>，</a:t>
            </a:r>
            <a:r>
              <a:rPr lang="en-US" altLang="zh-CN" sz="2300" b="1" i="1" dirty="0" err="1">
                <a:solidFill>
                  <a:srgbClr val="0000FF"/>
                </a:solidFill>
                <a:latin typeface="+mn-ea"/>
                <a:ea typeface="+mn-ea"/>
                <a:cs typeface="Consolas" panose="020B0609020204030204" pitchFamily="49" charset="0"/>
              </a:rPr>
              <a:t>e</a:t>
            </a:r>
            <a:r>
              <a:rPr lang="en-US" altLang="zh-CN" sz="2300" b="1" i="1" baseline="-25000" dirty="0" err="1">
                <a:solidFill>
                  <a:srgbClr val="0000FF"/>
                </a:solidFill>
                <a:latin typeface="+mn-ea"/>
                <a:ea typeface="+mn-ea"/>
                <a:cs typeface="Consolas" panose="020B0609020204030204" pitchFamily="49" charset="0"/>
              </a:rPr>
              <a:t>i</a:t>
            </a:r>
            <a:r>
              <a:rPr lang="en-US" altLang="zh-CN" sz="2300" b="1" dirty="0">
                <a:solidFill>
                  <a:srgbClr val="0000FF"/>
                </a:solidFill>
                <a:latin typeface="+mn-ea"/>
                <a:ea typeface="+mn-ea"/>
                <a:cs typeface="Consolas" panose="020B0609020204030204" pitchFamily="49" charset="0"/>
              </a:rPr>
              <a:t>)</a:t>
            </a:r>
            <a:r>
              <a:rPr lang="zh-CN" altLang="zh-CN" sz="2300" b="1" dirty="0">
                <a:solidFill>
                  <a:srgbClr val="0000FF"/>
                </a:solidFill>
                <a:latin typeface="+mn-ea"/>
                <a:ea typeface="+mn-ea"/>
                <a:cs typeface="Consolas" panose="020B0609020204030204" pitchFamily="49" charset="0"/>
              </a:rPr>
              <a:t>表示，当活动按结束时间（右端点）递增排序后，两个活动</a:t>
            </a:r>
            <a:r>
              <a:rPr lang="en-US" altLang="zh-CN" sz="2300" b="1" dirty="0">
                <a:solidFill>
                  <a:srgbClr val="0000FF"/>
                </a:solidFill>
                <a:latin typeface="+mn-ea"/>
                <a:ea typeface="+mn-ea"/>
                <a:cs typeface="Consolas" panose="020B0609020204030204" pitchFamily="49" charset="0"/>
              </a:rPr>
              <a:t>[</a:t>
            </a:r>
            <a:r>
              <a:rPr lang="en-US" altLang="zh-CN" sz="2300" b="1" i="1" dirty="0">
                <a:solidFill>
                  <a:srgbClr val="0000FF"/>
                </a:solidFill>
                <a:latin typeface="+mn-ea"/>
                <a:ea typeface="+mn-ea"/>
                <a:cs typeface="Consolas" panose="020B0609020204030204" pitchFamily="49" charset="0"/>
              </a:rPr>
              <a:t>b</a:t>
            </a:r>
            <a:r>
              <a:rPr lang="en-US" altLang="zh-CN" sz="2300" b="1" i="1" baseline="-25000" dirty="0">
                <a:solidFill>
                  <a:srgbClr val="0000FF"/>
                </a:solidFill>
                <a:latin typeface="+mn-ea"/>
                <a:ea typeface="+mn-ea"/>
                <a:cs typeface="Consolas" panose="020B0609020204030204" pitchFamily="49" charset="0"/>
              </a:rPr>
              <a:t>i</a:t>
            </a:r>
            <a:r>
              <a:rPr lang="zh-CN" altLang="zh-CN" sz="2300" b="1" dirty="0">
                <a:solidFill>
                  <a:srgbClr val="0000FF"/>
                </a:solidFill>
                <a:latin typeface="+mn-ea"/>
                <a:ea typeface="+mn-ea"/>
                <a:cs typeface="Consolas" panose="020B0609020204030204" pitchFamily="49" charset="0"/>
              </a:rPr>
              <a:t>，</a:t>
            </a:r>
            <a:r>
              <a:rPr lang="en-US" altLang="zh-CN" sz="2300" b="1" i="1" dirty="0" err="1">
                <a:solidFill>
                  <a:srgbClr val="0000FF"/>
                </a:solidFill>
                <a:latin typeface="+mn-ea"/>
                <a:ea typeface="+mn-ea"/>
                <a:cs typeface="Consolas" panose="020B0609020204030204" pitchFamily="49" charset="0"/>
              </a:rPr>
              <a:t>e</a:t>
            </a:r>
            <a:r>
              <a:rPr lang="en-US" altLang="zh-CN" sz="2300" b="1" i="1" baseline="-25000" dirty="0" err="1">
                <a:solidFill>
                  <a:srgbClr val="0000FF"/>
                </a:solidFill>
                <a:latin typeface="+mn-ea"/>
                <a:ea typeface="+mn-ea"/>
                <a:cs typeface="Consolas" panose="020B0609020204030204" pitchFamily="49" charset="0"/>
              </a:rPr>
              <a:t>i</a:t>
            </a:r>
            <a:r>
              <a:rPr lang="en-US" altLang="zh-CN" sz="2300" b="1" dirty="0">
                <a:solidFill>
                  <a:srgbClr val="0000FF"/>
                </a:solidFill>
                <a:latin typeface="+mn-ea"/>
                <a:ea typeface="+mn-ea"/>
                <a:cs typeface="Consolas" panose="020B0609020204030204" pitchFamily="49" charset="0"/>
              </a:rPr>
              <a:t>)</a:t>
            </a:r>
            <a:r>
              <a:rPr lang="zh-CN" altLang="zh-CN" sz="2300" b="1" dirty="0">
                <a:solidFill>
                  <a:srgbClr val="0000FF"/>
                </a:solidFill>
                <a:latin typeface="+mn-ea"/>
                <a:ea typeface="+mn-ea"/>
                <a:cs typeface="Consolas" panose="020B0609020204030204" pitchFamily="49" charset="0"/>
              </a:rPr>
              <a:t>和</a:t>
            </a:r>
            <a:r>
              <a:rPr lang="en-US" altLang="zh-CN" sz="2300" b="1" dirty="0">
                <a:solidFill>
                  <a:srgbClr val="0000FF"/>
                </a:solidFill>
                <a:latin typeface="+mn-ea"/>
                <a:ea typeface="+mn-ea"/>
                <a:cs typeface="Consolas" panose="020B0609020204030204" pitchFamily="49" charset="0"/>
              </a:rPr>
              <a:t>[</a:t>
            </a:r>
            <a:r>
              <a:rPr lang="en-US" altLang="zh-CN" sz="2300" b="1" i="1" dirty="0" err="1">
                <a:solidFill>
                  <a:srgbClr val="0000FF"/>
                </a:solidFill>
                <a:latin typeface="+mn-ea"/>
                <a:ea typeface="+mn-ea"/>
                <a:cs typeface="Consolas" panose="020B0609020204030204" pitchFamily="49" charset="0"/>
              </a:rPr>
              <a:t>b</a:t>
            </a:r>
            <a:r>
              <a:rPr lang="en-US" altLang="zh-CN" sz="2300" b="1" i="1" baseline="-25000" dirty="0" err="1">
                <a:solidFill>
                  <a:srgbClr val="0000FF"/>
                </a:solidFill>
                <a:latin typeface="+mn-ea"/>
                <a:ea typeface="+mn-ea"/>
                <a:cs typeface="Consolas" panose="020B0609020204030204" pitchFamily="49" charset="0"/>
              </a:rPr>
              <a:t>j</a:t>
            </a:r>
            <a:r>
              <a:rPr lang="zh-CN" altLang="zh-CN" sz="2300" b="1" dirty="0">
                <a:solidFill>
                  <a:srgbClr val="0000FF"/>
                </a:solidFill>
                <a:latin typeface="+mn-ea"/>
                <a:ea typeface="+mn-ea"/>
                <a:cs typeface="Consolas" panose="020B0609020204030204" pitchFamily="49" charset="0"/>
              </a:rPr>
              <a:t>，</a:t>
            </a:r>
            <a:r>
              <a:rPr lang="en-US" altLang="zh-CN" sz="2300" b="1" i="1" dirty="0" err="1">
                <a:solidFill>
                  <a:srgbClr val="0000FF"/>
                </a:solidFill>
                <a:latin typeface="+mn-ea"/>
                <a:ea typeface="+mn-ea"/>
                <a:cs typeface="Consolas" panose="020B0609020204030204" pitchFamily="49" charset="0"/>
              </a:rPr>
              <a:t>e</a:t>
            </a:r>
            <a:r>
              <a:rPr lang="en-US" altLang="zh-CN" sz="2300" b="1" i="1" baseline="-25000" dirty="0" err="1">
                <a:solidFill>
                  <a:srgbClr val="0000FF"/>
                </a:solidFill>
                <a:latin typeface="+mn-ea"/>
                <a:ea typeface="+mn-ea"/>
                <a:cs typeface="Consolas" panose="020B0609020204030204" pitchFamily="49" charset="0"/>
              </a:rPr>
              <a:t>j</a:t>
            </a:r>
            <a:r>
              <a:rPr lang="en-US" altLang="zh-CN" sz="2300" b="1" dirty="0">
                <a:solidFill>
                  <a:srgbClr val="0000FF"/>
                </a:solidFill>
                <a:latin typeface="+mn-ea"/>
                <a:ea typeface="+mn-ea"/>
                <a:cs typeface="Consolas" panose="020B0609020204030204" pitchFamily="49" charset="0"/>
              </a:rPr>
              <a:t>)</a:t>
            </a:r>
            <a:r>
              <a:rPr lang="zh-CN" altLang="zh-CN" sz="2300" b="1" dirty="0">
                <a:solidFill>
                  <a:srgbClr val="0000FF"/>
                </a:solidFill>
                <a:latin typeface="+mn-ea"/>
                <a:ea typeface="+mn-ea"/>
                <a:cs typeface="Consolas" panose="020B0609020204030204" pitchFamily="49" charset="0"/>
              </a:rPr>
              <a:t>兼容（满足</a:t>
            </a:r>
            <a:r>
              <a:rPr lang="en-US" altLang="zh-CN" sz="2300" b="1" i="1" dirty="0">
                <a:solidFill>
                  <a:srgbClr val="0000FF"/>
                </a:solidFill>
                <a:latin typeface="+mn-ea"/>
                <a:ea typeface="+mn-ea"/>
                <a:cs typeface="Consolas" panose="020B0609020204030204" pitchFamily="49" charset="0"/>
              </a:rPr>
              <a:t>b</a:t>
            </a:r>
            <a:r>
              <a:rPr lang="en-US" altLang="zh-CN" sz="2300" b="1" i="1" baseline="-25000" dirty="0">
                <a:solidFill>
                  <a:srgbClr val="0000FF"/>
                </a:solidFill>
                <a:latin typeface="+mn-ea"/>
                <a:ea typeface="+mn-ea"/>
                <a:cs typeface="Consolas" panose="020B0609020204030204" pitchFamily="49" charset="0"/>
              </a:rPr>
              <a:t>i</a:t>
            </a:r>
            <a:r>
              <a:rPr lang="zh-CN" altLang="zh-CN" sz="2300" b="1" dirty="0">
                <a:solidFill>
                  <a:srgbClr val="0000FF"/>
                </a:solidFill>
                <a:latin typeface="+mn-ea"/>
                <a:ea typeface="+mn-ea"/>
                <a:cs typeface="Consolas" panose="020B0609020204030204" pitchFamily="49" charset="0"/>
              </a:rPr>
              <a:t>≥</a:t>
            </a:r>
            <a:r>
              <a:rPr lang="en-US" altLang="zh-CN" sz="2300" b="1" i="1" dirty="0" err="1">
                <a:solidFill>
                  <a:srgbClr val="0000FF"/>
                </a:solidFill>
                <a:latin typeface="+mn-ea"/>
                <a:ea typeface="+mn-ea"/>
                <a:cs typeface="Consolas" panose="020B0609020204030204" pitchFamily="49" charset="0"/>
              </a:rPr>
              <a:t>e</a:t>
            </a:r>
            <a:r>
              <a:rPr lang="en-US" altLang="zh-CN" sz="2300" b="1" i="1" baseline="-25000" dirty="0" err="1">
                <a:solidFill>
                  <a:srgbClr val="0000FF"/>
                </a:solidFill>
                <a:latin typeface="+mn-ea"/>
                <a:ea typeface="+mn-ea"/>
                <a:cs typeface="Consolas" panose="020B0609020204030204" pitchFamily="49" charset="0"/>
              </a:rPr>
              <a:t>j</a:t>
            </a:r>
            <a:r>
              <a:rPr lang="zh-CN" altLang="zh-CN" sz="2300" b="1" dirty="0">
                <a:solidFill>
                  <a:srgbClr val="0000FF"/>
                </a:solidFill>
                <a:latin typeface="+mn-ea"/>
                <a:ea typeface="+mn-ea"/>
                <a:cs typeface="Consolas" panose="020B0609020204030204" pitchFamily="49" charset="0"/>
              </a:rPr>
              <a:t>或</a:t>
            </a:r>
            <a:r>
              <a:rPr lang="en-US" altLang="zh-CN" sz="2300" b="1" i="1" dirty="0" err="1">
                <a:solidFill>
                  <a:srgbClr val="0000FF"/>
                </a:solidFill>
                <a:latin typeface="+mn-ea"/>
                <a:ea typeface="+mn-ea"/>
                <a:cs typeface="Consolas" panose="020B0609020204030204" pitchFamily="49" charset="0"/>
              </a:rPr>
              <a:t>b</a:t>
            </a:r>
            <a:r>
              <a:rPr lang="en-US" altLang="zh-CN" sz="2300" b="1" i="1" baseline="-25000" dirty="0" err="1">
                <a:solidFill>
                  <a:srgbClr val="0000FF"/>
                </a:solidFill>
                <a:latin typeface="+mn-ea"/>
                <a:ea typeface="+mn-ea"/>
                <a:cs typeface="Consolas" panose="020B0609020204030204" pitchFamily="49" charset="0"/>
              </a:rPr>
              <a:t>j</a:t>
            </a:r>
            <a:r>
              <a:rPr lang="zh-CN" altLang="zh-CN" sz="2300" b="1" dirty="0">
                <a:solidFill>
                  <a:srgbClr val="0000FF"/>
                </a:solidFill>
                <a:latin typeface="+mn-ea"/>
                <a:ea typeface="+mn-ea"/>
                <a:cs typeface="Consolas" panose="020B0609020204030204" pitchFamily="49" charset="0"/>
              </a:rPr>
              <a:t>≥</a:t>
            </a:r>
            <a:r>
              <a:rPr lang="en-US" altLang="zh-CN" sz="2300" b="1" i="1" dirty="0" err="1">
                <a:solidFill>
                  <a:srgbClr val="0000FF"/>
                </a:solidFill>
                <a:latin typeface="+mn-ea"/>
                <a:ea typeface="+mn-ea"/>
                <a:cs typeface="Consolas" panose="020B0609020204030204" pitchFamily="49" charset="0"/>
              </a:rPr>
              <a:t>e</a:t>
            </a:r>
            <a:r>
              <a:rPr lang="en-US" altLang="zh-CN" sz="2300" b="1" i="1" baseline="-25000" dirty="0" err="1">
                <a:solidFill>
                  <a:srgbClr val="0000FF"/>
                </a:solidFill>
                <a:latin typeface="+mn-ea"/>
                <a:ea typeface="+mn-ea"/>
                <a:cs typeface="Consolas" panose="020B0609020204030204" pitchFamily="49" charset="0"/>
              </a:rPr>
              <a:t>i</a:t>
            </a:r>
            <a:r>
              <a:rPr lang="zh-CN" altLang="zh-CN" sz="2300" b="1" dirty="0">
                <a:solidFill>
                  <a:srgbClr val="0000FF"/>
                </a:solidFill>
                <a:latin typeface="+mn-ea"/>
                <a:ea typeface="+mn-ea"/>
                <a:cs typeface="Consolas" panose="020B0609020204030204" pitchFamily="49" charset="0"/>
              </a:rPr>
              <a:t>）实际上就是指它们不相交。</a:t>
            </a:r>
          </a:p>
          <a:p>
            <a:pPr>
              <a:lnSpc>
                <a:spcPct val="150000"/>
              </a:lnSpc>
            </a:pPr>
            <a:r>
              <a:rPr lang="en-US" altLang="zh-CN" sz="2300" b="1" dirty="0">
                <a:solidFill>
                  <a:srgbClr val="0000FF"/>
                </a:solidFill>
                <a:latin typeface="+mn-ea"/>
                <a:ea typeface="+mn-ea"/>
                <a:cs typeface="Consolas" panose="020B0609020204030204" pitchFamily="49" charset="0"/>
              </a:rPr>
              <a:t>    </a:t>
            </a:r>
            <a:r>
              <a:rPr lang="zh-CN" altLang="zh-CN" sz="2300" b="1" dirty="0">
                <a:solidFill>
                  <a:srgbClr val="0000FF"/>
                </a:solidFill>
                <a:latin typeface="+mn-ea"/>
                <a:ea typeface="+mn-ea"/>
                <a:cs typeface="Consolas" panose="020B0609020204030204" pitchFamily="49" charset="0"/>
              </a:rPr>
              <a:t>用数组</a:t>
            </a:r>
            <a:r>
              <a:rPr lang="en-US" altLang="zh-CN" sz="2300" b="1" i="1" dirty="0">
                <a:solidFill>
                  <a:srgbClr val="0000FF"/>
                </a:solidFill>
                <a:latin typeface="+mn-ea"/>
                <a:ea typeface="+mn-ea"/>
                <a:cs typeface="Consolas" panose="020B0609020204030204" pitchFamily="49" charset="0"/>
              </a:rPr>
              <a:t>A</a:t>
            </a:r>
            <a:r>
              <a:rPr lang="zh-CN" altLang="zh-CN" sz="2300" b="1" dirty="0">
                <a:solidFill>
                  <a:srgbClr val="0000FF"/>
                </a:solidFill>
                <a:latin typeface="+mn-ea"/>
                <a:ea typeface="+mn-ea"/>
                <a:cs typeface="Consolas" panose="020B0609020204030204" pitchFamily="49" charset="0"/>
              </a:rPr>
              <a:t>存放所有的活动，</a:t>
            </a:r>
            <a:r>
              <a:rPr lang="en-US" altLang="zh-CN" sz="2300" b="1" i="1" dirty="0">
                <a:solidFill>
                  <a:srgbClr val="0000FF"/>
                </a:solidFill>
                <a:latin typeface="+mn-ea"/>
                <a:ea typeface="+mn-ea"/>
                <a:cs typeface="Consolas" panose="020B0609020204030204" pitchFamily="49" charset="0"/>
              </a:rPr>
              <a:t>A</a:t>
            </a:r>
            <a:r>
              <a:rPr lang="en-US" altLang="zh-CN" sz="2300" b="1" dirty="0">
                <a:solidFill>
                  <a:srgbClr val="0000FF"/>
                </a:solidFill>
                <a:latin typeface="+mn-ea"/>
                <a:ea typeface="+mn-ea"/>
                <a:cs typeface="Consolas" panose="020B0609020204030204" pitchFamily="49" charset="0"/>
              </a:rPr>
              <a:t>[</a:t>
            </a:r>
            <a:r>
              <a:rPr lang="en-US" altLang="zh-CN" sz="2300" b="1" i="1" dirty="0" err="1">
                <a:solidFill>
                  <a:srgbClr val="0000FF"/>
                </a:solidFill>
                <a:latin typeface="+mn-ea"/>
                <a:ea typeface="+mn-ea"/>
                <a:cs typeface="Consolas" panose="020B0609020204030204" pitchFamily="49" charset="0"/>
              </a:rPr>
              <a:t>i</a:t>
            </a:r>
            <a:r>
              <a:rPr lang="en-US" altLang="zh-CN" sz="2300" b="1" dirty="0">
                <a:solidFill>
                  <a:srgbClr val="0000FF"/>
                </a:solidFill>
                <a:latin typeface="+mn-ea"/>
                <a:ea typeface="+mn-ea"/>
                <a:cs typeface="Consolas" panose="020B0609020204030204" pitchFamily="49" charset="0"/>
              </a:rPr>
              <a:t>].</a:t>
            </a:r>
            <a:r>
              <a:rPr lang="en-US" altLang="zh-CN" sz="2300" b="1" i="1" dirty="0">
                <a:solidFill>
                  <a:srgbClr val="0000FF"/>
                </a:solidFill>
                <a:latin typeface="+mn-ea"/>
                <a:ea typeface="+mn-ea"/>
                <a:cs typeface="Consolas" panose="020B0609020204030204" pitchFamily="49" charset="0"/>
              </a:rPr>
              <a:t>b</a:t>
            </a:r>
            <a:r>
              <a:rPr lang="zh-CN" altLang="zh-CN" sz="2300" b="1" dirty="0">
                <a:solidFill>
                  <a:srgbClr val="0000FF"/>
                </a:solidFill>
                <a:latin typeface="+mn-ea"/>
                <a:ea typeface="+mn-ea"/>
                <a:cs typeface="Consolas" panose="020B0609020204030204" pitchFamily="49" charset="0"/>
              </a:rPr>
              <a:t>（</a:t>
            </a:r>
            <a:r>
              <a:rPr lang="en-US" altLang="zh-CN" sz="2300" b="1" dirty="0">
                <a:solidFill>
                  <a:srgbClr val="0000FF"/>
                </a:solidFill>
                <a:latin typeface="+mn-ea"/>
                <a:ea typeface="+mn-ea"/>
                <a:cs typeface="Consolas" panose="020B0609020204030204" pitchFamily="49" charset="0"/>
              </a:rPr>
              <a:t>1</a:t>
            </a:r>
            <a:r>
              <a:rPr lang="zh-CN" altLang="zh-CN" sz="2300" b="1" dirty="0">
                <a:solidFill>
                  <a:srgbClr val="0000FF"/>
                </a:solidFill>
                <a:latin typeface="+mn-ea"/>
                <a:ea typeface="+mn-ea"/>
                <a:cs typeface="Consolas" panose="020B0609020204030204" pitchFamily="49" charset="0"/>
              </a:rPr>
              <a:t>≤</a:t>
            </a:r>
            <a:r>
              <a:rPr lang="en-US" altLang="zh-CN" sz="2300" b="1" i="1" dirty="0" err="1">
                <a:solidFill>
                  <a:srgbClr val="0000FF"/>
                </a:solidFill>
                <a:latin typeface="+mn-ea"/>
                <a:ea typeface="+mn-ea"/>
                <a:cs typeface="Consolas" panose="020B0609020204030204" pitchFamily="49" charset="0"/>
              </a:rPr>
              <a:t>i</a:t>
            </a:r>
            <a:r>
              <a:rPr lang="zh-CN" altLang="zh-CN" sz="2300" b="1" dirty="0">
                <a:solidFill>
                  <a:srgbClr val="0000FF"/>
                </a:solidFill>
                <a:latin typeface="+mn-ea"/>
                <a:ea typeface="+mn-ea"/>
                <a:cs typeface="Consolas" panose="020B0609020204030204" pitchFamily="49" charset="0"/>
              </a:rPr>
              <a:t>≤</a:t>
            </a:r>
            <a:r>
              <a:rPr lang="en-US" altLang="zh-CN" sz="2300" b="1" i="1" dirty="0">
                <a:solidFill>
                  <a:srgbClr val="0000FF"/>
                </a:solidFill>
                <a:latin typeface="+mn-ea"/>
                <a:ea typeface="+mn-ea"/>
                <a:cs typeface="Consolas" panose="020B0609020204030204" pitchFamily="49" charset="0"/>
              </a:rPr>
              <a:t>n</a:t>
            </a:r>
            <a:r>
              <a:rPr lang="zh-CN" altLang="zh-CN" sz="2300" b="1" dirty="0">
                <a:solidFill>
                  <a:srgbClr val="0000FF"/>
                </a:solidFill>
                <a:latin typeface="+mn-ea"/>
                <a:ea typeface="+mn-ea"/>
                <a:cs typeface="Consolas" panose="020B0609020204030204" pitchFamily="49" charset="0"/>
              </a:rPr>
              <a:t>），存放活动起始时间，</a:t>
            </a:r>
            <a:r>
              <a:rPr lang="en-US" altLang="zh-CN" sz="2300" b="1" i="1" dirty="0">
                <a:solidFill>
                  <a:srgbClr val="0000FF"/>
                </a:solidFill>
                <a:latin typeface="+mn-ea"/>
                <a:ea typeface="+mn-ea"/>
                <a:cs typeface="Consolas" panose="020B0609020204030204" pitchFamily="49" charset="0"/>
              </a:rPr>
              <a:t>A</a:t>
            </a:r>
            <a:r>
              <a:rPr lang="en-US" altLang="zh-CN" sz="2300" b="1" dirty="0">
                <a:solidFill>
                  <a:srgbClr val="0000FF"/>
                </a:solidFill>
                <a:latin typeface="+mn-ea"/>
                <a:ea typeface="+mn-ea"/>
                <a:cs typeface="Consolas" panose="020B0609020204030204" pitchFamily="49" charset="0"/>
              </a:rPr>
              <a:t>[</a:t>
            </a:r>
            <a:r>
              <a:rPr lang="en-US" altLang="zh-CN" sz="2300" b="1" i="1" dirty="0" err="1">
                <a:solidFill>
                  <a:srgbClr val="0000FF"/>
                </a:solidFill>
                <a:latin typeface="+mn-ea"/>
                <a:ea typeface="+mn-ea"/>
                <a:cs typeface="Consolas" panose="020B0609020204030204" pitchFamily="49" charset="0"/>
              </a:rPr>
              <a:t>i</a:t>
            </a:r>
            <a:r>
              <a:rPr lang="en-US" altLang="zh-CN" sz="2300" b="1" dirty="0">
                <a:solidFill>
                  <a:srgbClr val="0000FF"/>
                </a:solidFill>
                <a:latin typeface="+mn-ea"/>
                <a:ea typeface="+mn-ea"/>
                <a:cs typeface="Consolas" panose="020B0609020204030204" pitchFamily="49" charset="0"/>
              </a:rPr>
              <a:t>].</a:t>
            </a:r>
            <a:r>
              <a:rPr lang="en-US" altLang="zh-CN" sz="2300" b="1" i="1" dirty="0">
                <a:solidFill>
                  <a:srgbClr val="0000FF"/>
                </a:solidFill>
                <a:latin typeface="+mn-ea"/>
                <a:ea typeface="+mn-ea"/>
                <a:cs typeface="Consolas" panose="020B0609020204030204" pitchFamily="49" charset="0"/>
              </a:rPr>
              <a:t>e</a:t>
            </a:r>
            <a:r>
              <a:rPr lang="zh-CN" altLang="zh-CN" sz="2300" b="1" dirty="0">
                <a:solidFill>
                  <a:srgbClr val="0000FF"/>
                </a:solidFill>
                <a:latin typeface="+mn-ea"/>
                <a:ea typeface="+mn-ea"/>
                <a:cs typeface="Consolas" panose="020B0609020204030204" pitchFamily="49" charset="0"/>
              </a:rPr>
              <a:t>存放活动结束时间。</a:t>
            </a:r>
          </a:p>
        </p:txBody>
      </p:sp>
    </p:spTree>
  </p:cSld>
  <p:clrMapOvr>
    <a:overrideClrMapping bg1="lt1" tx1="dk1" bg2="lt2" tx2="dk2" accent1="accent1" accent2="accent2" accent3="accent3" accent4="accent4" accent5="accent5" accent6="accent6" hlink="hlink" folHlink="folHlink"/>
  </p:clrMapOvr>
  <p:transition/>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342705" y="1503743"/>
          <a:ext cx="7643871" cy="1323981"/>
        </p:xfrm>
        <a:graphic>
          <a:graphicData uri="http://schemas.openxmlformats.org/drawingml/2006/table">
            <a:tbl>
              <a:tblPr/>
              <a:tblGrid>
                <a:gridCol w="1297487">
                  <a:extLst>
                    <a:ext uri="{9D8B030D-6E8A-4147-A177-3AD203B41FA5}">
                      <a16:colId xmlns:a16="http://schemas.microsoft.com/office/drawing/2014/main" val="20000"/>
                    </a:ext>
                  </a:extLst>
                </a:gridCol>
                <a:gridCol w="576944">
                  <a:extLst>
                    <a:ext uri="{9D8B030D-6E8A-4147-A177-3AD203B41FA5}">
                      <a16:colId xmlns:a16="http://schemas.microsoft.com/office/drawing/2014/main" val="20001"/>
                    </a:ext>
                  </a:extLst>
                </a:gridCol>
                <a:gridCol w="576944">
                  <a:extLst>
                    <a:ext uri="{9D8B030D-6E8A-4147-A177-3AD203B41FA5}">
                      <a16:colId xmlns:a16="http://schemas.microsoft.com/office/drawing/2014/main" val="20002"/>
                    </a:ext>
                  </a:extLst>
                </a:gridCol>
                <a:gridCol w="576944">
                  <a:extLst>
                    <a:ext uri="{9D8B030D-6E8A-4147-A177-3AD203B41FA5}">
                      <a16:colId xmlns:a16="http://schemas.microsoft.com/office/drawing/2014/main" val="20003"/>
                    </a:ext>
                  </a:extLst>
                </a:gridCol>
                <a:gridCol w="576944">
                  <a:extLst>
                    <a:ext uri="{9D8B030D-6E8A-4147-A177-3AD203B41FA5}">
                      <a16:colId xmlns:a16="http://schemas.microsoft.com/office/drawing/2014/main" val="20004"/>
                    </a:ext>
                  </a:extLst>
                </a:gridCol>
                <a:gridCol w="576944">
                  <a:extLst>
                    <a:ext uri="{9D8B030D-6E8A-4147-A177-3AD203B41FA5}">
                      <a16:colId xmlns:a16="http://schemas.microsoft.com/office/drawing/2014/main" val="20005"/>
                    </a:ext>
                  </a:extLst>
                </a:gridCol>
                <a:gridCol w="576944">
                  <a:extLst>
                    <a:ext uri="{9D8B030D-6E8A-4147-A177-3AD203B41FA5}">
                      <a16:colId xmlns:a16="http://schemas.microsoft.com/office/drawing/2014/main" val="20006"/>
                    </a:ext>
                  </a:extLst>
                </a:gridCol>
                <a:gridCol w="576944">
                  <a:extLst>
                    <a:ext uri="{9D8B030D-6E8A-4147-A177-3AD203B41FA5}">
                      <a16:colId xmlns:a16="http://schemas.microsoft.com/office/drawing/2014/main" val="20007"/>
                    </a:ext>
                  </a:extLst>
                </a:gridCol>
                <a:gridCol w="576944">
                  <a:extLst>
                    <a:ext uri="{9D8B030D-6E8A-4147-A177-3AD203B41FA5}">
                      <a16:colId xmlns:a16="http://schemas.microsoft.com/office/drawing/2014/main" val="20008"/>
                    </a:ext>
                  </a:extLst>
                </a:gridCol>
                <a:gridCol w="576944">
                  <a:extLst>
                    <a:ext uri="{9D8B030D-6E8A-4147-A177-3AD203B41FA5}">
                      <a16:colId xmlns:a16="http://schemas.microsoft.com/office/drawing/2014/main" val="20009"/>
                    </a:ext>
                  </a:extLst>
                </a:gridCol>
                <a:gridCol w="576944">
                  <a:extLst>
                    <a:ext uri="{9D8B030D-6E8A-4147-A177-3AD203B41FA5}">
                      <a16:colId xmlns:a16="http://schemas.microsoft.com/office/drawing/2014/main" val="20010"/>
                    </a:ext>
                  </a:extLst>
                </a:gridCol>
                <a:gridCol w="576944">
                  <a:extLst>
                    <a:ext uri="{9D8B030D-6E8A-4147-A177-3AD203B41FA5}">
                      <a16:colId xmlns:a16="http://schemas.microsoft.com/office/drawing/2014/main" val="20011"/>
                    </a:ext>
                  </a:extLst>
                </a:gridCol>
              </a:tblGrid>
              <a:tr h="441327">
                <a:tc>
                  <a:txBody>
                    <a:bodyPr/>
                    <a:lstStyle/>
                    <a:p>
                      <a:pPr indent="0" algn="ctr">
                        <a:lnSpc>
                          <a:spcPct val="150000"/>
                        </a:lnSpc>
                        <a:spcAft>
                          <a:spcPts val="0"/>
                        </a:spcAft>
                      </a:pPr>
                      <a:r>
                        <a:rPr lang="en-US" sz="1800" b="1" i="1" kern="100" dirty="0" err="1">
                          <a:solidFill>
                            <a:schemeClr val="tx1"/>
                          </a:solidFill>
                          <a:latin typeface="Consolas" panose="020B0609020204030204" pitchFamily="49" charset="0"/>
                          <a:ea typeface="楷体" panose="02010609060101010101" pitchFamily="49" charset="-122"/>
                          <a:cs typeface="Consolas" panose="020B0609020204030204" pitchFamily="49" charset="0"/>
                        </a:rPr>
                        <a:t>i</a:t>
                      </a:r>
                      <a:endParaRPr lang="zh-CN" sz="1800" b="1" kern="100" dirty="0">
                        <a:solidFill>
                          <a:schemeClr val="tx1"/>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dirty="0">
                          <a:solidFill>
                            <a:srgbClr val="FF0000"/>
                          </a:solidFill>
                          <a:latin typeface="Consolas" panose="020B0609020204030204" pitchFamily="49" charset="0"/>
                          <a:ea typeface="楷体" panose="02010609060101010101" pitchFamily="49" charset="-122"/>
                          <a:cs typeface="Consolas" panose="020B0609020204030204" pitchFamily="49" charset="0"/>
                        </a:rPr>
                        <a:t>1</a:t>
                      </a:r>
                      <a:endParaRPr lang="zh-CN" sz="1800" b="1" kern="100" dirty="0">
                        <a:solidFill>
                          <a:srgbClr val="FF0000"/>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40000"/>
                        <a:lumOff val="60000"/>
                      </a:schemeClr>
                    </a:solidFill>
                  </a:tcPr>
                </a:tc>
                <a:tc>
                  <a:txBody>
                    <a:bodyPr/>
                    <a:lstStyle/>
                    <a:p>
                      <a:pPr indent="0" algn="ctr">
                        <a:lnSpc>
                          <a:spcPct val="150000"/>
                        </a:lnSpc>
                        <a:spcAft>
                          <a:spcPts val="0"/>
                        </a:spcAft>
                      </a:pPr>
                      <a:r>
                        <a:rPr lang="en-US" sz="1800" b="1" kern="100" dirty="0">
                          <a:solidFill>
                            <a:schemeClr val="tx1"/>
                          </a:solidFill>
                          <a:latin typeface="Consolas" panose="020B0609020204030204" pitchFamily="49" charset="0"/>
                          <a:ea typeface="楷体" panose="02010609060101010101" pitchFamily="49" charset="-122"/>
                          <a:cs typeface="Consolas" panose="020B0609020204030204" pitchFamily="49" charset="0"/>
                        </a:rPr>
                        <a:t>2</a:t>
                      </a:r>
                      <a:endParaRPr lang="zh-CN" sz="1800" b="1" kern="100" dirty="0">
                        <a:solidFill>
                          <a:schemeClr val="tx1"/>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dirty="0">
                          <a:solidFill>
                            <a:schemeClr val="tx1"/>
                          </a:solidFill>
                          <a:latin typeface="Consolas" panose="020B0609020204030204" pitchFamily="49" charset="0"/>
                          <a:ea typeface="楷体" panose="02010609060101010101" pitchFamily="49" charset="-122"/>
                          <a:cs typeface="Consolas" panose="020B0609020204030204" pitchFamily="49" charset="0"/>
                        </a:rPr>
                        <a:t>3</a:t>
                      </a:r>
                      <a:endParaRPr lang="zh-CN" sz="1800" b="1" kern="100" dirty="0">
                        <a:solidFill>
                          <a:schemeClr val="tx1"/>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dirty="0">
                          <a:solidFill>
                            <a:srgbClr val="FF0000"/>
                          </a:solidFill>
                          <a:latin typeface="Consolas" panose="020B0609020204030204" pitchFamily="49" charset="0"/>
                          <a:ea typeface="楷体" panose="02010609060101010101" pitchFamily="49" charset="-122"/>
                          <a:cs typeface="Consolas" panose="020B0609020204030204" pitchFamily="49" charset="0"/>
                        </a:rPr>
                        <a:t>4</a:t>
                      </a:r>
                      <a:endParaRPr lang="zh-CN" sz="1800" b="1" kern="100" dirty="0">
                        <a:solidFill>
                          <a:srgbClr val="FF0000"/>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40000"/>
                        <a:lumOff val="60000"/>
                      </a:schemeClr>
                    </a:solidFill>
                  </a:tcPr>
                </a:tc>
                <a:tc>
                  <a:txBody>
                    <a:bodyPr/>
                    <a:lstStyle/>
                    <a:p>
                      <a:pPr indent="0" algn="ctr">
                        <a:lnSpc>
                          <a:spcPct val="150000"/>
                        </a:lnSpc>
                        <a:spcAft>
                          <a:spcPts val="0"/>
                        </a:spcAft>
                      </a:pPr>
                      <a:r>
                        <a:rPr lang="en-US" sz="1800" b="1" kern="100" dirty="0">
                          <a:solidFill>
                            <a:schemeClr val="tx1"/>
                          </a:solidFill>
                          <a:latin typeface="Consolas" panose="020B0609020204030204" pitchFamily="49" charset="0"/>
                          <a:ea typeface="楷体" panose="02010609060101010101" pitchFamily="49" charset="-122"/>
                          <a:cs typeface="Consolas" panose="020B0609020204030204" pitchFamily="49" charset="0"/>
                        </a:rPr>
                        <a:t>5</a:t>
                      </a:r>
                      <a:endParaRPr lang="zh-CN" sz="1800" b="1" kern="100" dirty="0">
                        <a:solidFill>
                          <a:schemeClr val="tx1"/>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dirty="0">
                          <a:solidFill>
                            <a:schemeClr val="tx1"/>
                          </a:solidFill>
                          <a:latin typeface="Consolas" panose="020B0609020204030204" pitchFamily="49" charset="0"/>
                          <a:ea typeface="楷体" panose="02010609060101010101" pitchFamily="49" charset="-122"/>
                          <a:cs typeface="Consolas" panose="020B0609020204030204" pitchFamily="49" charset="0"/>
                        </a:rPr>
                        <a:t>6</a:t>
                      </a:r>
                      <a:endParaRPr lang="zh-CN" sz="1800" b="1" kern="100" dirty="0">
                        <a:solidFill>
                          <a:schemeClr val="tx1"/>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dirty="0">
                          <a:solidFill>
                            <a:schemeClr val="tx1"/>
                          </a:solidFill>
                          <a:latin typeface="Consolas" panose="020B0609020204030204" pitchFamily="49" charset="0"/>
                          <a:ea typeface="楷体" panose="02010609060101010101" pitchFamily="49" charset="-122"/>
                          <a:cs typeface="Consolas" panose="020B0609020204030204" pitchFamily="49" charset="0"/>
                        </a:rPr>
                        <a:t>7</a:t>
                      </a:r>
                      <a:endParaRPr lang="zh-CN" sz="1800" b="1" kern="100" dirty="0">
                        <a:solidFill>
                          <a:schemeClr val="tx1"/>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dirty="0">
                          <a:solidFill>
                            <a:srgbClr val="FF0000"/>
                          </a:solidFill>
                          <a:latin typeface="Consolas" panose="020B0609020204030204" pitchFamily="49" charset="0"/>
                          <a:ea typeface="楷体" panose="02010609060101010101" pitchFamily="49" charset="-122"/>
                          <a:cs typeface="Consolas" panose="020B0609020204030204" pitchFamily="49" charset="0"/>
                        </a:rPr>
                        <a:t>8</a:t>
                      </a:r>
                      <a:endParaRPr lang="zh-CN" sz="1800" b="1" kern="100" dirty="0">
                        <a:solidFill>
                          <a:srgbClr val="FF0000"/>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40000"/>
                        <a:lumOff val="60000"/>
                      </a:schemeClr>
                    </a:solidFill>
                  </a:tcPr>
                </a:tc>
                <a:tc>
                  <a:txBody>
                    <a:bodyPr/>
                    <a:lstStyle/>
                    <a:p>
                      <a:pPr indent="0" algn="ctr">
                        <a:lnSpc>
                          <a:spcPct val="150000"/>
                        </a:lnSpc>
                        <a:spcAft>
                          <a:spcPts val="0"/>
                        </a:spcAft>
                      </a:pPr>
                      <a:r>
                        <a:rPr lang="en-US" sz="1800" b="1" kern="100" dirty="0">
                          <a:solidFill>
                            <a:schemeClr val="tx1"/>
                          </a:solidFill>
                          <a:latin typeface="Consolas" panose="020B0609020204030204" pitchFamily="49" charset="0"/>
                          <a:ea typeface="楷体" panose="02010609060101010101" pitchFamily="49" charset="-122"/>
                          <a:cs typeface="Consolas" panose="020B0609020204030204" pitchFamily="49" charset="0"/>
                        </a:rPr>
                        <a:t>9</a:t>
                      </a:r>
                      <a:endParaRPr lang="zh-CN" sz="1800" b="1" kern="100" dirty="0">
                        <a:solidFill>
                          <a:schemeClr val="tx1"/>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dirty="0">
                          <a:solidFill>
                            <a:schemeClr val="tx1"/>
                          </a:solidFill>
                          <a:latin typeface="Consolas" panose="020B0609020204030204" pitchFamily="49" charset="0"/>
                          <a:ea typeface="楷体" panose="02010609060101010101" pitchFamily="49" charset="-122"/>
                          <a:cs typeface="Consolas" panose="020B0609020204030204" pitchFamily="49" charset="0"/>
                        </a:rPr>
                        <a:t>10</a:t>
                      </a:r>
                      <a:endParaRPr lang="zh-CN" sz="1800" b="1" kern="100" dirty="0">
                        <a:solidFill>
                          <a:schemeClr val="tx1"/>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dirty="0">
                          <a:solidFill>
                            <a:srgbClr val="FF0000"/>
                          </a:solidFill>
                          <a:latin typeface="Consolas" panose="020B0609020204030204" pitchFamily="49" charset="0"/>
                          <a:ea typeface="楷体" panose="02010609060101010101" pitchFamily="49" charset="-122"/>
                          <a:cs typeface="Consolas" panose="020B0609020204030204" pitchFamily="49" charset="0"/>
                        </a:rPr>
                        <a:t>11</a:t>
                      </a:r>
                      <a:endParaRPr lang="zh-CN" sz="1800" b="1" kern="100" dirty="0">
                        <a:solidFill>
                          <a:srgbClr val="FF0000"/>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0"/>
                  </a:ext>
                </a:extLst>
              </a:tr>
              <a:tr h="441327">
                <a:tc>
                  <a:txBody>
                    <a:bodyPr/>
                    <a:lstStyle/>
                    <a:p>
                      <a:pPr indent="0" algn="ctr">
                        <a:lnSpc>
                          <a:spcPct val="150000"/>
                        </a:lnSpc>
                        <a:spcAft>
                          <a:spcPts val="0"/>
                        </a:spcAft>
                      </a:pPr>
                      <a:r>
                        <a:rPr lang="zh-CN" sz="1800" b="1" kern="100" dirty="0">
                          <a:solidFill>
                            <a:schemeClr val="tx1"/>
                          </a:solidFill>
                          <a:latin typeface="Consolas" panose="020B0609020204030204" pitchFamily="49" charset="0"/>
                          <a:ea typeface="楷体" panose="02010609060101010101" pitchFamily="49" charset="-122"/>
                          <a:cs typeface="Consolas" panose="020B0609020204030204" pitchFamily="49" charset="0"/>
                        </a:rPr>
                        <a:t>开始时间</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dirty="0">
                          <a:solidFill>
                            <a:srgbClr val="FF0000"/>
                          </a:solidFill>
                          <a:latin typeface="Consolas" panose="020B0609020204030204" pitchFamily="49" charset="0"/>
                          <a:ea typeface="楷体" panose="02010609060101010101" pitchFamily="49" charset="-122"/>
                          <a:cs typeface="Consolas" panose="020B0609020204030204" pitchFamily="49" charset="0"/>
                        </a:rPr>
                        <a:t>1</a:t>
                      </a:r>
                      <a:endParaRPr lang="zh-CN" sz="1800" b="1" kern="100" dirty="0">
                        <a:solidFill>
                          <a:srgbClr val="FF0000"/>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40000"/>
                        <a:lumOff val="60000"/>
                      </a:schemeClr>
                    </a:solidFill>
                  </a:tcPr>
                </a:tc>
                <a:tc>
                  <a:txBody>
                    <a:bodyPr/>
                    <a:lstStyle/>
                    <a:p>
                      <a:pPr indent="0" algn="ctr">
                        <a:lnSpc>
                          <a:spcPct val="150000"/>
                        </a:lnSpc>
                        <a:spcAft>
                          <a:spcPts val="0"/>
                        </a:spcAft>
                      </a:pPr>
                      <a:r>
                        <a:rPr lang="en-US" sz="1800" b="1" kern="100" dirty="0">
                          <a:solidFill>
                            <a:schemeClr val="tx1"/>
                          </a:solidFill>
                          <a:latin typeface="Consolas" panose="020B0609020204030204" pitchFamily="49" charset="0"/>
                          <a:ea typeface="楷体" panose="02010609060101010101" pitchFamily="49" charset="-122"/>
                          <a:cs typeface="Consolas" panose="020B0609020204030204" pitchFamily="49" charset="0"/>
                        </a:rPr>
                        <a:t>3</a:t>
                      </a:r>
                      <a:endParaRPr lang="zh-CN" sz="1800" b="1" kern="100" dirty="0">
                        <a:solidFill>
                          <a:schemeClr val="tx1"/>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dirty="0">
                          <a:solidFill>
                            <a:schemeClr val="tx1"/>
                          </a:solidFill>
                          <a:latin typeface="Consolas" panose="020B0609020204030204" pitchFamily="49" charset="0"/>
                          <a:ea typeface="楷体" panose="02010609060101010101" pitchFamily="49" charset="-122"/>
                          <a:cs typeface="Consolas" panose="020B0609020204030204" pitchFamily="49" charset="0"/>
                        </a:rPr>
                        <a:t>0</a:t>
                      </a:r>
                      <a:endParaRPr lang="zh-CN" sz="1800" b="1" kern="100" dirty="0">
                        <a:solidFill>
                          <a:schemeClr val="tx1"/>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dirty="0">
                          <a:solidFill>
                            <a:srgbClr val="FF0000"/>
                          </a:solidFill>
                          <a:latin typeface="Consolas" panose="020B0609020204030204" pitchFamily="49" charset="0"/>
                          <a:ea typeface="楷体" panose="02010609060101010101" pitchFamily="49" charset="-122"/>
                          <a:cs typeface="Consolas" panose="020B0609020204030204" pitchFamily="49" charset="0"/>
                        </a:rPr>
                        <a:t>5</a:t>
                      </a:r>
                      <a:endParaRPr lang="zh-CN" sz="1800" b="1" kern="100" dirty="0">
                        <a:solidFill>
                          <a:srgbClr val="FF0000"/>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40000"/>
                        <a:lumOff val="60000"/>
                      </a:schemeClr>
                    </a:solidFill>
                  </a:tcPr>
                </a:tc>
                <a:tc>
                  <a:txBody>
                    <a:bodyPr/>
                    <a:lstStyle/>
                    <a:p>
                      <a:pPr indent="0" algn="ctr">
                        <a:lnSpc>
                          <a:spcPct val="150000"/>
                        </a:lnSpc>
                        <a:spcAft>
                          <a:spcPts val="0"/>
                        </a:spcAft>
                      </a:pPr>
                      <a:r>
                        <a:rPr lang="en-US" sz="1800" b="1" kern="100">
                          <a:solidFill>
                            <a:schemeClr val="tx1"/>
                          </a:solidFill>
                          <a:latin typeface="Consolas" panose="020B0609020204030204" pitchFamily="49" charset="0"/>
                          <a:ea typeface="楷体" panose="02010609060101010101" pitchFamily="49" charset="-122"/>
                          <a:cs typeface="Consolas" panose="020B0609020204030204" pitchFamily="49" charset="0"/>
                        </a:rPr>
                        <a:t>3</a:t>
                      </a:r>
                      <a:endParaRPr lang="zh-CN" sz="1800" b="1" kern="100">
                        <a:solidFill>
                          <a:schemeClr val="tx1"/>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a:solidFill>
                            <a:schemeClr val="tx1"/>
                          </a:solidFill>
                          <a:latin typeface="Consolas" panose="020B0609020204030204" pitchFamily="49" charset="0"/>
                          <a:ea typeface="楷体" panose="02010609060101010101" pitchFamily="49" charset="-122"/>
                          <a:cs typeface="Consolas" panose="020B0609020204030204" pitchFamily="49" charset="0"/>
                        </a:rPr>
                        <a:t>5</a:t>
                      </a:r>
                      <a:endParaRPr lang="zh-CN" sz="1800" b="1" kern="100">
                        <a:solidFill>
                          <a:schemeClr val="tx1"/>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a:solidFill>
                            <a:schemeClr val="tx1"/>
                          </a:solidFill>
                          <a:latin typeface="Consolas" panose="020B0609020204030204" pitchFamily="49" charset="0"/>
                          <a:ea typeface="楷体" panose="02010609060101010101" pitchFamily="49" charset="-122"/>
                          <a:cs typeface="Consolas" panose="020B0609020204030204" pitchFamily="49" charset="0"/>
                        </a:rPr>
                        <a:t>6</a:t>
                      </a:r>
                      <a:endParaRPr lang="zh-CN" sz="1800" b="1" kern="100">
                        <a:solidFill>
                          <a:schemeClr val="tx1"/>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dirty="0">
                          <a:solidFill>
                            <a:srgbClr val="FF0000"/>
                          </a:solidFill>
                          <a:latin typeface="Consolas" panose="020B0609020204030204" pitchFamily="49" charset="0"/>
                          <a:ea typeface="楷体" panose="02010609060101010101" pitchFamily="49" charset="-122"/>
                          <a:cs typeface="Consolas" panose="020B0609020204030204" pitchFamily="49" charset="0"/>
                        </a:rPr>
                        <a:t>8</a:t>
                      </a:r>
                      <a:endParaRPr lang="zh-CN" sz="1800" b="1" kern="100" dirty="0">
                        <a:solidFill>
                          <a:srgbClr val="FF0000"/>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40000"/>
                        <a:lumOff val="60000"/>
                      </a:schemeClr>
                    </a:solidFill>
                  </a:tcPr>
                </a:tc>
                <a:tc>
                  <a:txBody>
                    <a:bodyPr/>
                    <a:lstStyle/>
                    <a:p>
                      <a:pPr indent="0" algn="ctr">
                        <a:lnSpc>
                          <a:spcPct val="150000"/>
                        </a:lnSpc>
                        <a:spcAft>
                          <a:spcPts val="0"/>
                        </a:spcAft>
                      </a:pPr>
                      <a:r>
                        <a:rPr lang="en-US" sz="1800" b="1" kern="100">
                          <a:solidFill>
                            <a:schemeClr val="tx1"/>
                          </a:solidFill>
                          <a:latin typeface="Consolas" panose="020B0609020204030204" pitchFamily="49" charset="0"/>
                          <a:ea typeface="楷体" panose="02010609060101010101" pitchFamily="49" charset="-122"/>
                          <a:cs typeface="Consolas" panose="020B0609020204030204" pitchFamily="49" charset="0"/>
                        </a:rPr>
                        <a:t>8</a:t>
                      </a:r>
                      <a:endParaRPr lang="zh-CN" sz="1800" b="1" kern="100">
                        <a:solidFill>
                          <a:schemeClr val="tx1"/>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a:solidFill>
                            <a:schemeClr val="tx1"/>
                          </a:solidFill>
                          <a:latin typeface="Consolas" panose="020B0609020204030204" pitchFamily="49" charset="0"/>
                          <a:ea typeface="楷体" panose="02010609060101010101" pitchFamily="49" charset="-122"/>
                          <a:cs typeface="Consolas" panose="020B0609020204030204" pitchFamily="49" charset="0"/>
                        </a:rPr>
                        <a:t>2</a:t>
                      </a:r>
                      <a:endParaRPr lang="zh-CN" sz="1800" b="1" kern="100">
                        <a:solidFill>
                          <a:schemeClr val="tx1"/>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dirty="0">
                          <a:solidFill>
                            <a:srgbClr val="FF0000"/>
                          </a:solidFill>
                          <a:latin typeface="Consolas" panose="020B0609020204030204" pitchFamily="49" charset="0"/>
                          <a:ea typeface="楷体" panose="02010609060101010101" pitchFamily="49" charset="-122"/>
                          <a:cs typeface="Consolas" panose="020B0609020204030204" pitchFamily="49" charset="0"/>
                        </a:rPr>
                        <a:t>12</a:t>
                      </a:r>
                      <a:endParaRPr lang="zh-CN" sz="1800" b="1" kern="100" dirty="0">
                        <a:solidFill>
                          <a:srgbClr val="FF0000"/>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1"/>
                  </a:ext>
                </a:extLst>
              </a:tr>
              <a:tr h="441327">
                <a:tc>
                  <a:txBody>
                    <a:bodyPr/>
                    <a:lstStyle/>
                    <a:p>
                      <a:pPr indent="0" algn="ctr">
                        <a:lnSpc>
                          <a:spcPct val="150000"/>
                        </a:lnSpc>
                        <a:spcAft>
                          <a:spcPts val="0"/>
                        </a:spcAft>
                      </a:pPr>
                      <a:r>
                        <a:rPr lang="zh-CN" sz="1800" b="1" kern="100" dirty="0">
                          <a:solidFill>
                            <a:schemeClr val="tx1"/>
                          </a:solidFill>
                          <a:latin typeface="Consolas" panose="020B0609020204030204" pitchFamily="49" charset="0"/>
                          <a:ea typeface="楷体" panose="02010609060101010101" pitchFamily="49" charset="-122"/>
                          <a:cs typeface="Consolas" panose="020B0609020204030204" pitchFamily="49" charset="0"/>
                        </a:rPr>
                        <a:t>结束时间</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dirty="0">
                          <a:solidFill>
                            <a:srgbClr val="FF0000"/>
                          </a:solidFill>
                          <a:latin typeface="Consolas" panose="020B0609020204030204" pitchFamily="49" charset="0"/>
                          <a:ea typeface="楷体" panose="02010609060101010101" pitchFamily="49" charset="-122"/>
                          <a:cs typeface="Consolas" panose="020B0609020204030204" pitchFamily="49" charset="0"/>
                        </a:rPr>
                        <a:t>4</a:t>
                      </a:r>
                      <a:endParaRPr lang="zh-CN" sz="1800" b="1" kern="100" dirty="0">
                        <a:solidFill>
                          <a:srgbClr val="FF0000"/>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40000"/>
                        <a:lumOff val="60000"/>
                      </a:schemeClr>
                    </a:solidFill>
                  </a:tcPr>
                </a:tc>
                <a:tc>
                  <a:txBody>
                    <a:bodyPr/>
                    <a:lstStyle/>
                    <a:p>
                      <a:pPr indent="0" algn="ctr">
                        <a:lnSpc>
                          <a:spcPct val="150000"/>
                        </a:lnSpc>
                        <a:spcAft>
                          <a:spcPts val="0"/>
                        </a:spcAft>
                      </a:pPr>
                      <a:r>
                        <a:rPr lang="en-US" sz="1800" b="1" kern="100" dirty="0">
                          <a:solidFill>
                            <a:schemeClr val="tx1"/>
                          </a:solidFill>
                          <a:latin typeface="Consolas" panose="020B0609020204030204" pitchFamily="49" charset="0"/>
                          <a:ea typeface="楷体" panose="02010609060101010101" pitchFamily="49" charset="-122"/>
                          <a:cs typeface="Consolas" panose="020B0609020204030204" pitchFamily="49" charset="0"/>
                        </a:rPr>
                        <a:t>5</a:t>
                      </a:r>
                      <a:endParaRPr lang="zh-CN" sz="1800" b="1" kern="100" dirty="0">
                        <a:solidFill>
                          <a:schemeClr val="tx1"/>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dirty="0">
                          <a:solidFill>
                            <a:schemeClr val="tx1"/>
                          </a:solidFill>
                          <a:latin typeface="Consolas" panose="020B0609020204030204" pitchFamily="49" charset="0"/>
                          <a:ea typeface="楷体" panose="02010609060101010101" pitchFamily="49" charset="-122"/>
                          <a:cs typeface="Consolas" panose="020B0609020204030204" pitchFamily="49" charset="0"/>
                        </a:rPr>
                        <a:t>6</a:t>
                      </a:r>
                      <a:endParaRPr lang="zh-CN" sz="1800" b="1" kern="100" dirty="0">
                        <a:solidFill>
                          <a:schemeClr val="tx1"/>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dirty="0">
                          <a:solidFill>
                            <a:srgbClr val="FF0000"/>
                          </a:solidFill>
                          <a:latin typeface="Consolas" panose="020B0609020204030204" pitchFamily="49" charset="0"/>
                          <a:ea typeface="楷体" panose="02010609060101010101" pitchFamily="49" charset="-122"/>
                          <a:cs typeface="Consolas" panose="020B0609020204030204" pitchFamily="49" charset="0"/>
                        </a:rPr>
                        <a:t>7</a:t>
                      </a:r>
                      <a:endParaRPr lang="zh-CN" sz="1800" b="1" kern="100" dirty="0">
                        <a:solidFill>
                          <a:srgbClr val="FF0000"/>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40000"/>
                        <a:lumOff val="60000"/>
                      </a:schemeClr>
                    </a:solidFill>
                  </a:tcPr>
                </a:tc>
                <a:tc>
                  <a:txBody>
                    <a:bodyPr/>
                    <a:lstStyle/>
                    <a:p>
                      <a:pPr indent="0" algn="ctr">
                        <a:lnSpc>
                          <a:spcPct val="150000"/>
                        </a:lnSpc>
                        <a:spcAft>
                          <a:spcPts val="0"/>
                        </a:spcAft>
                      </a:pPr>
                      <a:r>
                        <a:rPr lang="en-US" sz="1800" b="1" kern="100" dirty="0">
                          <a:solidFill>
                            <a:schemeClr val="tx1"/>
                          </a:solidFill>
                          <a:latin typeface="Consolas" panose="020B0609020204030204" pitchFamily="49" charset="0"/>
                          <a:ea typeface="楷体" panose="02010609060101010101" pitchFamily="49" charset="-122"/>
                          <a:cs typeface="Consolas" panose="020B0609020204030204" pitchFamily="49" charset="0"/>
                        </a:rPr>
                        <a:t>8</a:t>
                      </a:r>
                      <a:endParaRPr lang="zh-CN" sz="1800" b="1" kern="100" dirty="0">
                        <a:solidFill>
                          <a:schemeClr val="tx1"/>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dirty="0">
                          <a:solidFill>
                            <a:schemeClr val="tx1"/>
                          </a:solidFill>
                          <a:latin typeface="Consolas" panose="020B0609020204030204" pitchFamily="49" charset="0"/>
                          <a:ea typeface="楷体" panose="02010609060101010101" pitchFamily="49" charset="-122"/>
                          <a:cs typeface="Consolas" panose="020B0609020204030204" pitchFamily="49" charset="0"/>
                        </a:rPr>
                        <a:t>9</a:t>
                      </a:r>
                      <a:endParaRPr lang="zh-CN" sz="1800" b="1" kern="100" dirty="0">
                        <a:solidFill>
                          <a:schemeClr val="tx1"/>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dirty="0">
                          <a:solidFill>
                            <a:schemeClr val="tx1"/>
                          </a:solidFill>
                          <a:latin typeface="Consolas" panose="020B0609020204030204" pitchFamily="49" charset="0"/>
                          <a:ea typeface="楷体" panose="02010609060101010101" pitchFamily="49" charset="-122"/>
                          <a:cs typeface="Consolas" panose="020B0609020204030204" pitchFamily="49" charset="0"/>
                        </a:rPr>
                        <a:t>10</a:t>
                      </a:r>
                      <a:endParaRPr lang="zh-CN" sz="1800" b="1" kern="100" dirty="0">
                        <a:solidFill>
                          <a:schemeClr val="tx1"/>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dirty="0">
                          <a:solidFill>
                            <a:srgbClr val="FF0000"/>
                          </a:solidFill>
                          <a:latin typeface="Consolas" panose="020B0609020204030204" pitchFamily="49" charset="0"/>
                          <a:ea typeface="楷体" panose="02010609060101010101" pitchFamily="49" charset="-122"/>
                          <a:cs typeface="Consolas" panose="020B0609020204030204" pitchFamily="49" charset="0"/>
                        </a:rPr>
                        <a:t>11</a:t>
                      </a:r>
                      <a:endParaRPr lang="zh-CN" sz="1800" b="1" kern="100" dirty="0">
                        <a:solidFill>
                          <a:srgbClr val="FF0000"/>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40000"/>
                        <a:lumOff val="60000"/>
                      </a:schemeClr>
                    </a:solidFill>
                  </a:tcPr>
                </a:tc>
                <a:tc>
                  <a:txBody>
                    <a:bodyPr/>
                    <a:lstStyle/>
                    <a:p>
                      <a:pPr indent="0" algn="ctr">
                        <a:lnSpc>
                          <a:spcPct val="150000"/>
                        </a:lnSpc>
                        <a:spcAft>
                          <a:spcPts val="0"/>
                        </a:spcAft>
                      </a:pPr>
                      <a:r>
                        <a:rPr lang="en-US" sz="1800" b="1" kern="100" dirty="0">
                          <a:solidFill>
                            <a:schemeClr val="tx1"/>
                          </a:solidFill>
                          <a:latin typeface="Consolas" panose="020B0609020204030204" pitchFamily="49" charset="0"/>
                          <a:ea typeface="楷体" panose="02010609060101010101" pitchFamily="49" charset="-122"/>
                          <a:cs typeface="Consolas" panose="020B0609020204030204" pitchFamily="49" charset="0"/>
                        </a:rPr>
                        <a:t>12</a:t>
                      </a:r>
                      <a:endParaRPr lang="zh-CN" sz="1800" b="1" kern="100" dirty="0">
                        <a:solidFill>
                          <a:schemeClr val="tx1"/>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dirty="0">
                          <a:solidFill>
                            <a:schemeClr val="tx1"/>
                          </a:solidFill>
                          <a:latin typeface="Consolas" panose="020B0609020204030204" pitchFamily="49" charset="0"/>
                          <a:ea typeface="楷体" panose="02010609060101010101" pitchFamily="49" charset="-122"/>
                          <a:cs typeface="Consolas" panose="020B0609020204030204" pitchFamily="49" charset="0"/>
                        </a:rPr>
                        <a:t>13</a:t>
                      </a:r>
                      <a:endParaRPr lang="zh-CN" sz="1800" b="1" kern="100" dirty="0">
                        <a:solidFill>
                          <a:schemeClr val="tx1"/>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dirty="0">
                          <a:solidFill>
                            <a:srgbClr val="FF0000"/>
                          </a:solidFill>
                          <a:latin typeface="Consolas" panose="020B0609020204030204" pitchFamily="49" charset="0"/>
                          <a:ea typeface="楷体" panose="02010609060101010101" pitchFamily="49" charset="-122"/>
                          <a:cs typeface="Consolas" panose="020B0609020204030204" pitchFamily="49" charset="0"/>
                        </a:rPr>
                        <a:t>15</a:t>
                      </a:r>
                      <a:endParaRPr lang="zh-CN" sz="1800" b="1" kern="100" dirty="0">
                        <a:solidFill>
                          <a:srgbClr val="FF0000"/>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2"/>
                  </a:ext>
                </a:extLst>
              </a:tr>
            </a:tbl>
          </a:graphicData>
        </a:graphic>
      </p:graphicFrame>
      <p:sp>
        <p:nvSpPr>
          <p:cNvPr id="4" name="TextBox 2"/>
          <p:cNvSpPr txBox="1"/>
          <p:nvPr/>
        </p:nvSpPr>
        <p:spPr>
          <a:xfrm>
            <a:off x="271266" y="986029"/>
            <a:ext cx="7929618" cy="446276"/>
          </a:xfrm>
          <a:prstGeom prst="rect">
            <a:avLst/>
          </a:prstGeom>
          <a:noFill/>
        </p:spPr>
        <p:txBody>
          <a:bodyPr wrap="square" rtlCol="0">
            <a:spAutoFit/>
          </a:bodyPr>
          <a:lstStyle/>
          <a:p>
            <a:r>
              <a:rPr lang="zh-CN" altLang="zh-CN" sz="2300" b="1" dirty="0">
                <a:solidFill>
                  <a:srgbClr val="0000FF"/>
                </a:solidFill>
                <a:latin typeface="华文楷体" panose="02010600040101010101" pitchFamily="2" charset="-122"/>
                <a:ea typeface="华文楷体" panose="02010600040101010101" pitchFamily="2" charset="-122"/>
                <a:cs typeface="Consolas" panose="020B0609020204030204" pitchFamily="49" charset="0"/>
              </a:rPr>
              <a:t>例如，对于</a:t>
            </a:r>
            <a:r>
              <a:rPr lang="zh-CN" altLang="en-US" sz="2300" b="1" dirty="0">
                <a:solidFill>
                  <a:srgbClr val="0000FF"/>
                </a:solidFill>
                <a:latin typeface="华文楷体" panose="02010600040101010101" pitchFamily="2" charset="-122"/>
                <a:ea typeface="华文楷体" panose="02010600040101010101" pitchFamily="2" charset="-122"/>
                <a:cs typeface="Consolas" panose="020B0609020204030204" pitchFamily="49" charset="0"/>
              </a:rPr>
              <a:t>下</a:t>
            </a:r>
            <a:r>
              <a:rPr lang="zh-CN" altLang="zh-CN" sz="2300" b="1" dirty="0">
                <a:solidFill>
                  <a:srgbClr val="0000FF"/>
                </a:solidFill>
                <a:latin typeface="华文楷体" panose="02010600040101010101" pitchFamily="2" charset="-122"/>
                <a:ea typeface="华文楷体" panose="02010600040101010101" pitchFamily="2" charset="-122"/>
                <a:cs typeface="Consolas" panose="020B0609020204030204" pitchFamily="49" charset="0"/>
              </a:rPr>
              <a:t>表的</a:t>
            </a:r>
            <a:r>
              <a:rPr lang="en-US" altLang="zh-CN" sz="2300" b="1" i="1" dirty="0">
                <a:solidFill>
                  <a:srgbClr val="0000FF"/>
                </a:solidFill>
                <a:latin typeface="华文楷体" panose="02010600040101010101" pitchFamily="2" charset="-122"/>
                <a:ea typeface="华文楷体" panose="02010600040101010101" pitchFamily="2" charset="-122"/>
                <a:cs typeface="Consolas" panose="020B0609020204030204" pitchFamily="49" charset="0"/>
              </a:rPr>
              <a:t>n </a:t>
            </a:r>
            <a:r>
              <a:rPr lang="en-US" altLang="zh-CN" sz="2300" b="1" dirty="0">
                <a:solidFill>
                  <a:srgbClr val="0000FF"/>
                </a:solidFill>
                <a:latin typeface="华文楷体" panose="02010600040101010101" pitchFamily="2" charset="-122"/>
                <a:ea typeface="华文楷体" panose="02010600040101010101" pitchFamily="2" charset="-122"/>
                <a:cs typeface="Consolas" panose="020B0609020204030204" pitchFamily="49" charset="0"/>
              </a:rPr>
              <a:t>=11</a:t>
            </a:r>
            <a:r>
              <a:rPr lang="zh-CN" altLang="zh-CN" sz="2300" b="1" dirty="0">
                <a:solidFill>
                  <a:srgbClr val="0000FF"/>
                </a:solidFill>
                <a:latin typeface="华文楷体" panose="02010600040101010101" pitchFamily="2" charset="-122"/>
                <a:ea typeface="华文楷体" panose="02010600040101010101" pitchFamily="2" charset="-122"/>
                <a:cs typeface="Consolas" panose="020B0609020204030204" pitchFamily="49" charset="0"/>
              </a:rPr>
              <a:t>个活动（已按结束时间递增排序）</a:t>
            </a:r>
            <a:r>
              <a:rPr lang="en-US" altLang="zh-CN" sz="2300" b="1" i="1" dirty="0">
                <a:solidFill>
                  <a:srgbClr val="0000FF"/>
                </a:solidFill>
                <a:latin typeface="华文楷体" panose="02010600040101010101" pitchFamily="2" charset="-122"/>
                <a:ea typeface="华文楷体" panose="02010600040101010101" pitchFamily="2" charset="-122"/>
                <a:cs typeface="Consolas" panose="020B0609020204030204" pitchFamily="49" charset="0"/>
              </a:rPr>
              <a:t>A</a:t>
            </a:r>
            <a:r>
              <a:rPr lang="zh-CN" altLang="en-US" sz="2300" b="1" dirty="0">
                <a:solidFill>
                  <a:srgbClr val="0000FF"/>
                </a:solidFill>
                <a:latin typeface="华文楷体" panose="02010600040101010101" pitchFamily="2" charset="-122"/>
                <a:ea typeface="华文楷体" panose="02010600040101010101" pitchFamily="2" charset="-122"/>
                <a:cs typeface="Consolas" panose="020B0609020204030204" pitchFamily="49" charset="0"/>
              </a:rPr>
              <a:t>：</a:t>
            </a:r>
          </a:p>
        </p:txBody>
      </p:sp>
      <p:sp>
        <p:nvSpPr>
          <p:cNvPr id="5" name="TextBox 7"/>
          <p:cNvSpPr txBox="1"/>
          <p:nvPr/>
        </p:nvSpPr>
        <p:spPr>
          <a:xfrm>
            <a:off x="271265" y="2991465"/>
            <a:ext cx="4952169" cy="446276"/>
          </a:xfrm>
          <a:prstGeom prst="rect">
            <a:avLst/>
          </a:prstGeom>
          <a:noFill/>
        </p:spPr>
        <p:txBody>
          <a:bodyPr wrap="square" rtlCol="0">
            <a:spAutoFit/>
          </a:bodyPr>
          <a:lstStyle/>
          <a:p>
            <a:r>
              <a:rPr lang="zh-CN" altLang="en-US" sz="2300" b="1" dirty="0">
                <a:solidFill>
                  <a:srgbClr val="0000FF"/>
                </a:solidFill>
                <a:latin typeface="+mn-ea"/>
                <a:ea typeface="+mn-ea"/>
                <a:cs typeface="Consolas" panose="020B0609020204030204" pitchFamily="49" charset="0"/>
              </a:rPr>
              <a:t>产生最大兼容活动集合的过程：</a:t>
            </a:r>
          </a:p>
        </p:txBody>
      </p:sp>
      <p:sp>
        <p:nvSpPr>
          <p:cNvPr id="8" name="TextBox 9"/>
          <p:cNvSpPr txBox="1"/>
          <p:nvPr/>
        </p:nvSpPr>
        <p:spPr>
          <a:xfrm>
            <a:off x="2843034" y="4137275"/>
            <a:ext cx="2786082" cy="446276"/>
          </a:xfrm>
          <a:prstGeom prst="rect">
            <a:avLst/>
          </a:prstGeom>
          <a:noFill/>
        </p:spPr>
        <p:txBody>
          <a:bodyPr wrap="square" rtlCol="0">
            <a:spAutoFit/>
          </a:bodyPr>
          <a:lstStyle/>
          <a:p>
            <a:r>
              <a:rPr lang="zh-CN" altLang="en-US" sz="2300" b="1">
                <a:solidFill>
                  <a:srgbClr val="0000FF"/>
                </a:solidFill>
                <a:latin typeface="+mn-ea"/>
                <a:ea typeface="+mn-ea"/>
                <a:cs typeface="Consolas" panose="020B0609020204030204" pitchFamily="49" charset="0"/>
              </a:rPr>
              <a:t>最大兼容活动集合：</a:t>
            </a:r>
          </a:p>
        </p:txBody>
      </p:sp>
      <p:sp>
        <p:nvSpPr>
          <p:cNvPr id="9" name="TextBox 10"/>
          <p:cNvSpPr txBox="1"/>
          <p:nvPr/>
        </p:nvSpPr>
        <p:spPr>
          <a:xfrm>
            <a:off x="3485976" y="4637341"/>
            <a:ext cx="857256" cy="800219"/>
          </a:xfrm>
          <a:prstGeom prst="rect">
            <a:avLst/>
          </a:prstGeom>
          <a:noFill/>
        </p:spPr>
        <p:txBody>
          <a:bodyPr wrap="square" rtlCol="0">
            <a:spAutoFit/>
          </a:bodyPr>
          <a:lstStyle/>
          <a:p>
            <a:r>
              <a:rPr lang="zh-CN" altLang="en-US" sz="2300" b="1">
                <a:solidFill>
                  <a:srgbClr val="0000FF"/>
                </a:solidFill>
                <a:latin typeface="+mn-ea"/>
                <a:ea typeface="+mn-ea"/>
                <a:cs typeface="Consolas" panose="020B0609020204030204" pitchFamily="49" charset="0"/>
              </a:rPr>
              <a:t>活动</a:t>
            </a:r>
            <a:r>
              <a:rPr lang="en-US" altLang="zh-CN" sz="2300" b="1">
                <a:solidFill>
                  <a:srgbClr val="0000FF"/>
                </a:solidFill>
                <a:latin typeface="+mn-ea"/>
                <a:ea typeface="+mn-ea"/>
                <a:cs typeface="Consolas" panose="020B0609020204030204" pitchFamily="49" charset="0"/>
              </a:rPr>
              <a:t>1</a:t>
            </a:r>
            <a:endParaRPr lang="zh-CN" altLang="en-US" sz="2300" b="1">
              <a:solidFill>
                <a:srgbClr val="0000FF"/>
              </a:solidFill>
              <a:latin typeface="+mn-ea"/>
              <a:ea typeface="+mn-ea"/>
              <a:cs typeface="Consolas" panose="020B0609020204030204" pitchFamily="49" charset="0"/>
            </a:endParaRPr>
          </a:p>
        </p:txBody>
      </p:sp>
      <p:sp>
        <p:nvSpPr>
          <p:cNvPr id="10" name="TextBox 11"/>
          <p:cNvSpPr txBox="1"/>
          <p:nvPr/>
        </p:nvSpPr>
        <p:spPr>
          <a:xfrm>
            <a:off x="4343232" y="4637341"/>
            <a:ext cx="857256" cy="800219"/>
          </a:xfrm>
          <a:prstGeom prst="rect">
            <a:avLst/>
          </a:prstGeom>
          <a:noFill/>
        </p:spPr>
        <p:txBody>
          <a:bodyPr wrap="square" rtlCol="0">
            <a:spAutoFit/>
          </a:bodyPr>
          <a:lstStyle/>
          <a:p>
            <a:r>
              <a:rPr lang="zh-CN" altLang="en-US" sz="2300" b="1">
                <a:solidFill>
                  <a:srgbClr val="0000FF"/>
                </a:solidFill>
                <a:latin typeface="+mn-ea"/>
                <a:ea typeface="+mn-ea"/>
                <a:cs typeface="Consolas" panose="020B0609020204030204" pitchFamily="49" charset="0"/>
              </a:rPr>
              <a:t>活动</a:t>
            </a:r>
            <a:r>
              <a:rPr lang="en-US" altLang="zh-CN" sz="2300" b="1">
                <a:solidFill>
                  <a:srgbClr val="0000FF"/>
                </a:solidFill>
                <a:latin typeface="+mn-ea"/>
                <a:ea typeface="+mn-ea"/>
                <a:cs typeface="Consolas" panose="020B0609020204030204" pitchFamily="49" charset="0"/>
              </a:rPr>
              <a:t>4</a:t>
            </a:r>
            <a:endParaRPr lang="zh-CN" altLang="en-US" sz="2300" b="1">
              <a:solidFill>
                <a:srgbClr val="0000FF"/>
              </a:solidFill>
              <a:latin typeface="+mn-ea"/>
              <a:ea typeface="+mn-ea"/>
              <a:cs typeface="Consolas" panose="020B0609020204030204" pitchFamily="49" charset="0"/>
            </a:endParaRPr>
          </a:p>
        </p:txBody>
      </p:sp>
      <p:sp>
        <p:nvSpPr>
          <p:cNvPr id="11" name="TextBox 12"/>
          <p:cNvSpPr txBox="1"/>
          <p:nvPr/>
        </p:nvSpPr>
        <p:spPr>
          <a:xfrm>
            <a:off x="5271926" y="4637341"/>
            <a:ext cx="857256" cy="800219"/>
          </a:xfrm>
          <a:prstGeom prst="rect">
            <a:avLst/>
          </a:prstGeom>
          <a:noFill/>
        </p:spPr>
        <p:txBody>
          <a:bodyPr wrap="square" rtlCol="0">
            <a:spAutoFit/>
          </a:bodyPr>
          <a:lstStyle/>
          <a:p>
            <a:r>
              <a:rPr lang="zh-CN" altLang="en-US" sz="2300" b="1">
                <a:solidFill>
                  <a:srgbClr val="0000FF"/>
                </a:solidFill>
                <a:latin typeface="+mn-ea"/>
                <a:ea typeface="+mn-ea"/>
                <a:cs typeface="Consolas" panose="020B0609020204030204" pitchFamily="49" charset="0"/>
              </a:rPr>
              <a:t>活动</a:t>
            </a:r>
            <a:r>
              <a:rPr lang="en-US" altLang="zh-CN" sz="2300" b="1">
                <a:solidFill>
                  <a:srgbClr val="0000FF"/>
                </a:solidFill>
                <a:latin typeface="+mn-ea"/>
                <a:ea typeface="+mn-ea"/>
                <a:cs typeface="Consolas" panose="020B0609020204030204" pitchFamily="49" charset="0"/>
              </a:rPr>
              <a:t>8</a:t>
            </a:r>
            <a:endParaRPr lang="zh-CN" altLang="en-US" sz="2300" b="1">
              <a:solidFill>
                <a:srgbClr val="0000FF"/>
              </a:solidFill>
              <a:latin typeface="+mn-ea"/>
              <a:ea typeface="+mn-ea"/>
              <a:cs typeface="Consolas" panose="020B0609020204030204" pitchFamily="49" charset="0"/>
            </a:endParaRPr>
          </a:p>
        </p:txBody>
      </p:sp>
      <p:sp>
        <p:nvSpPr>
          <p:cNvPr id="12" name="TextBox 13"/>
          <p:cNvSpPr txBox="1"/>
          <p:nvPr/>
        </p:nvSpPr>
        <p:spPr>
          <a:xfrm>
            <a:off x="6200620" y="4637341"/>
            <a:ext cx="1071570" cy="800219"/>
          </a:xfrm>
          <a:prstGeom prst="rect">
            <a:avLst/>
          </a:prstGeom>
          <a:noFill/>
        </p:spPr>
        <p:txBody>
          <a:bodyPr wrap="square" rtlCol="0">
            <a:spAutoFit/>
          </a:bodyPr>
          <a:lstStyle/>
          <a:p>
            <a:r>
              <a:rPr lang="zh-CN" altLang="en-US" sz="2300" b="1" dirty="0">
                <a:solidFill>
                  <a:srgbClr val="0000FF"/>
                </a:solidFill>
                <a:latin typeface="+mn-ea"/>
                <a:ea typeface="+mn-ea"/>
                <a:cs typeface="Consolas" panose="020B0609020204030204" pitchFamily="49" charset="0"/>
              </a:rPr>
              <a:t>活动</a:t>
            </a:r>
            <a:endParaRPr lang="en-US" altLang="zh-CN" sz="2300" b="1" dirty="0">
              <a:solidFill>
                <a:srgbClr val="0000FF"/>
              </a:solidFill>
              <a:latin typeface="+mn-ea"/>
              <a:ea typeface="+mn-ea"/>
              <a:cs typeface="Consolas" panose="020B0609020204030204" pitchFamily="49" charset="0"/>
            </a:endParaRPr>
          </a:p>
          <a:p>
            <a:r>
              <a:rPr lang="en-US" altLang="zh-CN" sz="2300" b="1" dirty="0">
                <a:solidFill>
                  <a:srgbClr val="0000FF"/>
                </a:solidFill>
                <a:latin typeface="+mn-ea"/>
                <a:ea typeface="+mn-ea"/>
                <a:cs typeface="Consolas" panose="020B0609020204030204" pitchFamily="49" charset="0"/>
              </a:rPr>
              <a:t>11</a:t>
            </a:r>
            <a:endParaRPr lang="zh-CN" altLang="en-US" sz="2300" b="1" dirty="0">
              <a:solidFill>
                <a:srgbClr val="0000FF"/>
              </a:solidFill>
              <a:latin typeface="+mn-ea"/>
              <a:ea typeface="+mn-ea"/>
              <a:cs typeface="Consolas" panose="020B0609020204030204" pitchFamily="49" charset="0"/>
            </a:endParaRPr>
          </a:p>
        </p:txBody>
      </p:sp>
      <p:grpSp>
        <p:nvGrpSpPr>
          <p:cNvPr id="13" name="组合 12"/>
          <p:cNvGrpSpPr/>
          <p:nvPr/>
        </p:nvGrpSpPr>
        <p:grpSpPr>
          <a:xfrm>
            <a:off x="3713619" y="5497399"/>
            <a:ext cx="3071834" cy="732028"/>
            <a:chOff x="5072066" y="5000636"/>
            <a:chExt cx="3071834" cy="732028"/>
          </a:xfrm>
        </p:grpSpPr>
        <p:sp>
          <p:nvSpPr>
            <p:cNvPr id="14" name="右大括号 13"/>
            <p:cNvSpPr/>
            <p:nvPr/>
          </p:nvSpPr>
          <p:spPr>
            <a:xfrm rot="5400000">
              <a:off x="6500826" y="3571876"/>
              <a:ext cx="214314" cy="3071834"/>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sz="2300" b="1">
                <a:solidFill>
                  <a:srgbClr val="0000FF"/>
                </a:solidFill>
                <a:latin typeface="+mn-ea"/>
              </a:endParaRPr>
            </a:p>
          </p:txBody>
        </p:sp>
        <p:sp>
          <p:nvSpPr>
            <p:cNvPr id="15" name="TextBox 15"/>
            <p:cNvSpPr txBox="1"/>
            <p:nvPr/>
          </p:nvSpPr>
          <p:spPr>
            <a:xfrm>
              <a:off x="5715008" y="5286388"/>
              <a:ext cx="1785950" cy="446276"/>
            </a:xfrm>
            <a:prstGeom prst="rect">
              <a:avLst/>
            </a:prstGeom>
            <a:noFill/>
          </p:spPr>
          <p:txBody>
            <a:bodyPr wrap="square" rtlCol="0">
              <a:spAutoFit/>
            </a:bodyPr>
            <a:lstStyle/>
            <a:p>
              <a:pPr algn="ctr"/>
              <a:r>
                <a:rPr lang="zh-CN" altLang="en-US" sz="2300" b="1">
                  <a:solidFill>
                    <a:srgbClr val="0000FF"/>
                  </a:solidFill>
                  <a:latin typeface="+mn-ea"/>
                  <a:ea typeface="+mn-ea"/>
                </a:rPr>
                <a:t>求解结果</a:t>
              </a:r>
            </a:p>
          </p:txBody>
        </p:sp>
      </p:grpSp>
      <p:sp>
        <p:nvSpPr>
          <p:cNvPr id="16" name="TextBox 8"/>
          <p:cNvSpPr txBox="1"/>
          <p:nvPr/>
        </p:nvSpPr>
        <p:spPr>
          <a:xfrm>
            <a:off x="271265" y="3557789"/>
            <a:ext cx="1571636" cy="3139321"/>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zh-CN" altLang="en-US" sz="1800">
                <a:solidFill>
                  <a:srgbClr val="0000FF"/>
                </a:solidFill>
                <a:latin typeface="Consolas" panose="020B0609020204030204" pitchFamily="49" charset="0"/>
                <a:ea typeface="楷体" panose="02010609060101010101" pitchFamily="49" charset="-122"/>
                <a:cs typeface="Consolas" panose="020B0609020204030204" pitchFamily="49" charset="0"/>
              </a:rPr>
              <a:t>活动</a:t>
            </a:r>
            <a:r>
              <a:rPr lang="en-US"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1    </a:t>
            </a:r>
            <a:r>
              <a:rPr lang="en-US" altLang="zh-CN" sz="1800">
                <a:solidFill>
                  <a:srgbClr val="FF0000"/>
                </a:solidFill>
                <a:latin typeface="Consolas" panose="020B0609020204030204" pitchFamily="49" charset="0"/>
                <a:ea typeface="楷体" panose="02010609060101010101" pitchFamily="49" charset="-122"/>
                <a:cs typeface="Consolas" panose="020B0609020204030204" pitchFamily="49" charset="0"/>
              </a:rPr>
              <a:t>√</a:t>
            </a:r>
          </a:p>
          <a:p>
            <a:r>
              <a:rPr lang="zh-CN" altLang="en-US" sz="1800">
                <a:solidFill>
                  <a:srgbClr val="0000FF"/>
                </a:solidFill>
                <a:latin typeface="Consolas" panose="020B0609020204030204" pitchFamily="49" charset="0"/>
                <a:ea typeface="楷体" panose="02010609060101010101" pitchFamily="49" charset="-122"/>
                <a:cs typeface="Consolas" panose="020B0609020204030204" pitchFamily="49" charset="0"/>
              </a:rPr>
              <a:t>活动</a:t>
            </a:r>
            <a:r>
              <a:rPr lang="en-US"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2    </a:t>
            </a:r>
            <a:r>
              <a:rPr lang="en-US" altLang="zh-CN" sz="1800">
                <a:solidFill>
                  <a:srgbClr val="FF0000"/>
                </a:solidFill>
                <a:latin typeface="Consolas" panose="020B0609020204030204" pitchFamily="49" charset="0"/>
                <a:ea typeface="楷体" panose="02010609060101010101" pitchFamily="49" charset="-122"/>
                <a:cs typeface="Consolas" panose="020B0609020204030204" pitchFamily="49" charset="0"/>
                <a:sym typeface="Symbol" panose="05050102010706020507"/>
              </a:rPr>
              <a:t></a:t>
            </a:r>
          </a:p>
          <a:p>
            <a:r>
              <a:rPr lang="zh-CN" altLang="en-US" sz="1800">
                <a:solidFill>
                  <a:srgbClr val="0000FF"/>
                </a:solidFill>
                <a:latin typeface="Consolas" panose="020B0609020204030204" pitchFamily="49" charset="0"/>
                <a:ea typeface="楷体" panose="02010609060101010101" pitchFamily="49" charset="-122"/>
                <a:cs typeface="Consolas" panose="020B0609020204030204" pitchFamily="49" charset="0"/>
              </a:rPr>
              <a:t>活动</a:t>
            </a:r>
            <a:r>
              <a:rPr lang="en-US"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3    </a:t>
            </a:r>
            <a:r>
              <a:rPr lang="en-US" altLang="zh-CN" sz="1800">
                <a:solidFill>
                  <a:srgbClr val="FF0000"/>
                </a:solidFill>
                <a:latin typeface="Consolas" panose="020B0609020204030204" pitchFamily="49" charset="0"/>
                <a:ea typeface="楷体" panose="02010609060101010101" pitchFamily="49" charset="-122"/>
                <a:cs typeface="Consolas" panose="020B0609020204030204" pitchFamily="49" charset="0"/>
                <a:sym typeface="Symbol" panose="05050102010706020507"/>
              </a:rPr>
              <a:t></a:t>
            </a:r>
          </a:p>
          <a:p>
            <a:r>
              <a:rPr lang="zh-CN" altLang="en-US" sz="1800">
                <a:solidFill>
                  <a:srgbClr val="0000FF"/>
                </a:solidFill>
                <a:latin typeface="Consolas" panose="020B0609020204030204" pitchFamily="49" charset="0"/>
                <a:ea typeface="楷体" panose="02010609060101010101" pitchFamily="49" charset="-122"/>
                <a:cs typeface="Consolas" panose="020B0609020204030204" pitchFamily="49" charset="0"/>
              </a:rPr>
              <a:t>活动</a:t>
            </a:r>
            <a:r>
              <a:rPr lang="en-US"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4    </a:t>
            </a:r>
            <a:r>
              <a:rPr lang="en-US" altLang="zh-CN" sz="1800">
                <a:solidFill>
                  <a:srgbClr val="FF0000"/>
                </a:solidFill>
                <a:latin typeface="Consolas" panose="020B0609020204030204" pitchFamily="49" charset="0"/>
                <a:ea typeface="楷体" panose="02010609060101010101" pitchFamily="49" charset="-122"/>
                <a:cs typeface="Consolas" panose="020B0609020204030204" pitchFamily="49" charset="0"/>
              </a:rPr>
              <a:t>√</a:t>
            </a:r>
          </a:p>
          <a:p>
            <a:r>
              <a:rPr lang="zh-CN" altLang="en-US" sz="1800">
                <a:solidFill>
                  <a:srgbClr val="0000FF"/>
                </a:solidFill>
                <a:latin typeface="Consolas" panose="020B0609020204030204" pitchFamily="49" charset="0"/>
                <a:ea typeface="楷体" panose="02010609060101010101" pitchFamily="49" charset="-122"/>
                <a:cs typeface="Consolas" panose="020B0609020204030204" pitchFamily="49" charset="0"/>
              </a:rPr>
              <a:t>活动</a:t>
            </a:r>
            <a:r>
              <a:rPr lang="en-US"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5    </a:t>
            </a:r>
            <a:r>
              <a:rPr lang="en-US" altLang="zh-CN" sz="1800">
                <a:solidFill>
                  <a:srgbClr val="FF0000"/>
                </a:solidFill>
                <a:latin typeface="Consolas" panose="020B0609020204030204" pitchFamily="49" charset="0"/>
                <a:ea typeface="楷体" panose="02010609060101010101" pitchFamily="49" charset="-122"/>
                <a:cs typeface="Consolas" panose="020B0609020204030204" pitchFamily="49" charset="0"/>
                <a:sym typeface="Symbol" panose="05050102010706020507"/>
              </a:rPr>
              <a:t></a:t>
            </a:r>
          </a:p>
          <a:p>
            <a:r>
              <a:rPr lang="zh-CN" altLang="en-US" sz="1800">
                <a:solidFill>
                  <a:srgbClr val="0000FF"/>
                </a:solidFill>
                <a:latin typeface="Consolas" panose="020B0609020204030204" pitchFamily="49" charset="0"/>
                <a:ea typeface="楷体" panose="02010609060101010101" pitchFamily="49" charset="-122"/>
                <a:cs typeface="Consolas" panose="020B0609020204030204" pitchFamily="49" charset="0"/>
              </a:rPr>
              <a:t>活动</a:t>
            </a:r>
            <a:r>
              <a:rPr lang="en-US"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6    </a:t>
            </a:r>
            <a:r>
              <a:rPr lang="en-US" altLang="zh-CN" sz="1800">
                <a:solidFill>
                  <a:srgbClr val="FF0000"/>
                </a:solidFill>
                <a:latin typeface="Consolas" panose="020B0609020204030204" pitchFamily="49" charset="0"/>
                <a:ea typeface="楷体" panose="02010609060101010101" pitchFamily="49" charset="-122"/>
                <a:cs typeface="Consolas" panose="020B0609020204030204" pitchFamily="49" charset="0"/>
                <a:sym typeface="Symbol" panose="05050102010706020507"/>
              </a:rPr>
              <a:t></a:t>
            </a:r>
          </a:p>
          <a:p>
            <a:r>
              <a:rPr lang="zh-CN" altLang="en-US" sz="1800">
                <a:solidFill>
                  <a:srgbClr val="0000FF"/>
                </a:solidFill>
                <a:latin typeface="Consolas" panose="020B0609020204030204" pitchFamily="49" charset="0"/>
                <a:ea typeface="楷体" panose="02010609060101010101" pitchFamily="49" charset="-122"/>
                <a:cs typeface="Consolas" panose="020B0609020204030204" pitchFamily="49" charset="0"/>
              </a:rPr>
              <a:t>活动</a:t>
            </a:r>
            <a:r>
              <a:rPr lang="en-US"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7    </a:t>
            </a:r>
            <a:r>
              <a:rPr lang="en-US" altLang="zh-CN" sz="1800">
                <a:solidFill>
                  <a:srgbClr val="FF0000"/>
                </a:solidFill>
                <a:latin typeface="Consolas" panose="020B0609020204030204" pitchFamily="49" charset="0"/>
                <a:ea typeface="楷体" panose="02010609060101010101" pitchFamily="49" charset="-122"/>
                <a:cs typeface="Consolas" panose="020B0609020204030204" pitchFamily="49" charset="0"/>
                <a:sym typeface="Symbol" panose="05050102010706020507"/>
              </a:rPr>
              <a:t></a:t>
            </a:r>
          </a:p>
          <a:p>
            <a:r>
              <a:rPr lang="zh-CN" altLang="en-US" sz="1800">
                <a:solidFill>
                  <a:srgbClr val="0000FF"/>
                </a:solidFill>
                <a:latin typeface="Consolas" panose="020B0609020204030204" pitchFamily="49" charset="0"/>
                <a:ea typeface="楷体" panose="02010609060101010101" pitchFamily="49" charset="-122"/>
                <a:cs typeface="Consolas" panose="020B0609020204030204" pitchFamily="49" charset="0"/>
              </a:rPr>
              <a:t>活动</a:t>
            </a:r>
            <a:r>
              <a:rPr lang="en-US"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8    </a:t>
            </a:r>
            <a:r>
              <a:rPr lang="en-US" altLang="zh-CN" sz="1800">
                <a:solidFill>
                  <a:srgbClr val="FF0000"/>
                </a:solidFill>
                <a:latin typeface="Consolas" panose="020B0609020204030204" pitchFamily="49" charset="0"/>
                <a:ea typeface="楷体" panose="02010609060101010101" pitchFamily="49" charset="-122"/>
                <a:cs typeface="Consolas" panose="020B0609020204030204" pitchFamily="49" charset="0"/>
              </a:rPr>
              <a:t>√</a:t>
            </a:r>
            <a:endParaRPr lang="en-US" altLang="zh-CN" sz="1800">
              <a:solidFill>
                <a:srgbClr val="FF0000"/>
              </a:solidFill>
              <a:latin typeface="Consolas" panose="020B0609020204030204" pitchFamily="49" charset="0"/>
              <a:ea typeface="楷体" panose="02010609060101010101" pitchFamily="49" charset="-122"/>
              <a:cs typeface="Consolas" panose="020B0609020204030204" pitchFamily="49" charset="0"/>
              <a:sym typeface="Symbol" panose="05050102010706020507"/>
            </a:endParaRPr>
          </a:p>
          <a:p>
            <a:r>
              <a:rPr lang="zh-CN" altLang="en-US" sz="1800">
                <a:solidFill>
                  <a:srgbClr val="0000FF"/>
                </a:solidFill>
                <a:latin typeface="Consolas" panose="020B0609020204030204" pitchFamily="49" charset="0"/>
                <a:ea typeface="楷体" panose="02010609060101010101" pitchFamily="49" charset="-122"/>
                <a:cs typeface="Consolas" panose="020B0609020204030204" pitchFamily="49" charset="0"/>
              </a:rPr>
              <a:t>活动</a:t>
            </a:r>
            <a:r>
              <a:rPr lang="en-US"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9    </a:t>
            </a:r>
            <a:r>
              <a:rPr lang="en-US" altLang="zh-CN" sz="1800">
                <a:solidFill>
                  <a:srgbClr val="FF0000"/>
                </a:solidFill>
                <a:latin typeface="Consolas" panose="020B0609020204030204" pitchFamily="49" charset="0"/>
                <a:ea typeface="楷体" panose="02010609060101010101" pitchFamily="49" charset="-122"/>
                <a:cs typeface="Consolas" panose="020B0609020204030204" pitchFamily="49" charset="0"/>
                <a:sym typeface="Symbol" panose="05050102010706020507"/>
              </a:rPr>
              <a:t></a:t>
            </a:r>
          </a:p>
          <a:p>
            <a:r>
              <a:rPr lang="zh-CN" altLang="en-US" sz="1800">
                <a:solidFill>
                  <a:srgbClr val="0000FF"/>
                </a:solidFill>
                <a:latin typeface="Consolas" panose="020B0609020204030204" pitchFamily="49" charset="0"/>
                <a:ea typeface="楷体" panose="02010609060101010101" pitchFamily="49" charset="-122"/>
                <a:cs typeface="Consolas" panose="020B0609020204030204" pitchFamily="49" charset="0"/>
              </a:rPr>
              <a:t>活动</a:t>
            </a:r>
            <a:r>
              <a:rPr lang="en-US"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10   </a:t>
            </a:r>
            <a:r>
              <a:rPr lang="en-US" altLang="zh-CN" sz="1800">
                <a:solidFill>
                  <a:srgbClr val="FF0000"/>
                </a:solidFill>
                <a:latin typeface="Consolas" panose="020B0609020204030204" pitchFamily="49" charset="0"/>
                <a:ea typeface="楷体" panose="02010609060101010101" pitchFamily="49" charset="-122"/>
                <a:cs typeface="Consolas" panose="020B0609020204030204" pitchFamily="49" charset="0"/>
                <a:sym typeface="Symbol" panose="05050102010706020507"/>
              </a:rPr>
              <a:t></a:t>
            </a:r>
          </a:p>
          <a:p>
            <a:r>
              <a:rPr lang="zh-CN" altLang="en-US" sz="1800">
                <a:solidFill>
                  <a:srgbClr val="0000FF"/>
                </a:solidFill>
                <a:latin typeface="Consolas" panose="020B0609020204030204" pitchFamily="49" charset="0"/>
                <a:ea typeface="楷体" panose="02010609060101010101" pitchFamily="49" charset="-122"/>
                <a:cs typeface="Consolas" panose="020B0609020204030204" pitchFamily="49" charset="0"/>
              </a:rPr>
              <a:t>活动</a:t>
            </a:r>
            <a:r>
              <a:rPr lang="en-US"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11   </a:t>
            </a:r>
            <a:r>
              <a:rPr lang="en-US" altLang="zh-CN" sz="1800">
                <a:solidFill>
                  <a:srgbClr val="FF0000"/>
                </a:solidFill>
                <a:latin typeface="Consolas" panose="020B0609020204030204" pitchFamily="49" charset="0"/>
                <a:ea typeface="楷体" panose="02010609060101010101" pitchFamily="49" charset="-122"/>
                <a:cs typeface="Consolas" panose="020B0609020204030204" pitchFamily="49" charset="0"/>
              </a:rPr>
              <a:t>√</a:t>
            </a:r>
            <a:endParaRPr lang="en-US" altLang="zh-CN" sz="1800">
              <a:solidFill>
                <a:srgbClr val="FF0000"/>
              </a:solidFill>
              <a:latin typeface="Consolas" panose="020B0609020204030204" pitchFamily="49" charset="0"/>
              <a:ea typeface="楷体" panose="02010609060101010101" pitchFamily="49" charset="-122"/>
              <a:cs typeface="Consolas" panose="020B0609020204030204" pitchFamily="49" charset="0"/>
              <a:sym typeface="Symbol" panose="05050102010706020507"/>
            </a:endParaRPr>
          </a:p>
        </p:txBody>
      </p:sp>
    </p:spTree>
  </p:cSld>
  <p:clrMapOvr>
    <a:overrideClrMapping bg1="lt1" tx1="dk1" bg2="lt2" tx2="dk2" accent1="accent1" accent2="accent2" accent3="accent3" accent4="accent4" accent5="accent5" accent6="accent6" hlink="hlink" folHlink="folHlink"/>
  </p:clrMapOvr>
  <p:transition/>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4"/>
          <p:cNvSpPr txBox="1"/>
          <p:nvPr/>
        </p:nvSpPr>
        <p:spPr>
          <a:xfrm>
            <a:off x="608449" y="1116012"/>
            <a:ext cx="8572560" cy="4795498"/>
          </a:xfrm>
          <a:prstGeom prst="rect">
            <a:avLst/>
          </a:prstGeom>
          <a:solidFill>
            <a:schemeClr val="bg1">
              <a:lumMod val="9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5"/>
          </a:lnRef>
          <a:fillRef idx="2">
            <a:schemeClr val="accent5"/>
          </a:fillRef>
          <a:effectRef idx="1">
            <a:schemeClr val="accent5"/>
          </a:effectRef>
          <a:fontRef idx="minor">
            <a:schemeClr val="dk1"/>
          </a:fontRef>
        </p:style>
        <p:txBody>
          <a:bodyPr wrap="square" lIns="180000" tIns="180000" bIns="180000" rtlCol="0">
            <a:spAutoFit/>
          </a:bodyPr>
          <a:lstStyle/>
          <a:p>
            <a:r>
              <a:rPr lang="en-US" altLang="zh-CN" b="1" dirty="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lang="zh-CN" altLang="zh-CN" b="1" dirty="0">
                <a:solidFill>
                  <a:srgbClr val="FF0000"/>
                </a:solidFill>
                <a:latin typeface="Consolas" panose="020B0609020204030204" pitchFamily="49" charset="0"/>
                <a:ea typeface="仿宋" panose="02010609060101010101" pitchFamily="49" charset="-122"/>
                <a:cs typeface="Consolas" panose="020B0609020204030204" pitchFamily="49" charset="0"/>
              </a:rPr>
              <a:t>问题表示</a:t>
            </a: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struct Action			//</a:t>
            </a:r>
            <a:r>
              <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活动的类型声明</a:t>
            </a: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int b;			//</a:t>
            </a:r>
            <a:r>
              <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活动起始时间</a:t>
            </a: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int e;			//</a:t>
            </a:r>
            <a:r>
              <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活动结束时间</a:t>
            </a: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bool operator&lt;(const Action &amp;s) const	//</a:t>
            </a:r>
            <a:r>
              <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重载</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&lt;</a:t>
            </a:r>
            <a:r>
              <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关系函数</a:t>
            </a: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return e&lt;=</a:t>
            </a:r>
            <a:r>
              <a:rPr lang="en-US" altLang="zh-CN"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s.e</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用于按活动结束时间递增排序</a:t>
            </a: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int n=11;</a:t>
            </a:r>
            <a:endPar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Action A[]={{0},{1,4},{3,5},{0,6},{5,7},{3,8},{5,9},{6,10},{8,11},</a:t>
            </a:r>
            <a:endPar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{8,12},{2,13},{12,15}};	//</a:t>
            </a:r>
            <a:r>
              <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下标</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不用</a:t>
            </a:r>
          </a:p>
          <a:p>
            <a:pPr>
              <a:lnSpc>
                <a:spcPct val="200000"/>
              </a:lnSpc>
            </a:pPr>
            <a:r>
              <a:rPr lang="en-US" altLang="zh-CN" b="1" dirty="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lang="zh-CN" altLang="zh-CN" b="1" dirty="0">
                <a:solidFill>
                  <a:srgbClr val="FF0000"/>
                </a:solidFill>
                <a:latin typeface="Consolas" panose="020B0609020204030204" pitchFamily="49" charset="0"/>
                <a:ea typeface="仿宋" panose="02010609060101010101" pitchFamily="49" charset="-122"/>
                <a:cs typeface="Consolas" panose="020B0609020204030204" pitchFamily="49" charset="0"/>
              </a:rPr>
              <a:t>求解结果表示</a:t>
            </a: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bool flag[MAX];		//</a:t>
            </a:r>
            <a:r>
              <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标记选择的活动</a:t>
            </a: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int Count=0;			//</a:t>
            </a:r>
            <a:r>
              <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选取的兼容活动个数</a:t>
            </a:r>
          </a:p>
        </p:txBody>
      </p:sp>
    </p:spTree>
  </p:cSld>
  <p:clrMapOvr>
    <a:overrideClrMapping bg1="lt1" tx1="dk1" bg2="lt2" tx2="dk2" accent1="accent1" accent2="accent2" accent3="accent3" accent4="accent4" accent5="accent5" accent6="accent6" hlink="hlink" folHlink="folHlink"/>
  </p:clrMapOvr>
  <p:transition/>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5" name="TextBox 3"/>
          <p:cNvSpPr txBox="1"/>
          <p:nvPr/>
        </p:nvSpPr>
        <p:spPr>
          <a:xfrm>
            <a:off x="549523" y="1120420"/>
            <a:ext cx="8929718" cy="4889498"/>
          </a:xfrm>
          <a:prstGeom prst="rect">
            <a:avLst/>
          </a:prstGeom>
          <a:solidFill>
            <a:schemeClr val="bg1">
              <a:lumMod val="9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5"/>
          </a:lnRef>
          <a:fillRef idx="2">
            <a:schemeClr val="accent5"/>
          </a:fillRef>
          <a:effectRef idx="1">
            <a:schemeClr val="accent5"/>
          </a:effectRef>
          <a:fontRef idx="minor">
            <a:schemeClr val="dk1"/>
          </a:fontRef>
        </p:style>
        <p:txBody>
          <a:bodyPr wrap="square" lIns="180000" tIns="180000" bIns="180000" rtlCol="0">
            <a:spAutoFit/>
          </a:bodyPr>
          <a:lstStyle/>
          <a:p>
            <a:pPr>
              <a:lnSpc>
                <a:spcPct val="150000"/>
              </a:lnSpc>
            </a:pP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void solve()				//</a:t>
            </a:r>
            <a:r>
              <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求解最大兼容活动子集</a:t>
            </a:r>
          </a:p>
          <a:p>
            <a:pPr>
              <a:lnSpc>
                <a:spcPct val="150000"/>
              </a:lnSpc>
            </a:pP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memset</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(flag,0,sizeof(flag));	//</a:t>
            </a:r>
            <a:r>
              <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初始化为</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false</a:t>
            </a:r>
            <a:endPar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nSpc>
                <a:spcPct val="150000"/>
              </a:lnSpc>
            </a:pP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sort(A+1,A+n+1);			//A[1..n]</a:t>
            </a:r>
            <a:r>
              <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按活动结束时间递增排序</a:t>
            </a:r>
          </a:p>
          <a:p>
            <a:pPr>
              <a:lnSpc>
                <a:spcPct val="150000"/>
              </a:lnSpc>
            </a:pP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int </a:t>
            </a:r>
            <a:r>
              <a:rPr lang="en-US" altLang="zh-CN"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preend</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=0;			//</a:t>
            </a:r>
            <a:r>
              <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前一个兼容活动的结束时间</a:t>
            </a:r>
          </a:p>
          <a:p>
            <a:pPr>
              <a:lnSpc>
                <a:spcPct val="150000"/>
              </a:lnSpc>
            </a:pP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for (int </a:t>
            </a:r>
            <a:r>
              <a:rPr lang="en-US" altLang="zh-CN"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=1;i&lt;=</a:t>
            </a:r>
            <a:r>
              <a:rPr lang="en-US" altLang="zh-CN"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n;i</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扫描所有活动</a:t>
            </a:r>
          </a:p>
          <a:p>
            <a:pPr>
              <a:lnSpc>
                <a:spcPct val="150000"/>
              </a:lnSpc>
            </a:pP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  if (A[</a:t>
            </a:r>
            <a:r>
              <a:rPr lang="en-US" altLang="zh-CN"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].b&gt;=</a:t>
            </a:r>
            <a:r>
              <a:rPr lang="en-US" altLang="zh-CN"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preend</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找到一个兼容活动</a:t>
            </a:r>
          </a:p>
          <a:p>
            <a:pPr>
              <a:lnSpc>
                <a:spcPct val="150000"/>
              </a:lnSpc>
            </a:pP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  flag[</a:t>
            </a:r>
            <a:r>
              <a:rPr lang="en-US" altLang="zh-CN"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]=true;		//</a:t>
            </a:r>
            <a:r>
              <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选择</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活动</a:t>
            </a:r>
          </a:p>
          <a:p>
            <a:pPr>
              <a:lnSpc>
                <a:spcPct val="150000"/>
              </a:lnSpc>
            </a:pP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preend</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].e;		//</a:t>
            </a:r>
            <a:r>
              <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更新</a:t>
            </a:r>
            <a:r>
              <a:rPr lang="en-US" altLang="zh-CN"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preend</a:t>
            </a:r>
            <a:r>
              <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值</a:t>
            </a:r>
          </a:p>
          <a:p>
            <a:pPr>
              <a:lnSpc>
                <a:spcPct val="150000"/>
              </a:lnSpc>
            </a:pP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nSpc>
                <a:spcPct val="150000"/>
              </a:lnSpc>
            </a:pP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nSpc>
                <a:spcPct val="150000"/>
              </a:lnSpc>
            </a:pP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Tree>
  </p:cSld>
  <p:clrMapOvr>
    <a:overrideClrMapping bg1="lt1" tx1="dk1" bg2="lt2" tx2="dk2" accent1="accent1" accent2="accent2" accent3="accent3" accent4="accent4" accent5="accent5" accent6="accent6" hlink="hlink" folHlink="folHlink"/>
  </p:clrMapOvr>
  <p:transition/>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558401" y="1231512"/>
            <a:ext cx="7858180" cy="1103572"/>
          </a:xfrm>
          <a:prstGeom prst="rect">
            <a:avLst/>
          </a:prstGeom>
          <a:noFill/>
        </p:spPr>
        <p:txBody>
          <a:bodyPr wrap="square" rtlCol="0">
            <a:spAutoFit/>
          </a:bodyPr>
          <a:lstStyle/>
          <a:p>
            <a:pPr>
              <a:lnSpc>
                <a:spcPct val="150000"/>
              </a:lnSpc>
            </a:pPr>
            <a:r>
              <a:rPr lang="en-US" altLang="zh-CN" sz="2200" dirty="0">
                <a:solidFill>
                  <a:srgbClr val="0000FF"/>
                </a:solidFill>
                <a:latin typeface="微软雅黑" panose="020B0503020204020204" charset="-122"/>
                <a:ea typeface="微软雅黑" panose="020B0503020204020204" charset="-122"/>
                <a:cs typeface="Consolas" panose="020B0609020204030204" pitchFamily="49" charset="0"/>
              </a:rPr>
              <a:t>    </a:t>
            </a:r>
            <a:r>
              <a:rPr lang="zh-CN" altLang="zh-CN" sz="2200" b="1" dirty="0">
                <a:solidFill>
                  <a:srgbClr val="FF0000"/>
                </a:solidFill>
                <a:latin typeface="+mn-ea"/>
                <a:ea typeface="+mn-ea"/>
                <a:cs typeface="Consolas" panose="020B0609020204030204" pitchFamily="49" charset="0"/>
              </a:rPr>
              <a:t>【算法分析】</a:t>
            </a:r>
            <a:r>
              <a:rPr lang="zh-CN" altLang="zh-CN" sz="2300" b="1" dirty="0">
                <a:solidFill>
                  <a:srgbClr val="0000FF"/>
                </a:solidFill>
                <a:latin typeface="+mn-ea"/>
                <a:ea typeface="+mn-ea"/>
                <a:cs typeface="Consolas" panose="020B0609020204030204" pitchFamily="49" charset="0"/>
              </a:rPr>
              <a:t>算法的主要时间花费在排序上，排序时间为</a:t>
            </a:r>
            <a:r>
              <a:rPr lang="en-US" altLang="zh-CN" sz="2300" b="1" dirty="0">
                <a:solidFill>
                  <a:srgbClr val="0000FF"/>
                </a:solidFill>
                <a:latin typeface="+mn-ea"/>
                <a:ea typeface="+mn-ea"/>
                <a:cs typeface="Consolas" panose="020B0609020204030204" pitchFamily="49" charset="0"/>
              </a:rPr>
              <a:t>O(</a:t>
            </a:r>
            <a:r>
              <a:rPr lang="en-US" altLang="zh-CN" sz="2300" b="1" i="1" dirty="0">
                <a:solidFill>
                  <a:srgbClr val="0000FF"/>
                </a:solidFill>
                <a:latin typeface="+mn-ea"/>
                <a:ea typeface="+mn-ea"/>
                <a:cs typeface="Consolas" panose="020B0609020204030204" pitchFamily="49" charset="0"/>
              </a:rPr>
              <a:t>n</a:t>
            </a:r>
            <a:r>
              <a:rPr lang="en-US" altLang="zh-CN" sz="2300" b="1" dirty="0">
                <a:solidFill>
                  <a:srgbClr val="0000FF"/>
                </a:solidFill>
                <a:latin typeface="+mn-ea"/>
                <a:ea typeface="+mn-ea"/>
                <a:cs typeface="Consolas" panose="020B0609020204030204" pitchFamily="49" charset="0"/>
              </a:rPr>
              <a:t>log</a:t>
            </a:r>
            <a:r>
              <a:rPr lang="en-US" altLang="zh-CN" sz="2300" b="1" baseline="-25000" dirty="0">
                <a:solidFill>
                  <a:srgbClr val="0000FF"/>
                </a:solidFill>
                <a:latin typeface="+mn-ea"/>
                <a:ea typeface="+mn-ea"/>
                <a:cs typeface="Consolas" panose="020B0609020204030204" pitchFamily="49" charset="0"/>
              </a:rPr>
              <a:t>2</a:t>
            </a:r>
            <a:r>
              <a:rPr lang="en-US" altLang="zh-CN" sz="2300" b="1" i="1" dirty="0">
                <a:solidFill>
                  <a:srgbClr val="0000FF"/>
                </a:solidFill>
                <a:latin typeface="+mn-ea"/>
                <a:ea typeface="+mn-ea"/>
                <a:cs typeface="Consolas" panose="020B0609020204030204" pitchFamily="49" charset="0"/>
              </a:rPr>
              <a:t>n</a:t>
            </a:r>
            <a:r>
              <a:rPr lang="en-US" altLang="zh-CN" sz="2300" b="1" dirty="0">
                <a:solidFill>
                  <a:srgbClr val="0000FF"/>
                </a:solidFill>
                <a:latin typeface="+mn-ea"/>
                <a:ea typeface="+mn-ea"/>
                <a:cs typeface="Consolas" panose="020B0609020204030204" pitchFamily="49" charset="0"/>
              </a:rPr>
              <a:t>)</a:t>
            </a:r>
            <a:r>
              <a:rPr lang="zh-CN" altLang="zh-CN" sz="2300" b="1" dirty="0">
                <a:solidFill>
                  <a:srgbClr val="0000FF"/>
                </a:solidFill>
                <a:latin typeface="+mn-ea"/>
                <a:ea typeface="+mn-ea"/>
                <a:cs typeface="Consolas" panose="020B0609020204030204" pitchFamily="49" charset="0"/>
              </a:rPr>
              <a:t>，所以整个算法的时间复杂度为</a:t>
            </a:r>
            <a:r>
              <a:rPr lang="en-US" altLang="zh-CN" sz="2300" b="1" dirty="0">
                <a:solidFill>
                  <a:srgbClr val="0000FF"/>
                </a:solidFill>
                <a:latin typeface="+mn-ea"/>
                <a:ea typeface="+mn-ea"/>
                <a:cs typeface="Consolas" panose="020B0609020204030204" pitchFamily="49" charset="0"/>
              </a:rPr>
              <a:t>O(</a:t>
            </a:r>
            <a:r>
              <a:rPr lang="en-US" altLang="zh-CN" sz="2300" b="1" i="1" dirty="0">
                <a:solidFill>
                  <a:srgbClr val="0000FF"/>
                </a:solidFill>
                <a:latin typeface="+mn-ea"/>
                <a:ea typeface="+mn-ea"/>
                <a:cs typeface="Consolas" panose="020B0609020204030204" pitchFamily="49" charset="0"/>
              </a:rPr>
              <a:t>n</a:t>
            </a:r>
            <a:r>
              <a:rPr lang="en-US" altLang="zh-CN" sz="2300" b="1" dirty="0">
                <a:solidFill>
                  <a:srgbClr val="0000FF"/>
                </a:solidFill>
                <a:latin typeface="+mn-ea"/>
                <a:ea typeface="+mn-ea"/>
                <a:cs typeface="Consolas" panose="020B0609020204030204" pitchFamily="49" charset="0"/>
              </a:rPr>
              <a:t>log</a:t>
            </a:r>
            <a:r>
              <a:rPr lang="en-US" altLang="zh-CN" sz="2300" b="1" baseline="-25000" dirty="0">
                <a:solidFill>
                  <a:srgbClr val="0000FF"/>
                </a:solidFill>
                <a:latin typeface="+mn-ea"/>
                <a:ea typeface="+mn-ea"/>
                <a:cs typeface="Consolas" panose="020B0609020204030204" pitchFamily="49" charset="0"/>
              </a:rPr>
              <a:t>2</a:t>
            </a:r>
            <a:r>
              <a:rPr lang="en-US" altLang="zh-CN" sz="2300" b="1" i="1" dirty="0">
                <a:solidFill>
                  <a:srgbClr val="0000FF"/>
                </a:solidFill>
                <a:latin typeface="+mn-ea"/>
                <a:ea typeface="+mn-ea"/>
                <a:cs typeface="Consolas" panose="020B0609020204030204" pitchFamily="49" charset="0"/>
              </a:rPr>
              <a:t>n</a:t>
            </a:r>
            <a:r>
              <a:rPr lang="en-US" altLang="zh-CN" sz="2300" b="1" dirty="0">
                <a:solidFill>
                  <a:srgbClr val="0000FF"/>
                </a:solidFill>
                <a:latin typeface="+mn-ea"/>
                <a:ea typeface="+mn-ea"/>
                <a:cs typeface="Consolas" panose="020B0609020204030204" pitchFamily="49" charset="0"/>
              </a:rPr>
              <a:t>)</a:t>
            </a:r>
            <a:r>
              <a:rPr lang="zh-CN" altLang="zh-CN" sz="2300" b="1" dirty="0">
                <a:solidFill>
                  <a:srgbClr val="0000FF"/>
                </a:solidFill>
                <a:latin typeface="+mn-ea"/>
                <a:ea typeface="+mn-ea"/>
                <a:cs typeface="Consolas" panose="020B0609020204030204" pitchFamily="49" charset="0"/>
              </a:rPr>
              <a:t>。</a:t>
            </a:r>
          </a:p>
        </p:txBody>
      </p:sp>
    </p:spTree>
  </p:cSld>
  <p:clrMapOvr>
    <a:overrideClrMapping bg1="lt1" tx1="dk1" bg2="lt2" tx2="dk2" accent1="accent1" accent2="accent2" accent3="accent3" accent4="accent4" accent5="accent5" accent6="accent6" hlink="hlink" folHlink="folHlink"/>
  </p:clrMapOvr>
  <p:transition/>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458621" y="1262794"/>
            <a:ext cx="7858180" cy="3746667"/>
          </a:xfrm>
          <a:prstGeom prst="rect">
            <a:avLst/>
          </a:prstGeom>
          <a:noFill/>
        </p:spPr>
        <p:txBody>
          <a:bodyPr wrap="square" rtlCol="0">
            <a:spAutoFit/>
          </a:bodyPr>
          <a:lstStyle/>
          <a:p>
            <a:pPr>
              <a:lnSpc>
                <a:spcPct val="150000"/>
              </a:lnSpc>
            </a:pPr>
            <a:r>
              <a:rPr lang="en-US" altLang="zh-CN" sz="2200" dirty="0">
                <a:solidFill>
                  <a:srgbClr val="FF0000"/>
                </a:solidFill>
                <a:latin typeface="微软雅黑" panose="020B0503020204020204" charset="-122"/>
                <a:ea typeface="微软雅黑" panose="020B0503020204020204" charset="-122"/>
                <a:cs typeface="Consolas" panose="020B0609020204030204" pitchFamily="49" charset="0"/>
              </a:rPr>
              <a:t>    </a:t>
            </a:r>
            <a:r>
              <a:rPr lang="zh-CN" altLang="zh-CN" sz="2200" b="1" dirty="0">
                <a:solidFill>
                  <a:srgbClr val="FF0000"/>
                </a:solidFill>
                <a:latin typeface="+mn-ea"/>
                <a:ea typeface="+mn-ea"/>
                <a:cs typeface="Consolas" panose="020B0609020204030204" pitchFamily="49" charset="0"/>
              </a:rPr>
              <a:t>【算法证明】</a:t>
            </a:r>
            <a:r>
              <a:rPr lang="zh-CN" altLang="zh-CN" sz="2300" b="1" dirty="0">
                <a:solidFill>
                  <a:srgbClr val="0000FF"/>
                </a:solidFill>
                <a:latin typeface="+mn-ea"/>
                <a:ea typeface="+mn-ea"/>
                <a:cs typeface="Consolas" panose="020B0609020204030204" pitchFamily="49" charset="0"/>
              </a:rPr>
              <a:t>通常证明一个贪心选择得出的解是最优解的一般的方法是，构造一个初始最优解，然后对该解进行修正，使其第一步为一个贪心选择，证明总是存在一个以贪心选择开始的求解方案。</a:t>
            </a:r>
          </a:p>
          <a:p>
            <a:pPr>
              <a:lnSpc>
                <a:spcPct val="150000"/>
              </a:lnSpc>
            </a:pPr>
            <a:r>
              <a:rPr lang="en-US" altLang="zh-CN" sz="2300" b="1" dirty="0">
                <a:solidFill>
                  <a:srgbClr val="0000FF"/>
                </a:solidFill>
                <a:latin typeface="+mn-ea"/>
                <a:ea typeface="+mn-ea"/>
                <a:cs typeface="Consolas" panose="020B0609020204030204" pitchFamily="49" charset="0"/>
              </a:rPr>
              <a:t>    </a:t>
            </a:r>
            <a:r>
              <a:rPr lang="zh-CN" altLang="zh-CN" sz="2300" b="1" dirty="0">
                <a:solidFill>
                  <a:srgbClr val="0000FF"/>
                </a:solidFill>
                <a:latin typeface="+mn-ea"/>
                <a:ea typeface="+mn-ea"/>
                <a:cs typeface="Consolas" panose="020B0609020204030204" pitchFamily="49" charset="0"/>
              </a:rPr>
              <a:t>对于本问题，所有活动按结束时间递增排序，就是要证明：若</a:t>
            </a:r>
            <a:r>
              <a:rPr lang="en-US" altLang="zh-CN" sz="2300" b="1" i="1" dirty="0">
                <a:solidFill>
                  <a:srgbClr val="0000FF"/>
                </a:solidFill>
                <a:latin typeface="+mn-ea"/>
                <a:ea typeface="+mn-ea"/>
                <a:cs typeface="Consolas" panose="020B0609020204030204" pitchFamily="49" charset="0"/>
              </a:rPr>
              <a:t>X</a:t>
            </a:r>
            <a:r>
              <a:rPr lang="zh-CN" altLang="zh-CN" sz="2300" b="1" dirty="0">
                <a:solidFill>
                  <a:srgbClr val="0000FF"/>
                </a:solidFill>
                <a:latin typeface="+mn-ea"/>
                <a:ea typeface="+mn-ea"/>
                <a:cs typeface="Consolas" panose="020B0609020204030204" pitchFamily="49" charset="0"/>
              </a:rPr>
              <a:t>是活动安排问题</a:t>
            </a:r>
            <a:r>
              <a:rPr lang="en-US" altLang="zh-CN" sz="2300" b="1" i="1" dirty="0">
                <a:solidFill>
                  <a:srgbClr val="0000FF"/>
                </a:solidFill>
                <a:latin typeface="+mn-ea"/>
                <a:ea typeface="+mn-ea"/>
                <a:cs typeface="Consolas" panose="020B0609020204030204" pitchFamily="49" charset="0"/>
              </a:rPr>
              <a:t>A</a:t>
            </a:r>
            <a:r>
              <a:rPr lang="zh-CN" altLang="zh-CN" sz="2300" b="1" dirty="0">
                <a:solidFill>
                  <a:srgbClr val="0000FF"/>
                </a:solidFill>
                <a:latin typeface="+mn-ea"/>
                <a:ea typeface="+mn-ea"/>
                <a:cs typeface="Consolas" panose="020B0609020204030204" pitchFamily="49" charset="0"/>
              </a:rPr>
              <a:t>的最优解，</a:t>
            </a:r>
            <a:r>
              <a:rPr lang="en-US" altLang="zh-CN" sz="2300" b="1" i="1" dirty="0">
                <a:solidFill>
                  <a:srgbClr val="0000FF"/>
                </a:solidFill>
                <a:latin typeface="+mn-ea"/>
                <a:ea typeface="+mn-ea"/>
                <a:cs typeface="Consolas" panose="020B0609020204030204" pitchFamily="49" charset="0"/>
              </a:rPr>
              <a:t>X</a:t>
            </a:r>
            <a:r>
              <a:rPr lang="en-US" altLang="zh-CN" sz="2300" b="1" dirty="0">
                <a:solidFill>
                  <a:srgbClr val="0000FF"/>
                </a:solidFill>
                <a:latin typeface="+mn-ea"/>
                <a:ea typeface="+mn-ea"/>
                <a:cs typeface="Consolas" panose="020B0609020204030204" pitchFamily="49" charset="0"/>
              </a:rPr>
              <a:t>=</a:t>
            </a:r>
            <a:r>
              <a:rPr lang="en-US" altLang="zh-CN" sz="2300" b="1" i="1" dirty="0">
                <a:solidFill>
                  <a:srgbClr val="0000FF"/>
                </a:solidFill>
                <a:latin typeface="+mn-ea"/>
                <a:ea typeface="+mn-ea"/>
                <a:cs typeface="Consolas" panose="020B0609020204030204" pitchFamily="49" charset="0"/>
              </a:rPr>
              <a:t>X </a:t>
            </a:r>
            <a:r>
              <a:rPr lang="en-US" altLang="zh-CN" sz="2300" b="1" dirty="0">
                <a:solidFill>
                  <a:srgbClr val="0000FF"/>
                </a:solidFill>
                <a:latin typeface="+mn-ea"/>
                <a:ea typeface="+mn-ea"/>
                <a:cs typeface="Consolas" panose="020B0609020204030204" pitchFamily="49" charset="0"/>
              </a:rPr>
              <a:t>'</a:t>
            </a:r>
            <a:r>
              <a:rPr lang="zh-CN" altLang="zh-CN" sz="2300" b="1" dirty="0">
                <a:solidFill>
                  <a:srgbClr val="0000FF"/>
                </a:solidFill>
                <a:latin typeface="+mn-ea"/>
                <a:ea typeface="+mn-ea"/>
                <a:cs typeface="Consolas" panose="020B0609020204030204" pitchFamily="49" charset="0"/>
              </a:rPr>
              <a:t>∪</a:t>
            </a:r>
            <a:r>
              <a:rPr lang="en-US" altLang="zh-CN" sz="2300" b="1" dirty="0">
                <a:solidFill>
                  <a:srgbClr val="0000FF"/>
                </a:solidFill>
                <a:latin typeface="+mn-ea"/>
                <a:ea typeface="+mn-ea"/>
                <a:cs typeface="Consolas" panose="020B0609020204030204" pitchFamily="49" charset="0"/>
              </a:rPr>
              <a:t>{1}</a:t>
            </a:r>
            <a:r>
              <a:rPr lang="zh-CN" altLang="zh-CN" sz="2300" b="1" dirty="0">
                <a:solidFill>
                  <a:srgbClr val="0000FF"/>
                </a:solidFill>
                <a:latin typeface="+mn-ea"/>
                <a:ea typeface="+mn-ea"/>
                <a:cs typeface="Consolas" panose="020B0609020204030204" pitchFamily="49" charset="0"/>
              </a:rPr>
              <a:t>，则</a:t>
            </a:r>
            <a:r>
              <a:rPr lang="en-US" altLang="zh-CN" sz="2300" b="1" i="1" dirty="0">
                <a:solidFill>
                  <a:srgbClr val="0000FF"/>
                </a:solidFill>
                <a:latin typeface="+mn-ea"/>
                <a:ea typeface="+mn-ea"/>
                <a:cs typeface="Consolas" panose="020B0609020204030204" pitchFamily="49" charset="0"/>
              </a:rPr>
              <a:t>X </a:t>
            </a:r>
            <a:r>
              <a:rPr lang="en-US" altLang="zh-CN" sz="2300" b="1" dirty="0">
                <a:solidFill>
                  <a:srgbClr val="0000FF"/>
                </a:solidFill>
                <a:latin typeface="+mn-ea"/>
                <a:ea typeface="+mn-ea"/>
                <a:cs typeface="Consolas" panose="020B0609020204030204" pitchFamily="49" charset="0"/>
              </a:rPr>
              <a:t>'</a:t>
            </a:r>
            <a:r>
              <a:rPr lang="zh-CN" altLang="zh-CN" sz="2300" b="1" dirty="0">
                <a:solidFill>
                  <a:srgbClr val="0000FF"/>
                </a:solidFill>
                <a:latin typeface="+mn-ea"/>
                <a:ea typeface="+mn-ea"/>
                <a:cs typeface="Consolas" panose="020B0609020204030204" pitchFamily="49" charset="0"/>
              </a:rPr>
              <a:t>是</a:t>
            </a:r>
            <a:r>
              <a:rPr lang="en-US" altLang="zh-CN" sz="2300" b="1" i="1" dirty="0">
                <a:solidFill>
                  <a:srgbClr val="0000FF"/>
                </a:solidFill>
                <a:latin typeface="+mn-ea"/>
                <a:ea typeface="+mn-ea"/>
                <a:cs typeface="Consolas" panose="020B0609020204030204" pitchFamily="49" charset="0"/>
              </a:rPr>
              <a:t>A</a:t>
            </a:r>
            <a:r>
              <a:rPr lang="en-US" altLang="zh-CN" sz="2300" b="1" dirty="0">
                <a:solidFill>
                  <a:srgbClr val="0000FF"/>
                </a:solidFill>
                <a:latin typeface="+mn-ea"/>
                <a:ea typeface="+mn-ea"/>
                <a:cs typeface="Consolas" panose="020B0609020204030204" pitchFamily="49" charset="0"/>
              </a:rPr>
              <a:t>'={</a:t>
            </a:r>
            <a:r>
              <a:rPr lang="en-US" altLang="zh-CN" sz="2300" b="1" i="1" dirty="0" err="1">
                <a:solidFill>
                  <a:srgbClr val="0000FF"/>
                </a:solidFill>
                <a:latin typeface="+mn-ea"/>
                <a:ea typeface="+mn-ea"/>
                <a:cs typeface="Consolas" panose="020B0609020204030204" pitchFamily="49" charset="0"/>
              </a:rPr>
              <a:t>i</a:t>
            </a:r>
            <a:r>
              <a:rPr lang="zh-CN" altLang="zh-CN" sz="2300" b="1" dirty="0">
                <a:solidFill>
                  <a:srgbClr val="0000FF"/>
                </a:solidFill>
                <a:latin typeface="+mn-ea"/>
                <a:ea typeface="+mn-ea"/>
                <a:cs typeface="Consolas" panose="020B0609020204030204" pitchFamily="49" charset="0"/>
              </a:rPr>
              <a:t>∈</a:t>
            </a:r>
            <a:r>
              <a:rPr lang="en-US" altLang="zh-CN" sz="2300" b="1" i="1" dirty="0">
                <a:solidFill>
                  <a:srgbClr val="0000FF"/>
                </a:solidFill>
                <a:latin typeface="+mn-ea"/>
                <a:ea typeface="+mn-ea"/>
                <a:cs typeface="Consolas" panose="020B0609020204030204" pitchFamily="49" charset="0"/>
              </a:rPr>
              <a:t>A</a:t>
            </a:r>
            <a:r>
              <a:rPr lang="zh-CN" altLang="zh-CN" sz="2300" b="1" dirty="0">
                <a:solidFill>
                  <a:srgbClr val="0000FF"/>
                </a:solidFill>
                <a:latin typeface="+mn-ea"/>
                <a:ea typeface="+mn-ea"/>
                <a:cs typeface="Consolas" panose="020B0609020204030204" pitchFamily="49" charset="0"/>
              </a:rPr>
              <a:t>：</a:t>
            </a:r>
            <a:r>
              <a:rPr lang="en-US" altLang="zh-CN" sz="2300" b="1" i="1" dirty="0" err="1">
                <a:solidFill>
                  <a:srgbClr val="0000FF"/>
                </a:solidFill>
                <a:latin typeface="+mn-ea"/>
                <a:ea typeface="+mn-ea"/>
                <a:cs typeface="Consolas" panose="020B0609020204030204" pitchFamily="49" charset="0"/>
              </a:rPr>
              <a:t>e</a:t>
            </a:r>
            <a:r>
              <a:rPr lang="en-US" altLang="zh-CN" sz="2300" b="1" i="1" baseline="-25000" dirty="0" err="1">
                <a:solidFill>
                  <a:srgbClr val="0000FF"/>
                </a:solidFill>
                <a:latin typeface="+mn-ea"/>
                <a:ea typeface="+mn-ea"/>
                <a:cs typeface="Consolas" panose="020B0609020204030204" pitchFamily="49" charset="0"/>
              </a:rPr>
              <a:t>i</a:t>
            </a:r>
            <a:r>
              <a:rPr lang="zh-CN" altLang="zh-CN" sz="2300" b="1" dirty="0">
                <a:solidFill>
                  <a:srgbClr val="0000FF"/>
                </a:solidFill>
                <a:latin typeface="+mn-ea"/>
                <a:ea typeface="+mn-ea"/>
                <a:cs typeface="Consolas" panose="020B0609020204030204" pitchFamily="49" charset="0"/>
              </a:rPr>
              <a:t>≥</a:t>
            </a:r>
            <a:r>
              <a:rPr lang="en-US" altLang="zh-CN" sz="2300" b="1" i="1" dirty="0">
                <a:solidFill>
                  <a:srgbClr val="0000FF"/>
                </a:solidFill>
                <a:latin typeface="+mn-ea"/>
                <a:ea typeface="+mn-ea"/>
                <a:cs typeface="Consolas" panose="020B0609020204030204" pitchFamily="49" charset="0"/>
              </a:rPr>
              <a:t>b</a:t>
            </a:r>
            <a:r>
              <a:rPr lang="en-US" altLang="zh-CN" sz="2300" b="1" baseline="-25000" dirty="0">
                <a:solidFill>
                  <a:srgbClr val="0000FF"/>
                </a:solidFill>
                <a:latin typeface="+mn-ea"/>
                <a:ea typeface="+mn-ea"/>
                <a:cs typeface="Consolas" panose="020B0609020204030204" pitchFamily="49" charset="0"/>
              </a:rPr>
              <a:t>1</a:t>
            </a:r>
            <a:r>
              <a:rPr lang="en-US" altLang="zh-CN" sz="2300" b="1" dirty="0">
                <a:solidFill>
                  <a:srgbClr val="0000FF"/>
                </a:solidFill>
                <a:latin typeface="+mn-ea"/>
                <a:ea typeface="+mn-ea"/>
                <a:cs typeface="Consolas" panose="020B0609020204030204" pitchFamily="49" charset="0"/>
              </a:rPr>
              <a:t>}</a:t>
            </a:r>
            <a:r>
              <a:rPr lang="zh-CN" altLang="zh-CN" sz="2300" b="1" dirty="0">
                <a:solidFill>
                  <a:srgbClr val="0000FF"/>
                </a:solidFill>
                <a:latin typeface="+mn-ea"/>
                <a:ea typeface="+mn-ea"/>
                <a:cs typeface="Consolas" panose="020B0609020204030204" pitchFamily="49" charset="0"/>
              </a:rPr>
              <a:t>的活动安排问题的最优解。</a:t>
            </a:r>
          </a:p>
        </p:txBody>
      </p:sp>
    </p:spTree>
  </p:cSld>
  <p:clrMapOvr>
    <a:overrideClrMapping bg1="lt1" tx1="dk1" bg2="lt2" tx2="dk2" accent1="accent1" accent2="accent2" accent3="accent3" accent4="accent4" accent5="accent5" accent6="accent6" hlink="hlink" folHlink="folHlink"/>
  </p:clrMapOvr>
  <p:transition/>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564935" y="1233230"/>
            <a:ext cx="7858180" cy="3369640"/>
          </a:xfrm>
          <a:prstGeom prst="rect">
            <a:avLst/>
          </a:prstGeom>
          <a:noFill/>
        </p:spPr>
        <p:txBody>
          <a:bodyPr wrap="square" rtlCol="0">
            <a:spAutoFit/>
          </a:bodyPr>
          <a:lstStyle/>
          <a:p>
            <a:pPr>
              <a:lnSpc>
                <a:spcPct val="150000"/>
              </a:lnSpc>
              <a:spcBef>
                <a:spcPts val="600"/>
              </a:spcBef>
            </a:pPr>
            <a:r>
              <a:rPr lang="en-US" altLang="zh-CN" sz="2300" dirty="0">
                <a:latin typeface="+mj-ea"/>
                <a:ea typeface="+mj-ea"/>
                <a:cs typeface="Consolas" panose="020B0609020204030204" pitchFamily="49" charset="0"/>
              </a:rPr>
              <a:t>   </a:t>
            </a:r>
            <a:r>
              <a:rPr lang="zh-CN" altLang="zh-CN" sz="2300" b="1" dirty="0">
                <a:solidFill>
                  <a:srgbClr val="0000FF"/>
                </a:solidFill>
                <a:latin typeface="+mn-ea"/>
                <a:ea typeface="+mn-ea"/>
                <a:cs typeface="Consolas" panose="020B0609020204030204" pitchFamily="49" charset="0"/>
              </a:rPr>
              <a:t>首先证明总存在一个以活动</a:t>
            </a:r>
            <a:r>
              <a:rPr lang="en-US" altLang="zh-CN" sz="2300" b="1" dirty="0">
                <a:solidFill>
                  <a:srgbClr val="0000FF"/>
                </a:solidFill>
                <a:latin typeface="+mn-ea"/>
                <a:ea typeface="+mn-ea"/>
                <a:cs typeface="Consolas" panose="020B0609020204030204" pitchFamily="49" charset="0"/>
              </a:rPr>
              <a:t>1</a:t>
            </a:r>
            <a:r>
              <a:rPr lang="zh-CN" altLang="zh-CN" sz="2300" b="1" dirty="0">
                <a:solidFill>
                  <a:srgbClr val="0000FF"/>
                </a:solidFill>
                <a:latin typeface="+mn-ea"/>
                <a:ea typeface="+mn-ea"/>
                <a:cs typeface="Consolas" panose="020B0609020204030204" pitchFamily="49" charset="0"/>
              </a:rPr>
              <a:t>开始的最优解。</a:t>
            </a:r>
            <a:endParaRPr lang="en-US" altLang="zh-CN" sz="2300" b="1" dirty="0">
              <a:solidFill>
                <a:srgbClr val="0000FF"/>
              </a:solidFill>
              <a:latin typeface="+mn-ea"/>
              <a:ea typeface="+mn-ea"/>
              <a:cs typeface="Consolas" panose="020B0609020204030204" pitchFamily="49" charset="0"/>
            </a:endParaRPr>
          </a:p>
          <a:p>
            <a:pPr>
              <a:lnSpc>
                <a:spcPct val="150000"/>
              </a:lnSpc>
              <a:spcBef>
                <a:spcPts val="600"/>
              </a:spcBef>
            </a:pPr>
            <a:r>
              <a:rPr lang="en-US" altLang="zh-CN" sz="2300" b="1" dirty="0">
                <a:solidFill>
                  <a:srgbClr val="0000FF"/>
                </a:solidFill>
                <a:latin typeface="+mn-ea"/>
                <a:ea typeface="+mn-ea"/>
                <a:cs typeface="Consolas" panose="020B0609020204030204" pitchFamily="49" charset="0"/>
              </a:rPr>
              <a:t>    </a:t>
            </a:r>
            <a:r>
              <a:rPr lang="zh-CN" altLang="zh-CN" sz="2300" b="1" dirty="0">
                <a:solidFill>
                  <a:srgbClr val="0000FF"/>
                </a:solidFill>
                <a:latin typeface="+mn-ea"/>
                <a:ea typeface="+mn-ea"/>
                <a:cs typeface="Consolas" panose="020B0609020204030204" pitchFamily="49" charset="0"/>
              </a:rPr>
              <a:t>如果第一个选中的活动为</a:t>
            </a:r>
            <a:r>
              <a:rPr lang="en-US" altLang="zh-CN" sz="2300" b="1" i="1" dirty="0">
                <a:solidFill>
                  <a:srgbClr val="0000FF"/>
                </a:solidFill>
                <a:latin typeface="+mn-ea"/>
                <a:ea typeface="+mn-ea"/>
                <a:cs typeface="Consolas" panose="020B0609020204030204" pitchFamily="49" charset="0"/>
              </a:rPr>
              <a:t>k</a:t>
            </a:r>
            <a:r>
              <a:rPr lang="zh-CN" altLang="zh-CN" sz="2300" b="1" dirty="0">
                <a:solidFill>
                  <a:srgbClr val="0000FF"/>
                </a:solidFill>
                <a:latin typeface="+mn-ea"/>
                <a:ea typeface="+mn-ea"/>
                <a:cs typeface="Consolas" panose="020B0609020204030204" pitchFamily="49" charset="0"/>
              </a:rPr>
              <a:t>（</a:t>
            </a:r>
            <a:r>
              <a:rPr lang="en-US" altLang="zh-CN" sz="2300" b="1" i="1" dirty="0">
                <a:solidFill>
                  <a:srgbClr val="0000FF"/>
                </a:solidFill>
                <a:latin typeface="+mn-ea"/>
                <a:ea typeface="+mn-ea"/>
                <a:cs typeface="Consolas" panose="020B0609020204030204" pitchFamily="49" charset="0"/>
              </a:rPr>
              <a:t>k</a:t>
            </a:r>
            <a:r>
              <a:rPr lang="zh-CN" altLang="zh-CN" sz="2300" b="1" dirty="0">
                <a:solidFill>
                  <a:srgbClr val="0000FF"/>
                </a:solidFill>
                <a:latin typeface="+mn-ea"/>
                <a:ea typeface="+mn-ea"/>
                <a:cs typeface="Consolas" panose="020B0609020204030204" pitchFamily="49" charset="0"/>
              </a:rPr>
              <a:t>≠</a:t>
            </a:r>
            <a:r>
              <a:rPr lang="en-US" altLang="zh-CN" sz="2300" b="1" dirty="0">
                <a:solidFill>
                  <a:srgbClr val="0000FF"/>
                </a:solidFill>
                <a:latin typeface="+mn-ea"/>
                <a:ea typeface="+mn-ea"/>
                <a:cs typeface="Consolas" panose="020B0609020204030204" pitchFamily="49" charset="0"/>
              </a:rPr>
              <a:t>1</a:t>
            </a:r>
            <a:r>
              <a:rPr lang="zh-CN" altLang="zh-CN" sz="2300" b="1" dirty="0">
                <a:solidFill>
                  <a:srgbClr val="0000FF"/>
                </a:solidFill>
                <a:latin typeface="+mn-ea"/>
                <a:ea typeface="+mn-ea"/>
                <a:cs typeface="Consolas" panose="020B0609020204030204" pitchFamily="49" charset="0"/>
              </a:rPr>
              <a:t>），可以构造另一个最优解</a:t>
            </a:r>
            <a:r>
              <a:rPr lang="en-US" altLang="zh-CN" sz="2300" b="1" i="1" dirty="0">
                <a:solidFill>
                  <a:srgbClr val="0000FF"/>
                </a:solidFill>
                <a:latin typeface="+mn-ea"/>
                <a:ea typeface="+mn-ea"/>
                <a:cs typeface="Consolas" panose="020B0609020204030204" pitchFamily="49" charset="0"/>
              </a:rPr>
              <a:t>Y</a:t>
            </a:r>
            <a:r>
              <a:rPr lang="zh-CN" altLang="zh-CN" sz="2300" b="1" dirty="0">
                <a:solidFill>
                  <a:srgbClr val="0000FF"/>
                </a:solidFill>
                <a:latin typeface="+mn-ea"/>
                <a:ea typeface="+mn-ea"/>
                <a:cs typeface="Consolas" panose="020B0609020204030204" pitchFamily="49" charset="0"/>
              </a:rPr>
              <a:t>，</a:t>
            </a:r>
            <a:r>
              <a:rPr lang="en-US" altLang="zh-CN" sz="2300" b="1" i="1" dirty="0">
                <a:solidFill>
                  <a:srgbClr val="0000FF"/>
                </a:solidFill>
                <a:latin typeface="+mn-ea"/>
                <a:ea typeface="+mn-ea"/>
                <a:cs typeface="Consolas" panose="020B0609020204030204" pitchFamily="49" charset="0"/>
              </a:rPr>
              <a:t>Y</a:t>
            </a:r>
            <a:r>
              <a:rPr lang="zh-CN" altLang="zh-CN" sz="2300" b="1" dirty="0">
                <a:solidFill>
                  <a:srgbClr val="0000FF"/>
                </a:solidFill>
                <a:latin typeface="+mn-ea"/>
                <a:ea typeface="+mn-ea"/>
                <a:cs typeface="Consolas" panose="020B0609020204030204" pitchFamily="49" charset="0"/>
              </a:rPr>
              <a:t>中的活动是兼容的，</a:t>
            </a:r>
            <a:r>
              <a:rPr lang="en-US" altLang="zh-CN" sz="2300" b="1" i="1" dirty="0">
                <a:solidFill>
                  <a:srgbClr val="0000FF"/>
                </a:solidFill>
                <a:latin typeface="+mn-ea"/>
                <a:ea typeface="+mn-ea"/>
                <a:cs typeface="Consolas" panose="020B0609020204030204" pitchFamily="49" charset="0"/>
              </a:rPr>
              <a:t>Y</a:t>
            </a:r>
            <a:r>
              <a:rPr lang="zh-CN" altLang="zh-CN" sz="2300" b="1" dirty="0">
                <a:solidFill>
                  <a:srgbClr val="0000FF"/>
                </a:solidFill>
                <a:latin typeface="+mn-ea"/>
                <a:ea typeface="+mn-ea"/>
                <a:cs typeface="Consolas" panose="020B0609020204030204" pitchFamily="49" charset="0"/>
              </a:rPr>
              <a:t>与</a:t>
            </a:r>
            <a:r>
              <a:rPr lang="en-US" altLang="zh-CN" sz="2300" b="1" i="1" dirty="0">
                <a:solidFill>
                  <a:srgbClr val="0000FF"/>
                </a:solidFill>
                <a:latin typeface="+mn-ea"/>
                <a:ea typeface="+mn-ea"/>
                <a:cs typeface="Consolas" panose="020B0609020204030204" pitchFamily="49" charset="0"/>
              </a:rPr>
              <a:t>X</a:t>
            </a:r>
            <a:r>
              <a:rPr lang="zh-CN" altLang="zh-CN" sz="2300" b="1" dirty="0">
                <a:solidFill>
                  <a:srgbClr val="0000FF"/>
                </a:solidFill>
                <a:latin typeface="+mn-ea"/>
                <a:ea typeface="+mn-ea"/>
                <a:cs typeface="Consolas" panose="020B0609020204030204" pitchFamily="49" charset="0"/>
              </a:rPr>
              <a:t>的活动数相同。</a:t>
            </a:r>
            <a:endParaRPr lang="en-US" altLang="zh-CN" sz="2300" b="1" dirty="0">
              <a:solidFill>
                <a:srgbClr val="0000FF"/>
              </a:solidFill>
              <a:latin typeface="+mn-ea"/>
              <a:ea typeface="+mn-ea"/>
              <a:cs typeface="Consolas" panose="020B0609020204030204" pitchFamily="49" charset="0"/>
            </a:endParaRPr>
          </a:p>
          <a:p>
            <a:pPr>
              <a:lnSpc>
                <a:spcPct val="150000"/>
              </a:lnSpc>
              <a:spcBef>
                <a:spcPts val="600"/>
              </a:spcBef>
            </a:pPr>
            <a:r>
              <a:rPr lang="en-US" altLang="zh-CN" sz="2300" b="1" dirty="0">
                <a:solidFill>
                  <a:srgbClr val="0000FF"/>
                </a:solidFill>
                <a:latin typeface="+mn-ea"/>
                <a:ea typeface="+mn-ea"/>
                <a:cs typeface="Consolas" panose="020B0609020204030204" pitchFamily="49" charset="0"/>
              </a:rPr>
              <a:t>    </a:t>
            </a:r>
            <a:r>
              <a:rPr lang="zh-CN" altLang="zh-CN" sz="2300" b="1" dirty="0">
                <a:solidFill>
                  <a:srgbClr val="0000FF"/>
                </a:solidFill>
                <a:latin typeface="+mn-ea"/>
                <a:ea typeface="+mn-ea"/>
                <a:cs typeface="Consolas" panose="020B0609020204030204" pitchFamily="49" charset="0"/>
              </a:rPr>
              <a:t>那么用活动</a:t>
            </a:r>
            <a:r>
              <a:rPr lang="en-US" altLang="zh-CN" sz="2300" b="1" dirty="0">
                <a:solidFill>
                  <a:srgbClr val="0000FF"/>
                </a:solidFill>
                <a:latin typeface="+mn-ea"/>
                <a:ea typeface="+mn-ea"/>
                <a:cs typeface="Consolas" panose="020B0609020204030204" pitchFamily="49" charset="0"/>
              </a:rPr>
              <a:t>1</a:t>
            </a:r>
            <a:r>
              <a:rPr lang="zh-CN" altLang="zh-CN" sz="2300" b="1" dirty="0">
                <a:solidFill>
                  <a:srgbClr val="0000FF"/>
                </a:solidFill>
                <a:latin typeface="+mn-ea"/>
                <a:ea typeface="+mn-ea"/>
                <a:cs typeface="Consolas" panose="020B0609020204030204" pitchFamily="49" charset="0"/>
              </a:rPr>
              <a:t>取代活动</a:t>
            </a:r>
            <a:r>
              <a:rPr lang="en-US" altLang="zh-CN" sz="2300" b="1" i="1" dirty="0">
                <a:solidFill>
                  <a:srgbClr val="0000FF"/>
                </a:solidFill>
                <a:latin typeface="+mn-ea"/>
                <a:ea typeface="+mn-ea"/>
                <a:cs typeface="Consolas" panose="020B0609020204030204" pitchFamily="49" charset="0"/>
              </a:rPr>
              <a:t>k</a:t>
            </a:r>
            <a:r>
              <a:rPr lang="zh-CN" altLang="zh-CN" sz="2300" b="1" dirty="0">
                <a:solidFill>
                  <a:srgbClr val="0000FF"/>
                </a:solidFill>
                <a:latin typeface="+mn-ea"/>
                <a:ea typeface="+mn-ea"/>
                <a:cs typeface="Consolas" panose="020B0609020204030204" pitchFamily="49" charset="0"/>
              </a:rPr>
              <a:t>得到</a:t>
            </a:r>
            <a:r>
              <a:rPr lang="en-US" altLang="zh-CN" sz="2300" b="1" i="1" dirty="0">
                <a:solidFill>
                  <a:srgbClr val="0000FF"/>
                </a:solidFill>
                <a:latin typeface="+mn-ea"/>
                <a:ea typeface="+mn-ea"/>
                <a:cs typeface="Consolas" panose="020B0609020204030204" pitchFamily="49" charset="0"/>
              </a:rPr>
              <a:t>Y </a:t>
            </a:r>
            <a:r>
              <a:rPr lang="en-US" altLang="zh-CN" sz="2300" b="1" dirty="0">
                <a:solidFill>
                  <a:srgbClr val="0000FF"/>
                </a:solidFill>
                <a:latin typeface="+mn-ea"/>
                <a:ea typeface="+mn-ea"/>
                <a:cs typeface="Consolas" panose="020B0609020204030204" pitchFamily="49" charset="0"/>
              </a:rPr>
              <a:t>'</a:t>
            </a:r>
            <a:r>
              <a:rPr lang="zh-CN" altLang="zh-CN" sz="2300" b="1" dirty="0">
                <a:solidFill>
                  <a:srgbClr val="0000FF"/>
                </a:solidFill>
                <a:latin typeface="+mn-ea"/>
                <a:ea typeface="+mn-ea"/>
                <a:cs typeface="Consolas" panose="020B0609020204030204" pitchFamily="49" charset="0"/>
              </a:rPr>
              <a:t>，因为</a:t>
            </a:r>
            <a:r>
              <a:rPr lang="en-US" altLang="zh-CN" sz="2300" b="1" i="1" dirty="0">
                <a:solidFill>
                  <a:srgbClr val="0000FF"/>
                </a:solidFill>
                <a:latin typeface="+mn-ea"/>
                <a:ea typeface="+mn-ea"/>
                <a:cs typeface="Consolas" panose="020B0609020204030204" pitchFamily="49" charset="0"/>
              </a:rPr>
              <a:t>e</a:t>
            </a:r>
            <a:r>
              <a:rPr lang="en-US" altLang="zh-CN" sz="2300" b="1" baseline="-25000" dirty="0">
                <a:solidFill>
                  <a:srgbClr val="0000FF"/>
                </a:solidFill>
                <a:latin typeface="+mn-ea"/>
                <a:ea typeface="+mn-ea"/>
                <a:cs typeface="Consolas" panose="020B0609020204030204" pitchFamily="49" charset="0"/>
              </a:rPr>
              <a:t>1</a:t>
            </a:r>
            <a:r>
              <a:rPr lang="zh-CN" altLang="zh-CN" sz="2300" b="1" dirty="0">
                <a:solidFill>
                  <a:srgbClr val="0000FF"/>
                </a:solidFill>
                <a:latin typeface="+mn-ea"/>
                <a:ea typeface="+mn-ea"/>
                <a:cs typeface="Consolas" panose="020B0609020204030204" pitchFamily="49" charset="0"/>
              </a:rPr>
              <a:t>≤</a:t>
            </a:r>
            <a:r>
              <a:rPr lang="en-US" altLang="zh-CN" sz="2300" b="1" i="1" dirty="0">
                <a:solidFill>
                  <a:srgbClr val="0000FF"/>
                </a:solidFill>
                <a:latin typeface="+mn-ea"/>
                <a:ea typeface="+mn-ea"/>
                <a:cs typeface="Consolas" panose="020B0609020204030204" pitchFamily="49" charset="0"/>
              </a:rPr>
              <a:t>e</a:t>
            </a:r>
            <a:r>
              <a:rPr lang="en-US" altLang="zh-CN" sz="2300" b="1" i="1" baseline="-25000" dirty="0">
                <a:solidFill>
                  <a:srgbClr val="0000FF"/>
                </a:solidFill>
                <a:latin typeface="+mn-ea"/>
                <a:ea typeface="+mn-ea"/>
                <a:cs typeface="Consolas" panose="020B0609020204030204" pitchFamily="49" charset="0"/>
              </a:rPr>
              <a:t>k</a:t>
            </a:r>
            <a:r>
              <a:rPr lang="zh-CN" altLang="zh-CN" sz="2300" b="1" dirty="0">
                <a:solidFill>
                  <a:srgbClr val="0000FF"/>
                </a:solidFill>
                <a:latin typeface="+mn-ea"/>
                <a:ea typeface="+mn-ea"/>
                <a:cs typeface="Consolas" panose="020B0609020204030204" pitchFamily="49" charset="0"/>
              </a:rPr>
              <a:t>，所以</a:t>
            </a:r>
            <a:r>
              <a:rPr lang="en-US" altLang="zh-CN" sz="2300" b="1" i="1" dirty="0">
                <a:solidFill>
                  <a:srgbClr val="0000FF"/>
                </a:solidFill>
                <a:latin typeface="+mn-ea"/>
                <a:ea typeface="+mn-ea"/>
                <a:cs typeface="Consolas" panose="020B0609020204030204" pitchFamily="49" charset="0"/>
              </a:rPr>
              <a:t>Y’</a:t>
            </a:r>
            <a:r>
              <a:rPr lang="zh-CN" altLang="zh-CN" sz="2300" b="1" dirty="0">
                <a:solidFill>
                  <a:srgbClr val="0000FF"/>
                </a:solidFill>
                <a:latin typeface="+mn-ea"/>
                <a:ea typeface="+mn-ea"/>
                <a:cs typeface="Consolas" panose="020B0609020204030204" pitchFamily="49" charset="0"/>
              </a:rPr>
              <a:t>中的活动是兼容的，即</a:t>
            </a:r>
            <a:r>
              <a:rPr lang="en-US" altLang="zh-CN" sz="2300" b="1" i="1" dirty="0">
                <a:solidFill>
                  <a:srgbClr val="0000FF"/>
                </a:solidFill>
                <a:latin typeface="+mn-ea"/>
                <a:ea typeface="+mn-ea"/>
                <a:cs typeface="Consolas" panose="020B0609020204030204" pitchFamily="49" charset="0"/>
              </a:rPr>
              <a:t>Y’</a:t>
            </a:r>
            <a:r>
              <a:rPr lang="zh-CN" altLang="zh-CN" sz="2300" b="1" dirty="0">
                <a:solidFill>
                  <a:srgbClr val="0000FF"/>
                </a:solidFill>
                <a:latin typeface="+mn-ea"/>
                <a:ea typeface="+mn-ea"/>
                <a:cs typeface="Consolas" panose="020B0609020204030204" pitchFamily="49" charset="0"/>
              </a:rPr>
              <a:t>也是最优的，这就说明总存在一个以活动</a:t>
            </a:r>
            <a:r>
              <a:rPr lang="en-US" altLang="zh-CN" sz="2300" b="1" dirty="0">
                <a:solidFill>
                  <a:srgbClr val="0000FF"/>
                </a:solidFill>
                <a:latin typeface="+mn-ea"/>
                <a:ea typeface="+mn-ea"/>
                <a:cs typeface="Consolas" panose="020B0609020204030204" pitchFamily="49" charset="0"/>
              </a:rPr>
              <a:t>1</a:t>
            </a:r>
            <a:r>
              <a:rPr lang="zh-CN" altLang="zh-CN" sz="2300" b="1" dirty="0">
                <a:solidFill>
                  <a:srgbClr val="0000FF"/>
                </a:solidFill>
                <a:latin typeface="+mn-ea"/>
                <a:ea typeface="+mn-ea"/>
                <a:cs typeface="Consolas" panose="020B0609020204030204" pitchFamily="49" charset="0"/>
              </a:rPr>
              <a:t>开始的最优解。</a:t>
            </a:r>
          </a:p>
        </p:txBody>
      </p:sp>
    </p:spTree>
  </p:cSld>
  <p:clrMapOvr>
    <a:overrideClrMapping bg1="lt1" tx1="dk1" bg2="lt2" tx2="dk2" accent1="accent1" accent2="accent2" accent3="accent3" accent4="accent4" accent5="accent5" accent6="accent6" hlink="hlink" folHlink="folHlink"/>
  </p:clrMapOvr>
  <p:transition/>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529358" y="1031401"/>
            <a:ext cx="8286808" cy="2153923"/>
          </a:xfrm>
          <a:prstGeom prst="rect">
            <a:avLst/>
          </a:prstGeom>
          <a:noFill/>
        </p:spPr>
        <p:txBody>
          <a:bodyPr wrap="square" rtlCol="0">
            <a:spAutoFit/>
          </a:bodyPr>
          <a:lstStyle/>
          <a:p>
            <a:pPr>
              <a:lnSpc>
                <a:spcPct val="150000"/>
              </a:lnSpc>
            </a:pPr>
            <a:r>
              <a:rPr lang="en-US" altLang="zh-CN" sz="2300" dirty="0">
                <a:latin typeface="+mj-ea"/>
                <a:ea typeface="+mj-ea"/>
                <a:cs typeface="Consolas" panose="020B0609020204030204" pitchFamily="49" charset="0"/>
              </a:rPr>
              <a:t>    </a:t>
            </a:r>
            <a:r>
              <a:rPr lang="zh-CN" altLang="zh-CN" sz="2300" b="1" dirty="0">
                <a:solidFill>
                  <a:srgbClr val="0000FF"/>
                </a:solidFill>
                <a:latin typeface="+mn-ea"/>
                <a:ea typeface="+mn-ea"/>
                <a:cs typeface="Consolas" panose="020B0609020204030204" pitchFamily="49" charset="0"/>
              </a:rPr>
              <a:t>当做出了对活动</a:t>
            </a:r>
            <a:r>
              <a:rPr lang="en-US" altLang="zh-CN" sz="2300" b="1" dirty="0">
                <a:solidFill>
                  <a:srgbClr val="0000FF"/>
                </a:solidFill>
                <a:latin typeface="+mn-ea"/>
                <a:ea typeface="+mn-ea"/>
                <a:cs typeface="Consolas" panose="020B0609020204030204" pitchFamily="49" charset="0"/>
              </a:rPr>
              <a:t>1</a:t>
            </a:r>
            <a:r>
              <a:rPr lang="zh-CN" altLang="zh-CN" sz="2300" b="1" dirty="0">
                <a:solidFill>
                  <a:srgbClr val="0000FF"/>
                </a:solidFill>
                <a:latin typeface="+mn-ea"/>
                <a:ea typeface="+mn-ea"/>
                <a:cs typeface="Consolas" panose="020B0609020204030204" pitchFamily="49" charset="0"/>
              </a:rPr>
              <a:t>的贪心选择后，原问题就变成了在活动</a:t>
            </a:r>
            <a:r>
              <a:rPr lang="en-US" altLang="zh-CN" sz="2300" b="1" dirty="0">
                <a:solidFill>
                  <a:srgbClr val="0000FF"/>
                </a:solidFill>
                <a:latin typeface="+mn-ea"/>
                <a:ea typeface="+mn-ea"/>
                <a:cs typeface="Consolas" panose="020B0609020204030204" pitchFamily="49" charset="0"/>
              </a:rPr>
              <a:t>2</a:t>
            </a:r>
            <a:r>
              <a:rPr lang="zh-CN" altLang="zh-CN" sz="2300" b="1" dirty="0">
                <a:solidFill>
                  <a:srgbClr val="0000FF"/>
                </a:solidFill>
                <a:latin typeface="+mn-ea"/>
                <a:ea typeface="+mn-ea"/>
                <a:cs typeface="Consolas" panose="020B0609020204030204" pitchFamily="49" charset="0"/>
              </a:rPr>
              <a:t>、</a:t>
            </a:r>
            <a:r>
              <a:rPr lang="en-US" altLang="zh-CN" sz="2300" b="1" dirty="0">
                <a:solidFill>
                  <a:srgbClr val="0000FF"/>
                </a:solidFill>
                <a:latin typeface="+mn-ea"/>
                <a:ea typeface="+mn-ea"/>
                <a:cs typeface="Consolas" panose="020B0609020204030204" pitchFamily="49" charset="0"/>
              </a:rPr>
              <a:t>…</a:t>
            </a:r>
            <a:r>
              <a:rPr lang="zh-CN" altLang="zh-CN" sz="2300" b="1" dirty="0">
                <a:solidFill>
                  <a:srgbClr val="0000FF"/>
                </a:solidFill>
                <a:latin typeface="+mn-ea"/>
                <a:ea typeface="+mn-ea"/>
                <a:cs typeface="Consolas" panose="020B0609020204030204" pitchFamily="49" charset="0"/>
              </a:rPr>
              <a:t>、</a:t>
            </a:r>
            <a:r>
              <a:rPr lang="en-US" altLang="zh-CN" sz="2300" b="1" i="1" dirty="0">
                <a:solidFill>
                  <a:srgbClr val="0000FF"/>
                </a:solidFill>
                <a:latin typeface="+mn-ea"/>
                <a:ea typeface="+mn-ea"/>
                <a:cs typeface="Consolas" panose="020B0609020204030204" pitchFamily="49" charset="0"/>
              </a:rPr>
              <a:t>n</a:t>
            </a:r>
            <a:r>
              <a:rPr lang="zh-CN" altLang="zh-CN" sz="2300" b="1" dirty="0">
                <a:solidFill>
                  <a:srgbClr val="0000FF"/>
                </a:solidFill>
                <a:latin typeface="+mn-ea"/>
                <a:ea typeface="+mn-ea"/>
                <a:cs typeface="Consolas" panose="020B0609020204030204" pitchFamily="49" charset="0"/>
              </a:rPr>
              <a:t>中找与活动</a:t>
            </a:r>
            <a:r>
              <a:rPr lang="en-US" altLang="zh-CN" sz="2300" b="1" dirty="0">
                <a:solidFill>
                  <a:srgbClr val="0000FF"/>
                </a:solidFill>
                <a:latin typeface="+mn-ea"/>
                <a:ea typeface="+mn-ea"/>
                <a:cs typeface="Consolas" panose="020B0609020204030204" pitchFamily="49" charset="0"/>
              </a:rPr>
              <a:t>1</a:t>
            </a:r>
            <a:r>
              <a:rPr lang="zh-CN" altLang="zh-CN" sz="2300" b="1" dirty="0">
                <a:solidFill>
                  <a:srgbClr val="0000FF"/>
                </a:solidFill>
                <a:latin typeface="+mn-ea"/>
                <a:ea typeface="+mn-ea"/>
                <a:cs typeface="Consolas" panose="020B0609020204030204" pitchFamily="49" charset="0"/>
              </a:rPr>
              <a:t>兼容的那些活动的子问题。亦即，如果</a:t>
            </a:r>
            <a:r>
              <a:rPr lang="en-US" altLang="zh-CN" sz="2300" b="1" i="1" dirty="0">
                <a:solidFill>
                  <a:srgbClr val="0000FF"/>
                </a:solidFill>
                <a:latin typeface="+mn-ea"/>
                <a:ea typeface="+mn-ea"/>
                <a:cs typeface="Consolas" panose="020B0609020204030204" pitchFamily="49" charset="0"/>
              </a:rPr>
              <a:t>X</a:t>
            </a:r>
            <a:r>
              <a:rPr lang="zh-CN" altLang="zh-CN" sz="2300" b="1" dirty="0">
                <a:solidFill>
                  <a:srgbClr val="0000FF"/>
                </a:solidFill>
                <a:latin typeface="+mn-ea"/>
                <a:ea typeface="+mn-ea"/>
                <a:cs typeface="Consolas" panose="020B0609020204030204" pitchFamily="49" charset="0"/>
              </a:rPr>
              <a:t>为原问题的一个最优解，则</a:t>
            </a:r>
            <a:r>
              <a:rPr lang="en-US" altLang="zh-CN" sz="2300" b="1" i="1" dirty="0">
                <a:solidFill>
                  <a:srgbClr val="0000FF"/>
                </a:solidFill>
                <a:latin typeface="+mn-ea"/>
                <a:ea typeface="+mn-ea"/>
                <a:cs typeface="Consolas" panose="020B0609020204030204" pitchFamily="49" charset="0"/>
              </a:rPr>
              <a:t>X </a:t>
            </a:r>
            <a:r>
              <a:rPr lang="en-US" altLang="zh-CN" sz="2300" b="1" dirty="0">
                <a:solidFill>
                  <a:srgbClr val="0000FF"/>
                </a:solidFill>
                <a:latin typeface="+mn-ea"/>
                <a:ea typeface="+mn-ea"/>
                <a:cs typeface="Consolas" panose="020B0609020204030204" pitchFamily="49" charset="0"/>
              </a:rPr>
              <a:t>'=</a:t>
            </a:r>
            <a:r>
              <a:rPr lang="en-US" altLang="zh-CN" sz="2300" b="1" i="1" dirty="0">
                <a:solidFill>
                  <a:srgbClr val="0000FF"/>
                </a:solidFill>
                <a:latin typeface="+mn-ea"/>
                <a:ea typeface="+mn-ea"/>
                <a:cs typeface="Consolas" panose="020B0609020204030204" pitchFamily="49" charset="0"/>
              </a:rPr>
              <a:t>X</a:t>
            </a:r>
            <a:r>
              <a:rPr lang="en-US" altLang="zh-CN" sz="2300" b="1" dirty="0">
                <a:solidFill>
                  <a:srgbClr val="0000FF"/>
                </a:solidFill>
                <a:latin typeface="+mn-ea"/>
                <a:ea typeface="+mn-ea"/>
                <a:cs typeface="Consolas" panose="020B0609020204030204" pitchFamily="49" charset="0"/>
              </a:rPr>
              <a:t>-{1}</a:t>
            </a:r>
            <a:r>
              <a:rPr lang="zh-CN" altLang="zh-CN" sz="2300" b="1" dirty="0">
                <a:solidFill>
                  <a:srgbClr val="0000FF"/>
                </a:solidFill>
                <a:latin typeface="+mn-ea"/>
                <a:ea typeface="+mn-ea"/>
                <a:cs typeface="Consolas" panose="020B0609020204030204" pitchFamily="49" charset="0"/>
              </a:rPr>
              <a:t>也是活动选择问题</a:t>
            </a:r>
            <a:r>
              <a:rPr lang="en-US" altLang="zh-CN" sz="2300" b="1" i="1" dirty="0">
                <a:solidFill>
                  <a:srgbClr val="0000FF"/>
                </a:solidFill>
                <a:latin typeface="+mn-ea"/>
                <a:ea typeface="+mn-ea"/>
                <a:cs typeface="Consolas" panose="020B0609020204030204" pitchFamily="49" charset="0"/>
              </a:rPr>
              <a:t>A</a:t>
            </a:r>
            <a:r>
              <a:rPr lang="pt-BR" altLang="zh-CN" sz="2300" b="1" dirty="0">
                <a:solidFill>
                  <a:srgbClr val="0000FF"/>
                </a:solidFill>
                <a:latin typeface="+mn-ea"/>
                <a:ea typeface="+mn-ea"/>
                <a:cs typeface="Consolas" panose="020B0609020204030204" pitchFamily="49" charset="0"/>
              </a:rPr>
              <a:t>'={</a:t>
            </a:r>
            <a:r>
              <a:rPr lang="en-US" altLang="zh-CN" sz="2300" b="1" i="1" dirty="0" err="1">
                <a:solidFill>
                  <a:srgbClr val="0000FF"/>
                </a:solidFill>
                <a:latin typeface="+mn-ea"/>
                <a:ea typeface="+mn-ea"/>
                <a:cs typeface="Consolas" panose="020B0609020204030204" pitchFamily="49" charset="0"/>
              </a:rPr>
              <a:t>i</a:t>
            </a:r>
            <a:r>
              <a:rPr lang="zh-CN" altLang="zh-CN" sz="2300" b="1" dirty="0">
                <a:solidFill>
                  <a:srgbClr val="0000FF"/>
                </a:solidFill>
                <a:latin typeface="+mn-ea"/>
                <a:ea typeface="+mn-ea"/>
                <a:cs typeface="Consolas" panose="020B0609020204030204" pitchFamily="49" charset="0"/>
              </a:rPr>
              <a:t>∈</a:t>
            </a:r>
            <a:r>
              <a:rPr lang="en-US" altLang="zh-CN" sz="2300" b="1" i="1" dirty="0">
                <a:solidFill>
                  <a:srgbClr val="0000FF"/>
                </a:solidFill>
                <a:latin typeface="+mn-ea"/>
                <a:ea typeface="+mn-ea"/>
                <a:cs typeface="Consolas" panose="020B0609020204030204" pitchFamily="49" charset="0"/>
              </a:rPr>
              <a:t>A</a:t>
            </a:r>
            <a:r>
              <a:rPr lang="en-US" altLang="zh-CN" sz="2300" b="1" dirty="0">
                <a:solidFill>
                  <a:srgbClr val="0000FF"/>
                </a:solidFill>
                <a:latin typeface="+mn-ea"/>
                <a:ea typeface="+mn-ea"/>
                <a:cs typeface="Consolas" panose="020B0609020204030204" pitchFamily="49" charset="0"/>
              </a:rPr>
              <a:t> </a:t>
            </a:r>
            <a:r>
              <a:rPr lang="pt-BR" altLang="zh-CN" sz="2300" b="1" dirty="0">
                <a:solidFill>
                  <a:srgbClr val="0000FF"/>
                </a:solidFill>
                <a:latin typeface="+mn-ea"/>
                <a:ea typeface="+mn-ea"/>
                <a:cs typeface="Consolas" panose="020B0609020204030204" pitchFamily="49" charset="0"/>
              </a:rPr>
              <a:t>| </a:t>
            </a:r>
            <a:r>
              <a:rPr lang="en-US" altLang="zh-CN" sz="2300" b="1" i="1" dirty="0">
                <a:solidFill>
                  <a:srgbClr val="0000FF"/>
                </a:solidFill>
                <a:latin typeface="+mn-ea"/>
                <a:ea typeface="+mn-ea"/>
                <a:cs typeface="Consolas" panose="020B0609020204030204" pitchFamily="49" charset="0"/>
              </a:rPr>
              <a:t>b</a:t>
            </a:r>
            <a:r>
              <a:rPr lang="en-US" altLang="zh-CN" sz="2300" b="1" i="1" baseline="-25000" dirty="0">
                <a:solidFill>
                  <a:srgbClr val="0000FF"/>
                </a:solidFill>
                <a:latin typeface="+mn-ea"/>
                <a:ea typeface="+mn-ea"/>
                <a:cs typeface="Consolas" panose="020B0609020204030204" pitchFamily="49" charset="0"/>
              </a:rPr>
              <a:t>i</a:t>
            </a:r>
            <a:r>
              <a:rPr lang="zh-CN" altLang="zh-CN" sz="2300" b="1" dirty="0">
                <a:solidFill>
                  <a:srgbClr val="0000FF"/>
                </a:solidFill>
                <a:latin typeface="+mn-ea"/>
                <a:ea typeface="+mn-ea"/>
                <a:cs typeface="Consolas" panose="020B0609020204030204" pitchFamily="49" charset="0"/>
              </a:rPr>
              <a:t>≥</a:t>
            </a:r>
            <a:r>
              <a:rPr lang="en-US" altLang="zh-CN" sz="2300" b="1" i="1" dirty="0">
                <a:solidFill>
                  <a:srgbClr val="0000FF"/>
                </a:solidFill>
                <a:latin typeface="+mn-ea"/>
                <a:ea typeface="+mn-ea"/>
                <a:cs typeface="Consolas" panose="020B0609020204030204" pitchFamily="49" charset="0"/>
              </a:rPr>
              <a:t>e</a:t>
            </a:r>
            <a:r>
              <a:rPr lang="pt-BR" altLang="zh-CN" sz="2300" b="1" baseline="-25000" dirty="0">
                <a:solidFill>
                  <a:srgbClr val="0000FF"/>
                </a:solidFill>
                <a:latin typeface="+mn-ea"/>
                <a:ea typeface="+mn-ea"/>
                <a:cs typeface="Consolas" panose="020B0609020204030204" pitchFamily="49" charset="0"/>
              </a:rPr>
              <a:t>1</a:t>
            </a:r>
            <a:r>
              <a:rPr lang="pt-BR" altLang="zh-CN" sz="2300" b="1" dirty="0">
                <a:solidFill>
                  <a:srgbClr val="0000FF"/>
                </a:solidFill>
                <a:latin typeface="+mn-ea"/>
                <a:ea typeface="+mn-ea"/>
                <a:cs typeface="Consolas" panose="020B0609020204030204" pitchFamily="49" charset="0"/>
              </a:rPr>
              <a:t>}</a:t>
            </a:r>
            <a:r>
              <a:rPr lang="zh-CN" altLang="zh-CN" sz="2300" b="1" dirty="0">
                <a:solidFill>
                  <a:srgbClr val="0000FF"/>
                </a:solidFill>
                <a:latin typeface="+mn-ea"/>
                <a:ea typeface="+mn-ea"/>
                <a:cs typeface="Consolas" panose="020B0609020204030204" pitchFamily="49" charset="0"/>
              </a:rPr>
              <a:t>的一个最优解。</a:t>
            </a:r>
          </a:p>
        </p:txBody>
      </p:sp>
      <p:sp>
        <p:nvSpPr>
          <p:cNvPr id="5" name="TextBox 2"/>
          <p:cNvSpPr txBox="1"/>
          <p:nvPr/>
        </p:nvSpPr>
        <p:spPr>
          <a:xfrm>
            <a:off x="529358" y="3527142"/>
            <a:ext cx="8143932" cy="1947035"/>
          </a:xfrm>
          <a:prstGeom prst="rect">
            <a:avLst/>
          </a:prstGeom>
        </p:spPr>
        <p:style>
          <a:lnRef idx="2">
            <a:schemeClr val="accent2"/>
          </a:lnRef>
          <a:fillRef idx="1">
            <a:schemeClr val="lt1"/>
          </a:fillRef>
          <a:effectRef idx="0">
            <a:schemeClr val="accent2"/>
          </a:effectRef>
          <a:fontRef idx="minor">
            <a:schemeClr val="dk1"/>
          </a:fontRef>
        </p:style>
        <p:txBody>
          <a:bodyPr wrap="square" lIns="144000" tIns="144000" bIns="144000" rtlCol="0">
            <a:spAutoFit/>
          </a:bodyPr>
          <a:lstStyle/>
          <a:p>
            <a:pPr>
              <a:lnSpc>
                <a:spcPct val="150000"/>
              </a:lnSpc>
            </a:pPr>
            <a:r>
              <a:rPr lang="en-US" altLang="zh-CN" sz="2000" dirty="0">
                <a:solidFill>
                  <a:srgbClr val="FF0000"/>
                </a:solidFill>
                <a:latin typeface="Consolas" panose="020B0609020204030204" pitchFamily="49" charset="0"/>
                <a:ea typeface="微软雅黑" panose="020B0503020204020204" charset="-122"/>
                <a:cs typeface="Consolas" panose="020B0609020204030204" pitchFamily="49" charset="0"/>
              </a:rPr>
              <a:t>    </a:t>
            </a:r>
            <a:r>
              <a:rPr lang="zh-CN" altLang="zh-CN" sz="2000" b="1" dirty="0">
                <a:solidFill>
                  <a:srgbClr val="0000FF"/>
                </a:solidFill>
                <a:latin typeface="+mn-ea"/>
                <a:cs typeface="Consolas" panose="020B0609020204030204" pitchFamily="49" charset="0"/>
              </a:rPr>
              <a:t>反证法</a:t>
            </a:r>
            <a:r>
              <a:rPr lang="zh-CN" altLang="en-US" sz="2000" b="1" dirty="0">
                <a:solidFill>
                  <a:srgbClr val="0000FF"/>
                </a:solidFill>
                <a:latin typeface="+mn-ea"/>
                <a:cs typeface="Consolas" panose="020B0609020204030204" pitchFamily="49" charset="0"/>
              </a:rPr>
              <a:t>：</a:t>
            </a:r>
            <a:r>
              <a:rPr lang="zh-CN" altLang="zh-CN" b="1" dirty="0">
                <a:solidFill>
                  <a:srgbClr val="0000FF"/>
                </a:solidFill>
                <a:latin typeface="+mn-ea"/>
                <a:cs typeface="Consolas" panose="020B0609020204030204" pitchFamily="49" charset="0"/>
              </a:rPr>
              <a:t>如果能找到一个</a:t>
            </a:r>
            <a:r>
              <a:rPr lang="en-US" altLang="zh-CN" b="1" i="1" dirty="0">
                <a:solidFill>
                  <a:srgbClr val="0000FF"/>
                </a:solidFill>
                <a:latin typeface="+mn-ea"/>
                <a:cs typeface="Consolas" panose="020B0609020204030204" pitchFamily="49" charset="0"/>
              </a:rPr>
              <a:t>A</a:t>
            </a:r>
            <a:r>
              <a:rPr lang="en-US" altLang="zh-CN" b="1" dirty="0">
                <a:solidFill>
                  <a:srgbClr val="0000FF"/>
                </a:solidFill>
                <a:latin typeface="+mn-ea"/>
                <a:cs typeface="Consolas" panose="020B0609020204030204" pitchFamily="49" charset="0"/>
              </a:rPr>
              <a:t>'</a:t>
            </a:r>
            <a:r>
              <a:rPr lang="zh-CN" altLang="zh-CN" b="1" dirty="0">
                <a:solidFill>
                  <a:srgbClr val="0000FF"/>
                </a:solidFill>
                <a:latin typeface="+mn-ea"/>
                <a:cs typeface="Consolas" panose="020B0609020204030204" pitchFamily="49" charset="0"/>
              </a:rPr>
              <a:t>的含有比</a:t>
            </a:r>
            <a:r>
              <a:rPr lang="en-US" altLang="zh-CN" b="1" i="1" dirty="0">
                <a:solidFill>
                  <a:srgbClr val="0000FF"/>
                </a:solidFill>
                <a:latin typeface="+mn-ea"/>
                <a:cs typeface="Consolas" panose="020B0609020204030204" pitchFamily="49" charset="0"/>
              </a:rPr>
              <a:t>X</a:t>
            </a:r>
            <a:r>
              <a:rPr lang="en-US" altLang="zh-CN" b="1" dirty="0">
                <a:solidFill>
                  <a:srgbClr val="0000FF"/>
                </a:solidFill>
                <a:latin typeface="+mn-ea"/>
                <a:cs typeface="Consolas" panose="020B0609020204030204" pitchFamily="49" charset="0"/>
              </a:rPr>
              <a:t>'</a:t>
            </a:r>
            <a:r>
              <a:rPr lang="zh-CN" altLang="zh-CN" b="1" dirty="0">
                <a:solidFill>
                  <a:srgbClr val="0000FF"/>
                </a:solidFill>
                <a:latin typeface="+mn-ea"/>
                <a:cs typeface="Consolas" panose="020B0609020204030204" pitchFamily="49" charset="0"/>
              </a:rPr>
              <a:t>更多活动的解</a:t>
            </a:r>
            <a:r>
              <a:rPr lang="en-US" altLang="zh-CN" b="1" i="1" dirty="0">
                <a:solidFill>
                  <a:srgbClr val="0000FF"/>
                </a:solidFill>
                <a:latin typeface="+mn-ea"/>
                <a:cs typeface="Consolas" panose="020B0609020204030204" pitchFamily="49" charset="0"/>
              </a:rPr>
              <a:t>Y</a:t>
            </a:r>
            <a:r>
              <a:rPr lang="en-US" altLang="zh-CN" b="1" dirty="0">
                <a:solidFill>
                  <a:srgbClr val="0000FF"/>
                </a:solidFill>
                <a:latin typeface="+mn-ea"/>
                <a:cs typeface="Consolas" panose="020B0609020204030204" pitchFamily="49" charset="0"/>
              </a:rPr>
              <a:t>'</a:t>
            </a:r>
            <a:r>
              <a:rPr lang="zh-CN" altLang="zh-CN" b="1" dirty="0">
                <a:solidFill>
                  <a:srgbClr val="0000FF"/>
                </a:solidFill>
                <a:latin typeface="+mn-ea"/>
                <a:cs typeface="Consolas" panose="020B0609020204030204" pitchFamily="49" charset="0"/>
              </a:rPr>
              <a:t>，则将活动</a:t>
            </a:r>
            <a:r>
              <a:rPr lang="en-US" altLang="zh-CN" b="1" dirty="0">
                <a:solidFill>
                  <a:srgbClr val="0000FF"/>
                </a:solidFill>
                <a:latin typeface="+mn-ea"/>
                <a:cs typeface="Consolas" panose="020B0609020204030204" pitchFamily="49" charset="0"/>
              </a:rPr>
              <a:t>1</a:t>
            </a:r>
            <a:r>
              <a:rPr lang="zh-CN" altLang="zh-CN" b="1" dirty="0">
                <a:solidFill>
                  <a:srgbClr val="0000FF"/>
                </a:solidFill>
                <a:latin typeface="+mn-ea"/>
                <a:cs typeface="Consolas" panose="020B0609020204030204" pitchFamily="49" charset="0"/>
              </a:rPr>
              <a:t>加入</a:t>
            </a:r>
            <a:r>
              <a:rPr lang="en-US" altLang="zh-CN" b="1" i="1" dirty="0">
                <a:solidFill>
                  <a:srgbClr val="0000FF"/>
                </a:solidFill>
                <a:latin typeface="+mn-ea"/>
                <a:cs typeface="Consolas" panose="020B0609020204030204" pitchFamily="49" charset="0"/>
              </a:rPr>
              <a:t>Y</a:t>
            </a:r>
            <a:r>
              <a:rPr lang="en-US" altLang="zh-CN" b="1" dirty="0">
                <a:solidFill>
                  <a:srgbClr val="0000FF"/>
                </a:solidFill>
                <a:latin typeface="+mn-ea"/>
                <a:cs typeface="Consolas" panose="020B0609020204030204" pitchFamily="49" charset="0"/>
              </a:rPr>
              <a:t>'</a:t>
            </a:r>
            <a:r>
              <a:rPr lang="zh-CN" altLang="zh-CN" b="1" dirty="0">
                <a:solidFill>
                  <a:srgbClr val="0000FF"/>
                </a:solidFill>
                <a:latin typeface="+mn-ea"/>
                <a:cs typeface="Consolas" panose="020B0609020204030204" pitchFamily="49" charset="0"/>
              </a:rPr>
              <a:t>后就得到</a:t>
            </a:r>
            <a:r>
              <a:rPr lang="en-US" altLang="zh-CN" b="1" i="1" dirty="0">
                <a:solidFill>
                  <a:srgbClr val="0000FF"/>
                </a:solidFill>
                <a:latin typeface="+mn-ea"/>
                <a:cs typeface="Consolas" panose="020B0609020204030204" pitchFamily="49" charset="0"/>
              </a:rPr>
              <a:t>A</a:t>
            </a:r>
            <a:r>
              <a:rPr lang="zh-CN" altLang="zh-CN" b="1" dirty="0">
                <a:solidFill>
                  <a:srgbClr val="0000FF"/>
                </a:solidFill>
                <a:latin typeface="+mn-ea"/>
                <a:cs typeface="Consolas" panose="020B0609020204030204" pitchFamily="49" charset="0"/>
              </a:rPr>
              <a:t>的一个包含比</a:t>
            </a:r>
            <a:r>
              <a:rPr lang="en-US" altLang="zh-CN" b="1" i="1" dirty="0">
                <a:solidFill>
                  <a:srgbClr val="0000FF"/>
                </a:solidFill>
                <a:latin typeface="+mn-ea"/>
                <a:cs typeface="Consolas" panose="020B0609020204030204" pitchFamily="49" charset="0"/>
              </a:rPr>
              <a:t>X</a:t>
            </a:r>
            <a:r>
              <a:rPr lang="zh-CN" altLang="zh-CN" b="1" dirty="0">
                <a:solidFill>
                  <a:srgbClr val="0000FF"/>
                </a:solidFill>
                <a:latin typeface="+mn-ea"/>
                <a:cs typeface="Consolas" panose="020B0609020204030204" pitchFamily="49" charset="0"/>
              </a:rPr>
              <a:t>更多活动的解</a:t>
            </a:r>
            <a:r>
              <a:rPr lang="en-US" altLang="zh-CN" b="1" i="1" dirty="0">
                <a:solidFill>
                  <a:srgbClr val="0000FF"/>
                </a:solidFill>
                <a:latin typeface="+mn-ea"/>
                <a:cs typeface="Consolas" panose="020B0609020204030204" pitchFamily="49" charset="0"/>
              </a:rPr>
              <a:t>Y</a:t>
            </a:r>
            <a:r>
              <a:rPr lang="zh-CN" altLang="zh-CN" b="1" dirty="0">
                <a:solidFill>
                  <a:srgbClr val="0000FF"/>
                </a:solidFill>
                <a:latin typeface="+mn-ea"/>
                <a:cs typeface="Consolas" panose="020B0609020204030204" pitchFamily="49" charset="0"/>
              </a:rPr>
              <a:t>，这就与</a:t>
            </a:r>
            <a:r>
              <a:rPr lang="en-US" altLang="zh-CN" b="1" i="1" dirty="0">
                <a:solidFill>
                  <a:srgbClr val="0000FF"/>
                </a:solidFill>
                <a:latin typeface="+mn-ea"/>
                <a:cs typeface="Consolas" panose="020B0609020204030204" pitchFamily="49" charset="0"/>
              </a:rPr>
              <a:t>X</a:t>
            </a:r>
            <a:r>
              <a:rPr lang="zh-CN" altLang="zh-CN" b="1" dirty="0">
                <a:solidFill>
                  <a:srgbClr val="0000FF"/>
                </a:solidFill>
                <a:latin typeface="+mn-ea"/>
                <a:cs typeface="Consolas" panose="020B0609020204030204" pitchFamily="49" charset="0"/>
              </a:rPr>
              <a:t>是最优解的假设相矛盾。</a:t>
            </a:r>
            <a:endParaRPr lang="en-US" altLang="zh-CN" b="1" dirty="0">
              <a:solidFill>
                <a:srgbClr val="0000FF"/>
              </a:solidFill>
              <a:latin typeface="+mn-ea"/>
              <a:cs typeface="Consolas" panose="020B0609020204030204" pitchFamily="49" charset="0"/>
            </a:endParaRPr>
          </a:p>
          <a:p>
            <a:pPr>
              <a:lnSpc>
                <a:spcPct val="150000"/>
              </a:lnSpc>
            </a:pPr>
            <a:r>
              <a:rPr lang="en-US" altLang="zh-CN" b="1" dirty="0">
                <a:solidFill>
                  <a:srgbClr val="0000FF"/>
                </a:solidFill>
                <a:latin typeface="+mn-ea"/>
                <a:cs typeface="Consolas" panose="020B0609020204030204" pitchFamily="49" charset="0"/>
              </a:rPr>
              <a:t>    </a:t>
            </a:r>
            <a:r>
              <a:rPr lang="zh-CN" altLang="zh-CN" b="1" dirty="0">
                <a:solidFill>
                  <a:srgbClr val="0000FF"/>
                </a:solidFill>
                <a:latin typeface="+mn-ea"/>
                <a:cs typeface="Consolas" panose="020B0609020204030204" pitchFamily="49" charset="0"/>
              </a:rPr>
              <a:t>因此，在每一次贪心选择后，留下的是一个与原问题具有相同形式的最优化问题，即最优子结构性质。</a:t>
            </a:r>
            <a:endParaRPr lang="zh-CN" altLang="en-US" b="1" dirty="0">
              <a:solidFill>
                <a:srgbClr val="0000FF"/>
              </a:solidFill>
              <a:latin typeface="+mn-ea"/>
              <a:cs typeface="Consolas" panose="020B0609020204030204" pitchFamily="49" charset="0"/>
            </a:endParaRPr>
          </a:p>
        </p:txBody>
      </p:sp>
    </p:spTree>
  </p:cSld>
  <p:clrMapOvr>
    <a:overrideClrMapping bg1="lt1" tx1="dk1" bg2="lt2" tx2="dk2" accent1="accent1" accent2="accent2" accent3="accent3" accent4="accent4" accent5="accent5" accent6="accent6" hlink="hlink" folHlink="folHlink"/>
  </p:clrMapOvr>
  <p:transition/>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16386" name="Rectangle 3"/>
          <p:cNvSpPr>
            <a:spLocks noGrp="1"/>
          </p:cNvSpPr>
          <p:nvPr>
            <p:ph idx="1"/>
          </p:nvPr>
        </p:nvSpPr>
        <p:spPr>
          <a:xfrm>
            <a:off x="794657" y="1155146"/>
            <a:ext cx="8180613" cy="4395470"/>
          </a:xfrm>
        </p:spPr>
        <p:txBody>
          <a:bodyPr vert="horz" wrap="square" lIns="91440" tIns="45720" rIns="91440" bIns="45720" anchor="t" anchorCtr="0"/>
          <a:lstStyle/>
          <a:p>
            <a:pPr fontAlgn="auto">
              <a:lnSpc>
                <a:spcPct val="150000"/>
              </a:lnSpc>
              <a:buNone/>
            </a:pPr>
            <a:r>
              <a:rPr lang="en-US" altLang="zh-CN" sz="2300" dirty="0">
                <a:solidFill>
                  <a:srgbClr val="000000"/>
                </a:solidFill>
                <a:latin typeface="微软雅黑" panose="020B0503020204020204" charset="-122"/>
                <a:ea typeface="微软雅黑" panose="020B0503020204020204" charset="-122"/>
              </a:rPr>
              <a:t>     	</a:t>
            </a:r>
            <a:r>
              <a:rPr lang="zh-CN" altLang="en-US" sz="2300" b="1" dirty="0">
                <a:solidFill>
                  <a:srgbClr val="0000FF"/>
                </a:solidFill>
                <a:latin typeface="华文楷体" panose="02010600040101010101" pitchFamily="2" charset="-122"/>
                <a:ea typeface="华文楷体" panose="02010600040101010101" pitchFamily="2" charset="-122"/>
              </a:rPr>
              <a:t>有一批集装箱要装上一艘载重量为</a:t>
            </a:r>
            <a:r>
              <a:rPr lang="en-US" altLang="zh-CN" sz="2300" b="1" dirty="0">
                <a:solidFill>
                  <a:srgbClr val="0000FF"/>
                </a:solidFill>
                <a:latin typeface="华文楷体" panose="02010600040101010101" pitchFamily="2" charset="-122"/>
                <a:ea typeface="华文楷体" panose="02010600040101010101" pitchFamily="2" charset="-122"/>
              </a:rPr>
              <a:t>c</a:t>
            </a:r>
            <a:r>
              <a:rPr lang="zh-CN" altLang="en-US" sz="2300" b="1" dirty="0">
                <a:solidFill>
                  <a:srgbClr val="0000FF"/>
                </a:solidFill>
                <a:latin typeface="华文楷体" panose="02010600040101010101" pitchFamily="2" charset="-122"/>
                <a:ea typeface="华文楷体" panose="02010600040101010101" pitchFamily="2" charset="-122"/>
              </a:rPr>
              <a:t>的轮船。其中集装箱</a:t>
            </a:r>
            <a:r>
              <a:rPr lang="en-US" altLang="zh-CN" sz="2300" b="1" dirty="0">
                <a:solidFill>
                  <a:srgbClr val="0000FF"/>
                </a:solidFill>
                <a:latin typeface="华文楷体" panose="02010600040101010101" pitchFamily="2" charset="-122"/>
                <a:ea typeface="华文楷体" panose="02010600040101010101" pitchFamily="2" charset="-122"/>
              </a:rPr>
              <a:t>i</a:t>
            </a:r>
            <a:r>
              <a:rPr lang="zh-CN" altLang="en-US" sz="2300" b="1" dirty="0">
                <a:solidFill>
                  <a:srgbClr val="0000FF"/>
                </a:solidFill>
                <a:latin typeface="华文楷体" panose="02010600040101010101" pitchFamily="2" charset="-122"/>
                <a:ea typeface="华文楷体" panose="02010600040101010101" pitchFamily="2" charset="-122"/>
              </a:rPr>
              <a:t>的重量为</a:t>
            </a:r>
            <a:r>
              <a:rPr lang="en-US" altLang="zh-CN" sz="2300" b="1" dirty="0">
                <a:solidFill>
                  <a:srgbClr val="0000FF"/>
                </a:solidFill>
                <a:latin typeface="华文楷体" panose="02010600040101010101" pitchFamily="2" charset="-122"/>
                <a:ea typeface="华文楷体" panose="02010600040101010101" pitchFamily="2" charset="-122"/>
              </a:rPr>
              <a:t>Wi</a:t>
            </a:r>
            <a:r>
              <a:rPr lang="zh-CN" altLang="en-US" sz="2300" b="1" dirty="0">
                <a:solidFill>
                  <a:srgbClr val="0000FF"/>
                </a:solidFill>
                <a:latin typeface="华文楷体" panose="02010600040101010101" pitchFamily="2" charset="-122"/>
                <a:ea typeface="华文楷体" panose="02010600040101010101" pitchFamily="2" charset="-122"/>
              </a:rPr>
              <a:t>。最优装载问题要求确定在装载体积不受限制的情况下，将尽可能多的集装箱装上轮船。</a:t>
            </a:r>
          </a:p>
          <a:p>
            <a:pPr fontAlgn="auto">
              <a:lnSpc>
                <a:spcPct val="150000"/>
              </a:lnSpc>
              <a:buNone/>
            </a:pPr>
            <a:r>
              <a:rPr lang="en-US" altLang="zh-CN" sz="2300" b="1" dirty="0">
                <a:solidFill>
                  <a:srgbClr val="0000FF"/>
                </a:solidFill>
                <a:latin typeface="华文楷体" panose="02010600040101010101" pitchFamily="2" charset="-122"/>
                <a:ea typeface="华文楷体" panose="02010600040101010101" pitchFamily="2" charset="-122"/>
              </a:rPr>
              <a:t>1.</a:t>
            </a:r>
            <a:r>
              <a:rPr lang="zh-CN" altLang="en-US" sz="2300" b="1" dirty="0">
                <a:solidFill>
                  <a:srgbClr val="0000FF"/>
                </a:solidFill>
                <a:latin typeface="华文楷体" panose="02010600040101010101" pitchFamily="2" charset="-122"/>
                <a:ea typeface="华文楷体" panose="02010600040101010101" pitchFamily="2" charset="-122"/>
              </a:rPr>
              <a:t>算法描述</a:t>
            </a:r>
          </a:p>
          <a:p>
            <a:pPr fontAlgn="auto">
              <a:lnSpc>
                <a:spcPct val="150000"/>
              </a:lnSpc>
              <a:buNone/>
            </a:pPr>
            <a:r>
              <a:rPr lang="zh-CN" altLang="en-US" sz="2300" b="1" dirty="0">
                <a:solidFill>
                  <a:srgbClr val="0000FF"/>
                </a:solidFill>
                <a:latin typeface="华文楷体" panose="02010600040101010101" pitchFamily="2" charset="-122"/>
                <a:ea typeface="华文楷体" panose="02010600040101010101" pitchFamily="2" charset="-122"/>
              </a:rPr>
              <a:t>		最优装载问题可用贪心算法求解。采用重量最轻者先装的贪心选择策略，可产生最优装载问题的最优解。具体算法描述如下页。 </a:t>
            </a:r>
          </a:p>
        </p:txBody>
      </p:sp>
      <p:sp>
        <p:nvSpPr>
          <p:cNvPr id="2" name="基础扎实 / Strong Preparation">
            <a:extLst>
              <a:ext uri="{FF2B5EF4-FFF2-40B4-BE49-F238E27FC236}">
                <a16:creationId xmlns:a16="http://schemas.microsoft.com/office/drawing/2014/main" id="{696332B9-7202-5223-B99B-0C655A7B868B}"/>
              </a:ext>
            </a:extLst>
          </p:cNvPr>
          <p:cNvSpPr txBox="1"/>
          <p:nvPr/>
        </p:nvSpPr>
        <p:spPr>
          <a:xfrm>
            <a:off x="2605230" y="367895"/>
            <a:ext cx="5868878" cy="561530"/>
          </a:xfrm>
          <a:prstGeom prst="rect">
            <a:avLst/>
          </a:prstGeom>
          <a:noFill/>
          <a:ln>
            <a:noFill/>
          </a:ln>
        </p:spPr>
        <p:txBody>
          <a:bodyPr wrap="square" lIns="68533" tIns="34266" rIns="68533" bIns="34266" rtlCol="0">
            <a:spAutoFit/>
          </a:bodyPr>
          <a:lstStyle/>
          <a:p>
            <a:pPr algn="ctr" defTabSz="950405" fontAlgn="auto">
              <a:spcBef>
                <a:spcPts val="0"/>
              </a:spcBef>
              <a:spcAft>
                <a:spcPts val="0"/>
              </a:spcAft>
              <a:buClr>
                <a:prstClr val="white"/>
              </a:buClr>
              <a:defRPr/>
            </a:pPr>
            <a:r>
              <a:rPr lang="en-US" altLang="zh-CN" sz="3199" b="1" spc="50" dirty="0">
                <a:ln w="11430"/>
                <a:solidFill>
                  <a:srgbClr val="006600"/>
                </a:solidFill>
                <a:latin typeface="华文楷体" panose="02010600040101010101" pitchFamily="2" charset="-122"/>
                <a:ea typeface="华文楷体" panose="02010600040101010101" pitchFamily="2" charset="-122"/>
                <a:sym typeface="Arial" panose="020B0604020202020204" pitchFamily="34" charset="0"/>
              </a:rPr>
              <a:t>6</a:t>
            </a:r>
            <a:r>
              <a:rPr lang="zh-CN" altLang="en-US" sz="3199" b="1" spc="50" dirty="0">
                <a:ln w="11430"/>
                <a:solidFill>
                  <a:srgbClr val="006600"/>
                </a:solidFill>
                <a:latin typeface="华文楷体" panose="02010600040101010101" pitchFamily="2" charset="-122"/>
                <a:ea typeface="华文楷体" panose="02010600040101010101" pitchFamily="2" charset="-122"/>
                <a:sym typeface="Arial" panose="020B0604020202020204" pitchFamily="34" charset="0"/>
              </a:rPr>
              <a:t>.</a:t>
            </a:r>
            <a:r>
              <a:rPr lang="en-US" altLang="zh-CN" sz="3199" b="1" spc="50" dirty="0">
                <a:ln w="11430"/>
                <a:solidFill>
                  <a:srgbClr val="006600"/>
                </a:solidFill>
                <a:latin typeface="华文楷体" panose="02010600040101010101" pitchFamily="2" charset="-122"/>
                <a:ea typeface="华文楷体" panose="02010600040101010101" pitchFamily="2" charset="-122"/>
                <a:sym typeface="Arial" panose="020B0604020202020204" pitchFamily="34" charset="0"/>
              </a:rPr>
              <a:t>3</a:t>
            </a:r>
            <a:r>
              <a:rPr lang="zh-CN" altLang="en-US" sz="3199" b="1" spc="50" dirty="0">
                <a:ln w="11430"/>
                <a:solidFill>
                  <a:srgbClr val="006600"/>
                </a:solidFill>
                <a:latin typeface="华文楷体" panose="02010600040101010101" pitchFamily="2" charset="-122"/>
                <a:ea typeface="华文楷体" panose="02010600040101010101" pitchFamily="2" charset="-122"/>
                <a:sym typeface="Arial" panose="020B0604020202020204" pitchFamily="34" charset="0"/>
              </a:rPr>
              <a:t> 最优装载</a:t>
            </a:r>
          </a:p>
        </p:txBody>
      </p:sp>
    </p:spTree>
  </p:cSld>
  <p:clrMapOvr>
    <a:overrideClrMapping bg1="lt1" tx1="dk1" bg2="lt2" tx2="dk2" accent1="accent1" accent2="accent2" accent3="accent3" accent4="accent4" accent5="accent5" accent6="accent6" hlink="hlink" folHlink="folHlink"/>
  </p:clrMapOvr>
  <p:transition/>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858309" y="1105741"/>
            <a:ext cx="4320000" cy="445135"/>
          </a:xfrm>
          <a:prstGeom prst="rect">
            <a:avLst/>
          </a:prstGeom>
          <a:solidFill>
            <a:srgbClr val="FFFFFF"/>
          </a:solidFill>
        </p:spPr>
        <p:style>
          <a:lnRef idx="1">
            <a:schemeClr val="accent1"/>
          </a:lnRef>
          <a:fillRef idx="2">
            <a:schemeClr val="accent1"/>
          </a:fillRef>
          <a:effectRef idx="1">
            <a:schemeClr val="accent1"/>
          </a:effectRef>
          <a:fontRef idx="minor">
            <a:schemeClr val="dk1"/>
          </a:fontRef>
        </p:style>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lang="en-US" altLang="zh-CN" sz="2300" b="1" dirty="0">
                <a:solidFill>
                  <a:srgbClr val="FF0000"/>
                </a:solidFill>
                <a:latin typeface="华文楷体" panose="02010600040101010101" pitchFamily="2" charset="-122"/>
                <a:ea typeface="华文楷体" panose="02010600040101010101" pitchFamily="2" charset="-122"/>
                <a:cs typeface="微软雅黑" panose="020B0503020204020204" charset="-122"/>
              </a:rPr>
              <a:t>6.3.1</a:t>
            </a:r>
            <a:r>
              <a:rPr kumimoji="0" lang="en-US" altLang="zh-CN" sz="2300" b="1" i="0" u="none" strike="noStrike" kern="120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cs typeface="微软雅黑" panose="020B0503020204020204" charset="-122"/>
              </a:rPr>
              <a:t> </a:t>
            </a:r>
            <a:r>
              <a:rPr kumimoji="0" lang="zh-CN" altLang="zh-CN" sz="2300" b="1" i="0" u="none" strike="noStrike" kern="120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cs typeface="微软雅黑" panose="020B0503020204020204" charset="-122"/>
              </a:rPr>
              <a:t>求解最优装载问题</a:t>
            </a:r>
          </a:p>
        </p:txBody>
      </p:sp>
      <p:sp>
        <p:nvSpPr>
          <p:cNvPr id="3" name="TextBox 2"/>
          <p:cNvSpPr txBox="1"/>
          <p:nvPr/>
        </p:nvSpPr>
        <p:spPr>
          <a:xfrm>
            <a:off x="697065" y="1714489"/>
            <a:ext cx="8001056" cy="2214880"/>
          </a:xfrm>
          <a:prstGeom prst="rect">
            <a:avLst/>
          </a:prstGeom>
          <a:noFill/>
        </p:spPr>
        <p:txBody>
          <a:bodyPr wrap="square" rtlCol="0">
            <a:spAutoFit/>
          </a:bodyPr>
          <a:lstStyle/>
          <a:p>
            <a:pPr marL="0" marR="0" lvl="0" indent="0" algn="l" defTabSz="914400" rtl="0" eaLnBrk="1" fontAlgn="base" latinLnBrk="0" hangingPunct="1">
              <a:lnSpc>
                <a:spcPct val="150000"/>
              </a:lnSpc>
              <a:spcBef>
                <a:spcPct val="0"/>
              </a:spcBef>
              <a:spcAft>
                <a:spcPct val="0"/>
              </a:spcAft>
              <a:buClrTx/>
              <a:buSzTx/>
              <a:buFontTx/>
              <a:buNone/>
              <a:defRPr/>
            </a:pPr>
            <a:r>
              <a:rPr kumimoji="0" lang="en-US" altLang="zh-CN" sz="2300" i="0" u="none" strike="noStrike" kern="1200" cap="none" spc="0" normalizeH="0" baseline="0" noProof="0" dirty="0">
                <a:ln>
                  <a:noFill/>
                </a:ln>
                <a:solidFill>
                  <a:srgbClr val="0000FF"/>
                </a:solidFill>
                <a:effectLst/>
                <a:uLnTx/>
                <a:uFillTx/>
                <a:latin typeface="微软雅黑" panose="020B0503020204020204" charset="-122"/>
                <a:ea typeface="微软雅黑" panose="020B0503020204020204" charset="-122"/>
                <a:cs typeface="微软雅黑" panose="020B0503020204020204" charset="-122"/>
              </a:rPr>
              <a:t>      </a:t>
            </a:r>
            <a:r>
              <a:rPr kumimoji="0" lang="zh-CN" altLang="zh-CN" sz="2300" b="1" i="0" u="none" strike="noStrike" kern="120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cs typeface="微软雅黑" panose="020B0503020204020204" charset="-122"/>
              </a:rPr>
              <a:t>【问题描述】</a:t>
            </a:r>
            <a:r>
              <a:rPr kumimoji="0" lang="zh-CN"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有</a:t>
            </a:r>
            <a:r>
              <a:rPr kumimoji="0" lang="en-US" altLang="zh-CN" sz="2300" b="1" i="1"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n</a:t>
            </a:r>
            <a:r>
              <a:rPr kumimoji="0" lang="zh-CN"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个集装箱要装上一艘载重量为</a:t>
            </a:r>
            <a:r>
              <a:rPr kumimoji="0" lang="en-US" altLang="zh-CN" sz="2300" b="1" i="1"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W</a:t>
            </a:r>
            <a:r>
              <a:rPr kumimoji="0" lang="zh-CN"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的轮船，其中集装箱</a:t>
            </a:r>
            <a:r>
              <a:rPr kumimoji="0" lang="en-US" altLang="zh-CN" sz="2300" b="1" i="1" u="none" strike="noStrike" kern="1200" cap="none" spc="0" normalizeH="0" baseline="0" noProof="0" dirty="0" err="1">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i</a:t>
            </a:r>
            <a:r>
              <a:rPr kumimoji="0" lang="zh-CN"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en-US"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1</a:t>
            </a:r>
            <a:r>
              <a:rPr kumimoji="0" lang="zh-CN"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en-US" altLang="zh-CN" sz="2300" b="1" i="1" u="none" strike="noStrike" kern="1200" cap="none" spc="0" normalizeH="0" baseline="0" noProof="0" dirty="0" err="1">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i</a:t>
            </a:r>
            <a:r>
              <a:rPr kumimoji="0" lang="zh-CN"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en-US" altLang="zh-CN" sz="2300" b="1" i="1"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n</a:t>
            </a:r>
            <a:r>
              <a:rPr kumimoji="0" lang="zh-CN"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）的重量为</a:t>
            </a:r>
            <a:r>
              <a:rPr kumimoji="0" lang="en-US" altLang="zh-CN" sz="2300" b="1" i="1" u="none" strike="noStrike" kern="1200" cap="none" spc="0" normalizeH="0" baseline="0" noProof="0" dirty="0" err="1">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w</a:t>
            </a:r>
            <a:r>
              <a:rPr kumimoji="0" lang="en-US" altLang="zh-CN" sz="2300" b="1" i="1" u="none" strike="noStrike" kern="1200" cap="none" spc="0" normalizeH="0" baseline="-25000" noProof="0" dirty="0" err="1">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i</a:t>
            </a:r>
            <a:r>
              <a:rPr kumimoji="0" lang="zh-CN"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endParaRPr kumimoji="0" lang="en-US"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endParaRPr>
          </a:p>
          <a:p>
            <a:pPr marL="0" marR="0" lvl="0" indent="0" algn="l" defTabSz="914400" rtl="0" eaLnBrk="1" fontAlgn="base" latinLnBrk="0" hangingPunct="1">
              <a:lnSpc>
                <a:spcPct val="150000"/>
              </a:lnSpc>
              <a:spcBef>
                <a:spcPct val="0"/>
              </a:spcBef>
              <a:spcAft>
                <a:spcPct val="0"/>
              </a:spcAft>
              <a:buClrTx/>
              <a:buSzTx/>
              <a:buFontTx/>
              <a:buNone/>
              <a:defRPr/>
            </a:pPr>
            <a:r>
              <a:rPr kumimoji="0" lang="en-US"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     </a:t>
            </a:r>
            <a:r>
              <a:rPr kumimoji="0" lang="zh-CN"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不考虑集装箱的体积限制，现要选出尽可能多的集装箱装上轮船，使它们的重量之和不超过</a:t>
            </a:r>
            <a:r>
              <a:rPr kumimoji="0" lang="en-US" altLang="zh-CN" sz="2300" b="1" i="1"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W</a:t>
            </a:r>
            <a:r>
              <a:rPr kumimoji="0" lang="zh-CN"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p>
        </p:txBody>
      </p:sp>
    </p:spTree>
  </p:cSld>
  <p:clrMapOvr>
    <a:overrideClrMapping bg1="lt1" tx1="dk1" bg2="lt2" tx2="dk2" accent1="accent1" accent2="accent2" accent3="accent3" accent4="accent4" accent5="accent5" accent6="accent6" hlink="hlink" folHlink="folHlink"/>
  </p:clrMapOvr>
  <p:transition/>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788371" y="1478403"/>
            <a:ext cx="7929618" cy="2214880"/>
          </a:xfrm>
          <a:prstGeom prst="rect">
            <a:avLst/>
          </a:prstGeom>
          <a:noFill/>
        </p:spPr>
        <p:txBody>
          <a:bodyPr wrap="square" rtlCol="0">
            <a:spAutoFit/>
          </a:bodyPr>
          <a:lstStyle/>
          <a:p>
            <a:pPr marL="0" marR="0" lvl="0" indent="0" algn="l" defTabSz="914400" rtl="0" eaLnBrk="1" fontAlgn="base" latinLnBrk="0" hangingPunct="1">
              <a:lnSpc>
                <a:spcPct val="150000"/>
              </a:lnSpc>
              <a:spcBef>
                <a:spcPct val="0"/>
              </a:spcBef>
              <a:spcAft>
                <a:spcPct val="0"/>
              </a:spcAft>
              <a:buClrTx/>
              <a:buSzTx/>
              <a:buFontTx/>
              <a:buNone/>
              <a:defRPr/>
            </a:pPr>
            <a:r>
              <a:rPr kumimoji="0" lang="en-US" altLang="zh-CN" sz="2300" i="0" u="none" strike="noStrike" kern="1200" cap="none" spc="0" normalizeH="0" baseline="0" noProof="0" dirty="0">
                <a:ln>
                  <a:noFill/>
                </a:ln>
                <a:solidFill>
                  <a:srgbClr val="0000FF"/>
                </a:solidFill>
                <a:effectLst/>
                <a:uLnTx/>
                <a:uFillTx/>
                <a:latin typeface="微软雅黑" panose="020B0503020204020204" charset="-122"/>
                <a:ea typeface="微软雅黑" panose="020B0503020204020204" charset="-122"/>
                <a:cs typeface="微软雅黑" panose="020B0503020204020204" charset="-122"/>
              </a:rPr>
              <a:t>      </a:t>
            </a:r>
            <a:r>
              <a:rPr kumimoji="0" lang="zh-CN" altLang="zh-CN" sz="2300" b="1" i="0" u="none" strike="noStrike" kern="120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cs typeface="微软雅黑" panose="020B0503020204020204" charset="-122"/>
              </a:rPr>
              <a:t>【问题求解】</a:t>
            </a:r>
            <a:r>
              <a:rPr kumimoji="0" lang="zh-CN"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这里的最优解是选出尽可能多的集装箱个数，采用贪心法求解。</a:t>
            </a:r>
          </a:p>
          <a:p>
            <a:pPr marL="0" marR="0" lvl="0" indent="0" algn="l" defTabSz="914400" rtl="0" eaLnBrk="1" fontAlgn="base" latinLnBrk="0" hangingPunct="1">
              <a:lnSpc>
                <a:spcPct val="150000"/>
              </a:lnSpc>
              <a:spcBef>
                <a:spcPct val="0"/>
              </a:spcBef>
              <a:spcAft>
                <a:spcPct val="0"/>
              </a:spcAft>
              <a:buClrTx/>
              <a:buSzTx/>
              <a:buFontTx/>
              <a:buNone/>
              <a:defRPr/>
            </a:pPr>
            <a:r>
              <a:rPr kumimoji="0" lang="en-US"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     </a:t>
            </a:r>
            <a:r>
              <a:rPr kumimoji="0" lang="zh-CN"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当重量限制为</a:t>
            </a:r>
            <a:r>
              <a:rPr kumimoji="0" lang="en-US" altLang="zh-CN" sz="2300" b="1" i="1"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W</a:t>
            </a:r>
            <a:r>
              <a:rPr kumimoji="0" lang="zh-CN"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时，</a:t>
            </a:r>
            <a:r>
              <a:rPr kumimoji="0" lang="en-US" altLang="zh-CN" sz="2300" b="1" i="1" u="none" strike="noStrike" kern="1200" cap="none" spc="0" normalizeH="0" baseline="0" noProof="0" dirty="0" err="1">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w</a:t>
            </a:r>
            <a:r>
              <a:rPr kumimoji="0" lang="en-US" altLang="zh-CN" sz="2300" b="1" i="1" u="none" strike="noStrike" kern="1200" cap="none" spc="0" normalizeH="0" baseline="-25000" noProof="0" dirty="0" err="1">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i</a:t>
            </a:r>
            <a:r>
              <a:rPr kumimoji="0" lang="zh-CN"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越小可装载的集装箱个数越多，所以采用优先选取重量轻的集装箱装船的贪心思路。</a:t>
            </a:r>
          </a:p>
        </p:txBody>
      </p:sp>
    </p:spTree>
  </p:cSld>
  <p:clrMapOvr>
    <a:overrideClrMapping bg1="lt1" tx1="dk1" bg2="lt2" tx2="dk2" accent1="accent1" accent2="accent2" accent3="accent3" accent4="accent4" accent5="accent5" accent6="accent6" hlink="hlink" folHlink="folHlink"/>
  </p:clrMapOvr>
  <p:transition/>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929521" y="1379751"/>
            <a:ext cx="7779049" cy="2214880"/>
          </a:xfrm>
          <a:prstGeom prst="rect">
            <a:avLst/>
          </a:prstGeom>
          <a:noFill/>
        </p:spPr>
        <p:txBody>
          <a:bodyPr wrap="square" rtlCol="0">
            <a:spAutoFit/>
          </a:bodyPr>
          <a:lstStyle/>
          <a:p>
            <a:pPr marL="0" marR="0" lvl="0" indent="0" algn="l" defTabSz="914400" rtl="0" eaLnBrk="1" fontAlgn="base" latinLnBrk="0" hangingPunct="1">
              <a:lnSpc>
                <a:spcPct val="150000"/>
              </a:lnSpc>
              <a:spcBef>
                <a:spcPct val="0"/>
              </a:spcBef>
              <a:spcAft>
                <a:spcPct val="0"/>
              </a:spcAft>
              <a:buClrTx/>
              <a:buSzTx/>
              <a:buFontTx/>
              <a:buNone/>
              <a:defRPr/>
            </a:pPr>
            <a:r>
              <a:rPr kumimoji="0" lang="en-US"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    </a:t>
            </a:r>
            <a:r>
              <a:rPr kumimoji="0" lang="zh-CN"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对</a:t>
            </a:r>
            <a:r>
              <a:rPr kumimoji="0" lang="en-US" altLang="zh-CN" sz="2300" b="1" i="1" u="none" strike="noStrike" kern="1200" cap="none" spc="0" normalizeH="0" baseline="0" noProof="0" dirty="0" err="1">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w</a:t>
            </a:r>
            <a:r>
              <a:rPr kumimoji="0" lang="en-US" altLang="zh-CN" sz="2300" b="1" i="1" u="none" strike="noStrike" kern="1200" cap="none" spc="0" normalizeH="0" baseline="-25000" noProof="0" dirty="0" err="1">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i</a:t>
            </a:r>
            <a:r>
              <a:rPr kumimoji="0" lang="zh-CN"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从小到大排序得到</a:t>
            </a:r>
            <a:r>
              <a:rPr kumimoji="0" lang="en-US"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en-US" altLang="zh-CN" sz="2300" b="1" i="1"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w</a:t>
            </a:r>
            <a:r>
              <a:rPr kumimoji="0" lang="en-US" altLang="zh-CN" sz="2300" b="1" i="0" u="none" strike="noStrike" kern="1200" cap="none" spc="0" normalizeH="0" baseline="-2500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1</a:t>
            </a:r>
            <a:r>
              <a:rPr kumimoji="0" lang="zh-CN"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en-US" altLang="zh-CN" sz="2300" b="1" i="1"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w</a:t>
            </a:r>
            <a:r>
              <a:rPr kumimoji="0" lang="en-US" altLang="zh-CN" sz="2300" b="1" i="0" u="none" strike="noStrike" kern="1200" cap="none" spc="0" normalizeH="0" baseline="-2500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2</a:t>
            </a:r>
            <a:r>
              <a:rPr kumimoji="0" lang="zh-CN"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en-US" altLang="zh-CN" sz="2300" b="1" i="1" u="none" strike="noStrike" kern="1200" cap="none" spc="0" normalizeH="0" baseline="0" noProof="0" dirty="0" err="1">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w</a:t>
            </a:r>
            <a:r>
              <a:rPr kumimoji="0" lang="en-US" altLang="zh-CN" sz="2300" b="1" i="1" u="none" strike="noStrike" kern="1200" cap="none" spc="0" normalizeH="0" baseline="-25000" noProof="0" dirty="0" err="1">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n</a:t>
            </a:r>
            <a:r>
              <a:rPr kumimoji="0" lang="en-US"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zh-CN"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，设最优解向量为</a:t>
            </a:r>
            <a:r>
              <a:rPr kumimoji="0" lang="en-US" altLang="zh-CN" sz="2300" b="1" i="1"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x</a:t>
            </a:r>
            <a:r>
              <a:rPr kumimoji="0" lang="en-US"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en-US" altLang="zh-CN" sz="2300" b="1" i="1"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x</a:t>
            </a:r>
            <a:r>
              <a:rPr kumimoji="0" lang="en-US" altLang="zh-CN" sz="2300" b="1" i="0" u="none" strike="noStrike" kern="1200" cap="none" spc="0" normalizeH="0" baseline="-2500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1</a:t>
            </a:r>
            <a:r>
              <a:rPr kumimoji="0" lang="zh-CN"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en-US" altLang="zh-CN" sz="2300" b="1" i="1"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x</a:t>
            </a:r>
            <a:r>
              <a:rPr kumimoji="0" lang="en-US" altLang="zh-CN" sz="2300" b="1" i="0" u="none" strike="noStrike" kern="1200" cap="none" spc="0" normalizeH="0" baseline="-2500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2</a:t>
            </a:r>
            <a:r>
              <a:rPr kumimoji="0" lang="zh-CN"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en-US" altLang="zh-CN" sz="2300" b="1" i="1" u="none" strike="noStrike" kern="1200" cap="none" spc="0" normalizeH="0" baseline="0" noProof="0" dirty="0" err="1">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x</a:t>
            </a:r>
            <a:r>
              <a:rPr kumimoji="0" lang="en-US" altLang="zh-CN" sz="2300" b="1" i="1" u="none" strike="noStrike" kern="1200" cap="none" spc="0" normalizeH="0" baseline="-25000" noProof="0" dirty="0" err="1">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n</a:t>
            </a:r>
            <a:r>
              <a:rPr kumimoji="0" lang="en-US"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zh-CN"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，显然，</a:t>
            </a:r>
            <a:r>
              <a:rPr kumimoji="0" lang="en-US" altLang="zh-CN" sz="2300" b="1" i="1"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x</a:t>
            </a:r>
            <a:r>
              <a:rPr kumimoji="0" lang="en-US" altLang="zh-CN" sz="2300" b="1" i="0" u="none" strike="noStrike" kern="1200" cap="none" spc="0" normalizeH="0" baseline="-2500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1</a:t>
            </a:r>
            <a:r>
              <a:rPr kumimoji="0" lang="en-US"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=1</a:t>
            </a:r>
            <a:r>
              <a:rPr kumimoji="0" lang="zh-CN"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，则</a:t>
            </a:r>
            <a:r>
              <a:rPr kumimoji="0" lang="en-US" altLang="zh-CN" sz="2300" b="1" i="1"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x</a:t>
            </a:r>
            <a:r>
              <a:rPr kumimoji="0" lang="en-US"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en-US" altLang="zh-CN" sz="2300" b="1" i="1"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x</a:t>
            </a:r>
            <a:r>
              <a:rPr kumimoji="0" lang="en-US" altLang="zh-CN" sz="2300" b="1" i="0" u="none" strike="noStrike" kern="1200" cap="none" spc="0" normalizeH="0" baseline="-2500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2</a:t>
            </a:r>
            <a:r>
              <a:rPr kumimoji="0" lang="zh-CN"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en-US" altLang="zh-CN" sz="2300" b="1" i="1" u="none" strike="noStrike" kern="1200" cap="none" spc="0" normalizeH="0" baseline="0" noProof="0" dirty="0" err="1">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x</a:t>
            </a:r>
            <a:r>
              <a:rPr kumimoji="0" lang="en-US" altLang="zh-CN" sz="2300" b="1" i="1" u="none" strike="noStrike" kern="1200" cap="none" spc="0" normalizeH="0" baseline="-25000" noProof="0" dirty="0" err="1">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n</a:t>
            </a:r>
            <a:r>
              <a:rPr kumimoji="0" lang="en-US"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zh-CN"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是装载问题</a:t>
            </a:r>
            <a:r>
              <a:rPr kumimoji="0" lang="en-US" altLang="zh-CN" sz="2300" b="1" i="1"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w</a:t>
            </a:r>
            <a:r>
              <a:rPr kumimoji="0" lang="en-US"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en-US" altLang="zh-CN" sz="2300" b="1" i="1"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w</a:t>
            </a:r>
            <a:r>
              <a:rPr kumimoji="0" lang="en-US" altLang="zh-CN" sz="2300" b="1" i="0" u="none" strike="noStrike" kern="1200" cap="none" spc="0" normalizeH="0" baseline="-2500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2</a:t>
            </a:r>
            <a:r>
              <a:rPr kumimoji="0" lang="zh-CN"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en-US" altLang="zh-CN" sz="2300" b="1" i="1" u="none" strike="noStrike" kern="1200" cap="none" spc="0" normalizeH="0" baseline="0" noProof="0" dirty="0" err="1">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w</a:t>
            </a:r>
            <a:r>
              <a:rPr kumimoji="0" lang="en-US" altLang="zh-CN" sz="2300" b="1" i="1" u="none" strike="noStrike" kern="1200" cap="none" spc="0" normalizeH="0" baseline="-25000" noProof="0" dirty="0" err="1">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n</a:t>
            </a:r>
            <a:r>
              <a:rPr kumimoji="0" lang="en-US"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zh-CN"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en-US" altLang="zh-CN" sz="2300" b="1" i="1"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W</a:t>
            </a:r>
            <a:r>
              <a:rPr kumimoji="0" lang="en-US"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en-US" altLang="zh-CN" sz="2300" b="1" i="1"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W</a:t>
            </a:r>
            <a:r>
              <a:rPr kumimoji="0" lang="en-US"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en-US" altLang="zh-CN" sz="2300" b="1" i="1"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w</a:t>
            </a:r>
            <a:r>
              <a:rPr kumimoji="0" lang="en-US" altLang="zh-CN" sz="2300" b="1" i="0" u="none" strike="noStrike" kern="1200" cap="none" spc="0" normalizeH="0" baseline="-2500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1</a:t>
            </a:r>
            <a:r>
              <a:rPr kumimoji="0" lang="zh-CN"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的最优解，满足贪心最优子结构性质。</a:t>
            </a:r>
          </a:p>
        </p:txBody>
      </p:sp>
    </p:spTree>
  </p:cSld>
  <p:clrMapOvr>
    <a:overrideClrMapping bg1="lt1" tx1="dk1" bg2="lt2" tx2="dk2" accent1="accent1" accent2="accent2" accent3="accent3" accent4="accent4" accent5="accent5" accent6="accent6" hlink="hlink" folHlink="folHlink"/>
  </p:clrMapOvr>
  <p:transition/>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940345" y="1173027"/>
            <a:ext cx="8389620" cy="5381625"/>
          </a:xfrm>
          <a:prstGeom prst="rect">
            <a:avLst/>
          </a:prstGeom>
          <a:solidFill>
            <a:schemeClr val="bg1">
              <a:lumMod val="9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5"/>
          </a:lnRef>
          <a:fillRef idx="2">
            <a:schemeClr val="accent5"/>
          </a:fillRef>
          <a:effectRef idx="1">
            <a:schemeClr val="accent5"/>
          </a:effectRef>
          <a:fontRef idx="minor">
            <a:schemeClr val="dk1"/>
          </a:fontRef>
        </p:style>
        <p:txBody>
          <a:bodyPr wrap="square" lIns="180000" tIns="180000" bIns="216000"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a:t>
            </a:r>
            <a:r>
              <a:rPr kumimoji="0" lang="zh-CN"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问题表示</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int w[]={0,5,2,6,4,3};		//</a:t>
            </a:r>
            <a:r>
              <a:rPr kumimoji="0" lang="zh-CN"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各集装箱重量</a:t>
            </a:r>
            <a:r>
              <a:rPr kumimoji="0" lang="en-US"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a:t>
            </a:r>
            <a:r>
              <a:rPr kumimoji="0" lang="zh-CN"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不用下标</a:t>
            </a:r>
            <a:r>
              <a:rPr kumimoji="0" lang="en-US"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0</a:t>
            </a:r>
            <a:r>
              <a:rPr kumimoji="0" lang="zh-CN"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的元素</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int n=5,W=10;</a:t>
            </a:r>
            <a:endParaRPr kumimoji="0" lang="zh-CN"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a:t>
            </a:r>
            <a:r>
              <a:rPr kumimoji="0" lang="zh-CN"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求解结果表示</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int </a:t>
            </a:r>
            <a:r>
              <a:rPr kumimoji="0" lang="en-US" altLang="zh-CN" sz="1800" b="1" i="0" u="none" strike="noStrike" kern="1200" cap="none" spc="0" normalizeH="0" baseline="0" noProof="0" dirty="0" err="1">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maxw</a:t>
            </a:r>
            <a:r>
              <a:rPr kumimoji="0" lang="en-US"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				//</a:t>
            </a:r>
            <a:r>
              <a:rPr kumimoji="0" lang="zh-CN"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存放最优解的总重量</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int x[MAXN];				//</a:t>
            </a:r>
            <a:r>
              <a:rPr kumimoji="0" lang="zh-CN"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存放最优解向量</a:t>
            </a:r>
          </a:p>
          <a:p>
            <a:pPr marL="0" marR="0" lvl="0" indent="0" algn="l" defTabSz="914400" rtl="0" eaLnBrk="1" fontAlgn="base" latinLnBrk="0" hangingPunct="1">
              <a:lnSpc>
                <a:spcPct val="200000"/>
              </a:lnSpc>
              <a:spcBef>
                <a:spcPct val="0"/>
              </a:spcBef>
              <a:spcAft>
                <a:spcPct val="0"/>
              </a:spcAft>
              <a:buClrTx/>
              <a:buSzTx/>
              <a:buFontTx/>
              <a:buNone/>
              <a:defRPr/>
            </a:pPr>
            <a:r>
              <a:rPr kumimoji="0" lang="en-US"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void solve()				//</a:t>
            </a:r>
            <a:r>
              <a:rPr kumimoji="0" lang="zh-CN"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求解最优装载问题</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  </a:t>
            </a:r>
            <a:r>
              <a:rPr kumimoji="0" lang="en-US" altLang="zh-CN" sz="1800" b="1" i="0" u="none" strike="noStrike" kern="1200" cap="none" spc="0" normalizeH="0" baseline="0" noProof="0" dirty="0" err="1">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memset</a:t>
            </a:r>
            <a:r>
              <a:rPr kumimoji="0" lang="en-US"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(x,0,sizeof(x));		//</a:t>
            </a:r>
            <a:r>
              <a:rPr kumimoji="0" lang="zh-CN"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初始化解向量</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   sort(w+1,w+n+1);			//w[1..n]</a:t>
            </a:r>
            <a:r>
              <a:rPr kumimoji="0" lang="zh-CN"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递增排序</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   </a:t>
            </a:r>
            <a:r>
              <a:rPr kumimoji="0" lang="en-US" altLang="zh-CN" sz="1800" b="1" i="0" u="none" strike="noStrike" kern="1200" cap="none" spc="0" normalizeH="0" baseline="0" noProof="0" dirty="0" err="1">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maxw</a:t>
            </a:r>
            <a:r>
              <a:rPr kumimoji="0" lang="en-US"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=0;</a:t>
            </a:r>
            <a:endParaRPr kumimoji="0" lang="zh-CN"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   int </a:t>
            </a:r>
            <a:r>
              <a:rPr kumimoji="0" lang="en-US" altLang="zh-CN" sz="1800" b="1" i="0" u="none" strike="noStrike" kern="1200" cap="none" spc="0" normalizeH="0" baseline="0" noProof="0" dirty="0" err="1">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restw</a:t>
            </a:r>
            <a:r>
              <a:rPr kumimoji="0" lang="en-US"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=W;			//</a:t>
            </a:r>
            <a:r>
              <a:rPr kumimoji="0" lang="zh-CN"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剩余重量</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   for (int </a:t>
            </a:r>
            <a:r>
              <a:rPr kumimoji="0" lang="en-US" altLang="zh-CN" sz="1800" b="1" i="0" u="none" strike="noStrike" kern="1200" cap="none" spc="0" normalizeH="0" baseline="0" noProof="0" dirty="0" err="1">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i</a:t>
            </a:r>
            <a:r>
              <a:rPr kumimoji="0" lang="en-US"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=1;i&lt;=n &amp;&amp;  w[</a:t>
            </a:r>
            <a:r>
              <a:rPr kumimoji="0" lang="en-US" altLang="zh-CN" sz="1800" b="1" i="0" u="none" strike="noStrike" kern="1200" cap="none" spc="0" normalizeH="0" baseline="0" noProof="0" dirty="0" err="1">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i</a:t>
            </a:r>
            <a:r>
              <a:rPr kumimoji="0" lang="en-US"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]&lt;=</a:t>
            </a:r>
            <a:r>
              <a:rPr kumimoji="0" lang="en-US" altLang="zh-CN" sz="1800" b="1" i="0" u="none" strike="noStrike" kern="1200" cap="none" spc="0" normalizeH="0" baseline="0" noProof="0" dirty="0" err="1">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restw;i</a:t>
            </a:r>
            <a:r>
              <a:rPr kumimoji="0" lang="en-US"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a:t>
            </a:r>
            <a:endParaRPr kumimoji="0" lang="zh-CN"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   {  x[</a:t>
            </a:r>
            <a:r>
              <a:rPr kumimoji="0" lang="en-US" altLang="zh-CN" sz="1800" b="1" i="0" u="none" strike="noStrike" kern="1200" cap="none" spc="0" normalizeH="0" baseline="0" noProof="0" dirty="0" err="1">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i</a:t>
            </a:r>
            <a:r>
              <a:rPr kumimoji="0" lang="en-US"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]=1;				//</a:t>
            </a:r>
            <a:r>
              <a:rPr kumimoji="0" lang="zh-CN"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选择集装箱</a:t>
            </a:r>
            <a:r>
              <a:rPr kumimoji="0" lang="en-US" altLang="zh-CN" sz="1800" b="1" i="0" u="none" strike="noStrike" kern="1200" cap="none" spc="0" normalizeH="0" baseline="0" noProof="0" dirty="0" err="1">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i</a:t>
            </a:r>
            <a:endParaRPr kumimoji="0" lang="zh-CN"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      </a:t>
            </a:r>
            <a:r>
              <a:rPr kumimoji="0" lang="en-US" altLang="zh-CN" sz="1800" b="1" i="0" u="none" strike="noStrike" kern="1200" cap="none" spc="0" normalizeH="0" baseline="0" noProof="0" dirty="0" err="1">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restw</a:t>
            </a:r>
            <a:r>
              <a:rPr kumimoji="0" lang="en-US"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-=w[</a:t>
            </a:r>
            <a:r>
              <a:rPr kumimoji="0" lang="en-US" altLang="zh-CN" sz="1800" b="1" i="0" u="none" strike="noStrike" kern="1200" cap="none" spc="0" normalizeH="0" baseline="0" noProof="0" dirty="0" err="1">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i</a:t>
            </a:r>
            <a:r>
              <a:rPr kumimoji="0" lang="en-US"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			//</a:t>
            </a:r>
            <a:r>
              <a:rPr kumimoji="0" lang="zh-CN"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减少剩余重量</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      </a:t>
            </a:r>
            <a:r>
              <a:rPr kumimoji="0" lang="en-US" altLang="zh-CN" sz="1800" b="1" i="0" u="none" strike="noStrike" kern="1200" cap="none" spc="0" normalizeH="0" baseline="0" noProof="0" dirty="0" err="1">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maxw</a:t>
            </a:r>
            <a:r>
              <a:rPr kumimoji="0" lang="en-US"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+=w[</a:t>
            </a:r>
            <a:r>
              <a:rPr kumimoji="0" lang="en-US" altLang="zh-CN" sz="1800" b="1" i="0" u="none" strike="noStrike" kern="1200" cap="none" spc="0" normalizeH="0" baseline="0" noProof="0" dirty="0" err="1">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i</a:t>
            </a:r>
            <a:r>
              <a:rPr kumimoji="0" lang="en-US"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			//</a:t>
            </a:r>
            <a:r>
              <a:rPr kumimoji="0" lang="zh-CN"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累计装载总重量</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   }</a:t>
            </a:r>
            <a:endParaRPr kumimoji="0" lang="zh-CN"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a:t>
            </a:r>
            <a:endParaRPr kumimoji="0" lang="zh-CN"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endParaRPr>
          </a:p>
        </p:txBody>
      </p:sp>
    </p:spTree>
  </p:cSld>
  <p:clrMapOvr>
    <a:overrideClrMapping bg1="lt1" tx1="dk1" bg2="lt2" tx2="dk2" accent1="accent1" accent2="accent2" accent3="accent3" accent4="accent4" accent5="accent5" accent6="accent6" hlink="hlink" folHlink="folHlink"/>
  </p:clrMapOvr>
  <p:transition/>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2114711" y="3299048"/>
            <a:ext cx="4143404" cy="1898015"/>
          </a:xfrm>
          <a:prstGeom prst="rect">
            <a:avLst/>
          </a:prstGeom>
        </p:spPr>
        <p:style>
          <a:lnRef idx="2">
            <a:schemeClr val="accent6"/>
          </a:lnRef>
          <a:fillRef idx="1">
            <a:schemeClr val="lt1"/>
          </a:fillRef>
          <a:effectRef idx="0">
            <a:schemeClr val="accent6"/>
          </a:effectRef>
          <a:fontRef idx="minor">
            <a:schemeClr val="dk1"/>
          </a:fontRef>
        </p:style>
        <p:txBody>
          <a:bodyPr wrap="square" lIns="216000" tIns="180000" bIns="180000"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zh-CN" sz="2000" b="1"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最优方案</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  </a:t>
            </a:r>
            <a:r>
              <a:rPr kumimoji="0" lang="zh-CN" altLang="zh-CN" sz="2000" b="1"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选取重量为</a:t>
            </a:r>
            <a:r>
              <a:rPr kumimoji="0" lang="en-US" altLang="zh-CN" sz="2000" b="1"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2</a:t>
            </a:r>
            <a:r>
              <a:rPr kumimoji="0" lang="zh-CN" altLang="zh-CN" sz="2000" b="1"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的集装箱</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  </a:t>
            </a:r>
            <a:r>
              <a:rPr kumimoji="0" lang="zh-CN" altLang="zh-CN" sz="2000" b="1"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选取重量为</a:t>
            </a:r>
            <a:r>
              <a:rPr kumimoji="0" lang="en-US" altLang="zh-CN" sz="2000" b="1"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3</a:t>
            </a:r>
            <a:r>
              <a:rPr kumimoji="0" lang="zh-CN" altLang="zh-CN" sz="2000" b="1"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的集装箱</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  </a:t>
            </a:r>
            <a:r>
              <a:rPr kumimoji="0" lang="zh-CN" altLang="zh-CN" sz="2000" b="1"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选取重量为</a:t>
            </a:r>
            <a:r>
              <a:rPr kumimoji="0" lang="en-US" altLang="zh-CN" sz="2000" b="1"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4</a:t>
            </a:r>
            <a:r>
              <a:rPr kumimoji="0" lang="zh-CN" altLang="zh-CN" sz="2000" b="1"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的集装箱</a:t>
            </a: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zh-CN" sz="2000" b="1"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总重量</a:t>
            </a:r>
            <a:r>
              <a:rPr kumimoji="0" lang="en-US" altLang="zh-CN" sz="2000" b="1"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=9</a:t>
            </a:r>
          </a:p>
        </p:txBody>
      </p:sp>
      <p:sp>
        <p:nvSpPr>
          <p:cNvPr id="3" name="TextBox 2"/>
          <p:cNvSpPr txBox="1"/>
          <p:nvPr/>
        </p:nvSpPr>
        <p:spPr>
          <a:xfrm>
            <a:off x="971731" y="1298484"/>
            <a:ext cx="7886065" cy="974725"/>
          </a:xfrm>
          <a:prstGeom prst="rect">
            <a:avLst/>
          </a:prstGeom>
          <a:solidFill>
            <a:schemeClr val="bg1">
              <a:lumMod val="9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5"/>
          </a:lnRef>
          <a:fillRef idx="2">
            <a:schemeClr val="accent5"/>
          </a:fillRef>
          <a:effectRef idx="1">
            <a:schemeClr val="accent5"/>
          </a:effectRef>
          <a:fontRef idx="minor">
            <a:schemeClr val="dk1"/>
          </a:fontRef>
        </p:style>
        <p:txBody>
          <a:bodyPr wrap="square" lIns="144000" tIns="180000" bIns="180000"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int w[]={0,5,2,6,4,3};	//</a:t>
            </a:r>
            <a:r>
              <a:rPr kumimoji="0" lang="zh-CN" altLang="zh-CN" sz="20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各集装箱重量</a:t>
            </a:r>
            <a:r>
              <a:rPr kumimoji="0" lang="en-US" altLang="zh-CN" sz="20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a:t>
            </a:r>
            <a:r>
              <a:rPr kumimoji="0" lang="zh-CN" altLang="zh-CN" sz="20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不用下标</a:t>
            </a:r>
            <a:r>
              <a:rPr kumimoji="0" lang="en-US" altLang="zh-CN" sz="20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0</a:t>
            </a:r>
            <a:r>
              <a:rPr kumimoji="0" lang="zh-CN" altLang="zh-CN" sz="20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的元素</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int n=5,W=10;</a:t>
            </a:r>
          </a:p>
        </p:txBody>
      </p:sp>
      <p:sp>
        <p:nvSpPr>
          <p:cNvPr id="4" name="下箭头 3"/>
          <p:cNvSpPr/>
          <p:nvPr/>
        </p:nvSpPr>
        <p:spPr>
          <a:xfrm>
            <a:off x="3829223" y="2319236"/>
            <a:ext cx="357190" cy="785818"/>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prstClr val="white"/>
              </a:solidFill>
              <a:effectLst/>
              <a:uLnTx/>
              <a:uFillTx/>
              <a:latin typeface="Franklin Gothic Book" panose="020B0503020102020204"/>
              <a:ea typeface="华文楷体" panose="02010600040101010101" pitchFamily="2" charset="-122"/>
              <a:cs typeface="+mn-cs"/>
            </a:endParaRPr>
          </a:p>
        </p:txBody>
      </p:sp>
    </p:spTree>
  </p:cSld>
  <p:clrMapOvr>
    <a:overrideClrMapping bg1="lt1" tx1="dk1" bg2="lt2" tx2="dk2" accent1="accent1" accent2="accent2" accent3="accent3" accent4="accent4" accent5="accent5" accent6="accent6" hlink="hlink" folHlink="folHlink"/>
  </p:clrMapOvr>
  <p:transition/>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845658" y="1716712"/>
            <a:ext cx="7715304" cy="1103572"/>
          </a:xfrm>
          <a:prstGeom prst="rect">
            <a:avLst/>
          </a:prstGeom>
          <a:noFill/>
        </p:spPr>
        <p:txBody>
          <a:bodyPr wrap="square" rtlCol="0">
            <a:spAutoFit/>
          </a:bodyPr>
          <a:lstStyle/>
          <a:p>
            <a:pPr marL="0" marR="0" lvl="0" indent="0" algn="l" defTabSz="914400" rtl="0" eaLnBrk="1" fontAlgn="base" latinLnBrk="0" hangingPunct="1">
              <a:lnSpc>
                <a:spcPct val="150000"/>
              </a:lnSpc>
              <a:spcBef>
                <a:spcPct val="0"/>
              </a:spcBef>
              <a:spcAft>
                <a:spcPct val="0"/>
              </a:spcAft>
              <a:buClrTx/>
              <a:buSzTx/>
              <a:buFontTx/>
              <a:buNone/>
              <a:defRPr/>
            </a:pPr>
            <a:r>
              <a:rPr kumimoji="0" lang="en-US" altLang="zh-CN" sz="2300" i="0" u="none" strike="noStrike" kern="1200" cap="none" spc="0" normalizeH="0" baseline="0" noProof="0" dirty="0">
                <a:ln>
                  <a:noFill/>
                </a:ln>
                <a:solidFill>
                  <a:srgbClr val="0000FF"/>
                </a:solidFill>
                <a:effectLst/>
                <a:uLnTx/>
                <a:uFillTx/>
                <a:latin typeface="微软雅黑" panose="020B0503020204020204" charset="-122"/>
                <a:ea typeface="微软雅黑" panose="020B0503020204020204" charset="-122"/>
                <a:cs typeface="微软雅黑" panose="020B0503020204020204" charset="-122"/>
              </a:rPr>
              <a:t>    </a:t>
            </a:r>
            <a:r>
              <a:rPr kumimoji="0" lang="zh-CN" altLang="zh-CN" sz="2300" b="1" i="0" u="none" strike="noStrike" kern="120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cs typeface="微软雅黑" panose="020B0503020204020204" charset="-122"/>
              </a:rPr>
              <a:t>【算法分析】</a:t>
            </a:r>
            <a:r>
              <a:rPr kumimoji="0" lang="zh-CN"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算法的主要时间花费在排序上，时间复杂度为</a:t>
            </a:r>
            <a:r>
              <a:rPr kumimoji="0" lang="en-US"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O(</a:t>
            </a:r>
            <a:r>
              <a:rPr kumimoji="0" lang="en-US" altLang="zh-CN" sz="2300" b="1" i="1"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n</a:t>
            </a:r>
            <a:r>
              <a:rPr kumimoji="0" lang="en-US"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log</a:t>
            </a:r>
            <a:r>
              <a:rPr kumimoji="0" lang="en-US" altLang="zh-CN" sz="2300" b="1" i="0" u="none" strike="noStrike" kern="1200" cap="none" spc="0" normalizeH="0" baseline="-2500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2</a:t>
            </a:r>
            <a:r>
              <a:rPr kumimoji="0" lang="en-US" altLang="zh-CN" sz="2300" b="1" i="1"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n</a:t>
            </a:r>
            <a:r>
              <a:rPr kumimoji="0" lang="en-US"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zh-CN"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p>
        </p:txBody>
      </p:sp>
    </p:spTree>
  </p:cSld>
  <p:clrMapOvr>
    <a:overrideClrMapping bg1="lt1" tx1="dk1" bg2="lt2" tx2="dk2" accent1="accent1" accent2="accent2" accent3="accent3" accent4="accent4" accent5="accent5" accent6="accent6" hlink="hlink" folHlink="folHlink"/>
  </p:clrMapOvr>
  <p:transition/>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25602" name="Rectangle 3"/>
          <p:cNvSpPr>
            <a:spLocks noGrp="1"/>
          </p:cNvSpPr>
          <p:nvPr>
            <p:ph idx="1"/>
          </p:nvPr>
        </p:nvSpPr>
        <p:spPr>
          <a:xfrm>
            <a:off x="913130" y="1222375"/>
            <a:ext cx="7778115" cy="4730115"/>
          </a:xfrm>
        </p:spPr>
        <p:txBody>
          <a:bodyPr vert="horz" wrap="square" lIns="91440" tIns="45720" rIns="91440" bIns="45720" anchor="t" anchorCtr="0"/>
          <a:lstStyle/>
          <a:p>
            <a:pPr fontAlgn="auto">
              <a:lnSpc>
                <a:spcPct val="150000"/>
              </a:lnSpc>
            </a:pPr>
            <a:r>
              <a:rPr lang="en-US" altLang="zh-CN" sz="2300" b="1" dirty="0">
                <a:solidFill>
                  <a:srgbClr val="0000FF"/>
                </a:solidFill>
                <a:latin typeface="华文楷体" panose="02010600040101010101" pitchFamily="2" charset="-122"/>
                <a:ea typeface="华文楷体" panose="02010600040101010101" pitchFamily="2" charset="-122"/>
              </a:rPr>
              <a:t>0-1</a:t>
            </a:r>
            <a:r>
              <a:rPr lang="zh-CN" altLang="en-US" sz="2300" b="1" dirty="0">
                <a:solidFill>
                  <a:srgbClr val="0000FF"/>
                </a:solidFill>
                <a:latin typeface="华文楷体" panose="02010600040101010101" pitchFamily="2" charset="-122"/>
                <a:ea typeface="华文楷体" panose="02010600040101010101" pitchFamily="2" charset="-122"/>
              </a:rPr>
              <a:t>背包问题： </a:t>
            </a:r>
          </a:p>
          <a:p>
            <a:pPr fontAlgn="auto">
              <a:lnSpc>
                <a:spcPct val="150000"/>
              </a:lnSpc>
              <a:buNone/>
            </a:pPr>
            <a:r>
              <a:rPr lang="zh-CN" altLang="en-US" sz="2300" b="1" dirty="0">
                <a:solidFill>
                  <a:srgbClr val="0000FF"/>
                </a:solidFill>
                <a:latin typeface="华文楷体" panose="02010600040101010101" pitchFamily="2" charset="-122"/>
                <a:ea typeface="华文楷体" panose="02010600040101010101" pitchFamily="2" charset="-122"/>
              </a:rPr>
              <a:t>      给定</a:t>
            </a:r>
            <a:r>
              <a:rPr lang="en-US" altLang="zh-CN" sz="2300" b="1" dirty="0">
                <a:solidFill>
                  <a:srgbClr val="0000FF"/>
                </a:solidFill>
                <a:latin typeface="华文楷体" panose="02010600040101010101" pitchFamily="2" charset="-122"/>
                <a:ea typeface="华文楷体" panose="02010600040101010101" pitchFamily="2" charset="-122"/>
              </a:rPr>
              <a:t>n</a:t>
            </a:r>
            <a:r>
              <a:rPr lang="zh-CN" altLang="en-US" sz="2300" b="1" dirty="0">
                <a:solidFill>
                  <a:srgbClr val="0000FF"/>
                </a:solidFill>
                <a:latin typeface="华文楷体" panose="02010600040101010101" pitchFamily="2" charset="-122"/>
                <a:ea typeface="华文楷体" panose="02010600040101010101" pitchFamily="2" charset="-122"/>
              </a:rPr>
              <a:t>种物品和一个背包。物品</a:t>
            </a:r>
            <a:r>
              <a:rPr lang="en-US" altLang="zh-CN" sz="2300" b="1" dirty="0">
                <a:solidFill>
                  <a:srgbClr val="0000FF"/>
                </a:solidFill>
                <a:latin typeface="华文楷体" panose="02010600040101010101" pitchFamily="2" charset="-122"/>
                <a:ea typeface="华文楷体" panose="02010600040101010101" pitchFamily="2" charset="-122"/>
              </a:rPr>
              <a:t>i</a:t>
            </a:r>
            <a:r>
              <a:rPr lang="zh-CN" altLang="en-US" sz="2300" b="1" dirty="0">
                <a:solidFill>
                  <a:srgbClr val="0000FF"/>
                </a:solidFill>
                <a:latin typeface="华文楷体" panose="02010600040101010101" pitchFamily="2" charset="-122"/>
                <a:ea typeface="华文楷体" panose="02010600040101010101" pitchFamily="2" charset="-122"/>
              </a:rPr>
              <a:t>的重量是</a:t>
            </a:r>
            <a:r>
              <a:rPr lang="en-US" altLang="zh-CN" sz="2300" b="1" dirty="0">
                <a:solidFill>
                  <a:srgbClr val="0000FF"/>
                </a:solidFill>
                <a:latin typeface="华文楷体" panose="02010600040101010101" pitchFamily="2" charset="-122"/>
                <a:ea typeface="华文楷体" panose="02010600040101010101" pitchFamily="2" charset="-122"/>
              </a:rPr>
              <a:t>Wi</a:t>
            </a:r>
            <a:r>
              <a:rPr lang="zh-CN" altLang="en-US" sz="2300" b="1" dirty="0">
                <a:solidFill>
                  <a:srgbClr val="0000FF"/>
                </a:solidFill>
                <a:latin typeface="华文楷体" panose="02010600040101010101" pitchFamily="2" charset="-122"/>
                <a:ea typeface="华文楷体" panose="02010600040101010101" pitchFamily="2" charset="-122"/>
              </a:rPr>
              <a:t>，其价值为</a:t>
            </a:r>
            <a:r>
              <a:rPr lang="en-US" altLang="zh-CN" sz="2300" b="1" dirty="0">
                <a:solidFill>
                  <a:srgbClr val="0000FF"/>
                </a:solidFill>
                <a:latin typeface="华文楷体" panose="02010600040101010101" pitchFamily="2" charset="-122"/>
                <a:ea typeface="华文楷体" panose="02010600040101010101" pitchFamily="2" charset="-122"/>
              </a:rPr>
              <a:t>Vi</a:t>
            </a:r>
            <a:r>
              <a:rPr lang="zh-CN" altLang="en-US" sz="2300" b="1" dirty="0">
                <a:solidFill>
                  <a:srgbClr val="0000FF"/>
                </a:solidFill>
                <a:latin typeface="华文楷体" panose="02010600040101010101" pitchFamily="2" charset="-122"/>
                <a:ea typeface="华文楷体" panose="02010600040101010101" pitchFamily="2" charset="-122"/>
              </a:rPr>
              <a:t>，背包的容量为</a:t>
            </a:r>
            <a:r>
              <a:rPr lang="en-US" altLang="zh-CN" sz="2300" b="1" dirty="0">
                <a:solidFill>
                  <a:srgbClr val="0000FF"/>
                </a:solidFill>
                <a:latin typeface="华文楷体" panose="02010600040101010101" pitchFamily="2" charset="-122"/>
                <a:ea typeface="华文楷体" panose="02010600040101010101" pitchFamily="2" charset="-122"/>
              </a:rPr>
              <a:t>C</a:t>
            </a:r>
            <a:r>
              <a:rPr lang="zh-CN" altLang="en-US" sz="2300" b="1" dirty="0">
                <a:solidFill>
                  <a:srgbClr val="0000FF"/>
                </a:solidFill>
                <a:latin typeface="华文楷体" panose="02010600040101010101" pitchFamily="2" charset="-122"/>
                <a:ea typeface="华文楷体" panose="02010600040101010101" pitchFamily="2" charset="-122"/>
              </a:rPr>
              <a:t>。应如何选择装入背包的物品，使得装入背包中物品的总价值最大</a:t>
            </a:r>
            <a:r>
              <a:rPr lang="en-US" altLang="zh-CN" sz="2300" b="1" dirty="0">
                <a:solidFill>
                  <a:srgbClr val="0000FF"/>
                </a:solidFill>
                <a:latin typeface="华文楷体" panose="02010600040101010101" pitchFamily="2" charset="-122"/>
                <a:ea typeface="华文楷体" panose="02010600040101010101" pitchFamily="2" charset="-122"/>
              </a:rPr>
              <a:t>?</a:t>
            </a:r>
          </a:p>
          <a:p>
            <a:pPr fontAlgn="auto">
              <a:lnSpc>
                <a:spcPct val="150000"/>
              </a:lnSpc>
              <a:buNone/>
            </a:pPr>
            <a:endParaRPr lang="en-US" altLang="zh-CN" sz="2300" dirty="0">
              <a:latin typeface="微软雅黑" panose="020B0503020204020204" charset="-122"/>
              <a:ea typeface="微软雅黑" panose="020B0503020204020204" charset="-122"/>
            </a:endParaRPr>
          </a:p>
        </p:txBody>
      </p:sp>
      <p:sp>
        <p:nvSpPr>
          <p:cNvPr id="33796" name="Rectangle 4"/>
          <p:cNvSpPr/>
          <p:nvPr/>
        </p:nvSpPr>
        <p:spPr>
          <a:xfrm>
            <a:off x="1401329" y="3997396"/>
            <a:ext cx="6395720" cy="1153160"/>
          </a:xfrm>
          <a:prstGeom prst="rect">
            <a:avLst/>
          </a:prstGeom>
          <a:solidFill>
            <a:srgbClr val="FFFF00"/>
          </a:solidFill>
          <a:ln w="50800" cap="flat" cmpd="sng">
            <a:solidFill>
              <a:srgbClr val="FF6600"/>
            </a:solidFill>
            <a:prstDash val="solid"/>
            <a:miter/>
            <a:headEnd type="none" w="med" len="med"/>
            <a:tailEnd type="none" w="med" len="med"/>
          </a:ln>
        </p:spPr>
        <p:txBody>
          <a:bodyPr wrap="square" anchor="ctr" anchorCtr="0">
            <a:spAutoFit/>
          </a:bodyPr>
          <a:lstStyle/>
          <a:p>
            <a:r>
              <a:rPr lang="en-US" altLang="zh-CN" sz="2300" b="1" dirty="0">
                <a:solidFill>
                  <a:schemeClr val="accent2"/>
                </a:solidFill>
                <a:latin typeface="微软雅黑" panose="020B0503020204020204" charset="-122"/>
                <a:ea typeface="微软雅黑" panose="020B0503020204020204" charset="-122"/>
              </a:rPr>
              <a:t>    </a:t>
            </a:r>
            <a:r>
              <a:rPr lang="zh-CN" altLang="en-US" sz="2300" b="1" dirty="0">
                <a:solidFill>
                  <a:srgbClr val="0000FF"/>
                </a:solidFill>
                <a:latin typeface="华文楷体" panose="02010600040101010101" pitchFamily="2" charset="-122"/>
                <a:ea typeface="华文楷体" panose="02010600040101010101" pitchFamily="2" charset="-122"/>
              </a:rPr>
              <a:t>在选择装入背包的物品时，对每种物品</a:t>
            </a:r>
            <a:r>
              <a:rPr lang="en-US" altLang="zh-CN" sz="2300" b="1" dirty="0">
                <a:solidFill>
                  <a:srgbClr val="0000FF"/>
                </a:solidFill>
                <a:latin typeface="华文楷体" panose="02010600040101010101" pitchFamily="2" charset="-122"/>
                <a:ea typeface="华文楷体" panose="02010600040101010101" pitchFamily="2" charset="-122"/>
              </a:rPr>
              <a:t>i</a:t>
            </a:r>
            <a:r>
              <a:rPr lang="zh-CN" altLang="en-US" sz="2300" b="1" dirty="0">
                <a:solidFill>
                  <a:srgbClr val="0000FF"/>
                </a:solidFill>
                <a:latin typeface="华文楷体" panose="02010600040101010101" pitchFamily="2" charset="-122"/>
                <a:ea typeface="华文楷体" panose="02010600040101010101" pitchFamily="2" charset="-122"/>
              </a:rPr>
              <a:t>只有</a:t>
            </a:r>
            <a:r>
              <a:rPr lang="en-US" altLang="zh-CN" sz="2300" b="1" dirty="0">
                <a:solidFill>
                  <a:srgbClr val="0000FF"/>
                </a:solidFill>
                <a:latin typeface="华文楷体" panose="02010600040101010101" pitchFamily="2" charset="-122"/>
                <a:ea typeface="华文楷体" panose="02010600040101010101" pitchFamily="2" charset="-122"/>
              </a:rPr>
              <a:t>2</a:t>
            </a:r>
            <a:r>
              <a:rPr lang="zh-CN" altLang="en-US" sz="2300" b="1" dirty="0">
                <a:solidFill>
                  <a:srgbClr val="0000FF"/>
                </a:solidFill>
                <a:latin typeface="华文楷体" panose="02010600040101010101" pitchFamily="2" charset="-122"/>
                <a:ea typeface="华文楷体" panose="02010600040101010101" pitchFamily="2" charset="-122"/>
              </a:rPr>
              <a:t>种选择，即装入背包或不装入背包。不能将物品</a:t>
            </a:r>
            <a:r>
              <a:rPr lang="en-US" altLang="zh-CN" sz="2300" b="1" dirty="0">
                <a:solidFill>
                  <a:srgbClr val="0000FF"/>
                </a:solidFill>
                <a:latin typeface="华文楷体" panose="02010600040101010101" pitchFamily="2" charset="-122"/>
                <a:ea typeface="华文楷体" panose="02010600040101010101" pitchFamily="2" charset="-122"/>
              </a:rPr>
              <a:t>i</a:t>
            </a:r>
            <a:r>
              <a:rPr lang="zh-CN" altLang="en-US" sz="2300" b="1" dirty="0">
                <a:solidFill>
                  <a:srgbClr val="0000FF"/>
                </a:solidFill>
                <a:latin typeface="华文楷体" panose="02010600040101010101" pitchFamily="2" charset="-122"/>
                <a:ea typeface="华文楷体" panose="02010600040101010101" pitchFamily="2" charset="-122"/>
              </a:rPr>
              <a:t>装入背包多次，也不能只装入部分的物品</a:t>
            </a:r>
            <a:r>
              <a:rPr lang="en-US" altLang="zh-CN" sz="2300" b="1" dirty="0">
                <a:solidFill>
                  <a:srgbClr val="0000FF"/>
                </a:solidFill>
                <a:latin typeface="华文楷体" panose="02010600040101010101" pitchFamily="2" charset="-122"/>
                <a:ea typeface="华文楷体" panose="02010600040101010101" pitchFamily="2" charset="-122"/>
              </a:rPr>
              <a:t>i</a:t>
            </a:r>
            <a:r>
              <a:rPr lang="zh-CN" altLang="en-US" sz="2300" b="1" dirty="0">
                <a:solidFill>
                  <a:srgbClr val="0000FF"/>
                </a:solidFill>
                <a:latin typeface="华文楷体" panose="02010600040101010101" pitchFamily="2" charset="-122"/>
                <a:ea typeface="华文楷体" panose="02010600040101010101" pitchFamily="2" charset="-122"/>
              </a:rPr>
              <a:t>。</a:t>
            </a:r>
          </a:p>
        </p:txBody>
      </p:sp>
      <p:sp>
        <p:nvSpPr>
          <p:cNvPr id="3" name="基础扎实 / Strong Preparation">
            <a:extLst>
              <a:ext uri="{FF2B5EF4-FFF2-40B4-BE49-F238E27FC236}">
                <a16:creationId xmlns:a16="http://schemas.microsoft.com/office/drawing/2014/main" id="{79F2A303-5329-8E2C-5EAB-EBF143156FC3}"/>
              </a:ext>
            </a:extLst>
          </p:cNvPr>
          <p:cNvSpPr txBox="1"/>
          <p:nvPr/>
        </p:nvSpPr>
        <p:spPr>
          <a:xfrm>
            <a:off x="2605230" y="367895"/>
            <a:ext cx="5868878" cy="561530"/>
          </a:xfrm>
          <a:prstGeom prst="rect">
            <a:avLst/>
          </a:prstGeom>
          <a:noFill/>
          <a:ln>
            <a:noFill/>
          </a:ln>
        </p:spPr>
        <p:txBody>
          <a:bodyPr wrap="square" lIns="68533" tIns="34266" rIns="68533" bIns="34266" rtlCol="0">
            <a:spAutoFit/>
          </a:bodyPr>
          <a:lstStyle/>
          <a:p>
            <a:pPr algn="ctr" defTabSz="950405" fontAlgn="auto">
              <a:spcBef>
                <a:spcPts val="0"/>
              </a:spcBef>
              <a:spcAft>
                <a:spcPts val="0"/>
              </a:spcAft>
              <a:buClr>
                <a:prstClr val="white"/>
              </a:buClr>
              <a:defRPr/>
            </a:pPr>
            <a:r>
              <a:rPr lang="en-US" altLang="zh-CN" sz="3199" b="1" spc="50" dirty="0">
                <a:ln w="11430"/>
                <a:solidFill>
                  <a:srgbClr val="006600"/>
                </a:solidFill>
                <a:latin typeface="华文楷体" panose="02010600040101010101" pitchFamily="2" charset="-122"/>
                <a:ea typeface="华文楷体" panose="02010600040101010101" pitchFamily="2" charset="-122"/>
                <a:sym typeface="Arial" panose="020B0604020202020204" pitchFamily="34" charset="0"/>
              </a:rPr>
              <a:t>6</a:t>
            </a:r>
            <a:r>
              <a:rPr lang="zh-CN" altLang="en-US" sz="3199" b="1" spc="50" dirty="0">
                <a:ln w="11430"/>
                <a:solidFill>
                  <a:srgbClr val="006600"/>
                </a:solidFill>
                <a:latin typeface="华文楷体" panose="02010600040101010101" pitchFamily="2" charset="-122"/>
                <a:ea typeface="华文楷体" panose="02010600040101010101" pitchFamily="2" charset="-122"/>
                <a:sym typeface="Arial" panose="020B0604020202020204" pitchFamily="34" charset="0"/>
              </a:rPr>
              <a:t>.</a:t>
            </a:r>
            <a:r>
              <a:rPr lang="en-US" altLang="zh-CN" sz="3199" b="1" spc="50" dirty="0">
                <a:ln w="11430"/>
                <a:solidFill>
                  <a:srgbClr val="006600"/>
                </a:solidFill>
                <a:latin typeface="华文楷体" panose="02010600040101010101" pitchFamily="2" charset="-122"/>
                <a:ea typeface="华文楷体" panose="02010600040101010101" pitchFamily="2" charset="-122"/>
                <a:sym typeface="Arial" panose="020B0604020202020204" pitchFamily="34" charset="0"/>
              </a:rPr>
              <a:t>3</a:t>
            </a:r>
            <a:r>
              <a:rPr lang="zh-CN" altLang="en-US" sz="3199" b="1" spc="50" dirty="0">
                <a:ln w="11430"/>
                <a:solidFill>
                  <a:srgbClr val="006600"/>
                </a:solidFill>
                <a:latin typeface="华文楷体" panose="02010600040101010101" pitchFamily="2" charset="-122"/>
                <a:ea typeface="华文楷体" panose="02010600040101010101" pitchFamily="2" charset="-122"/>
                <a:sym typeface="Arial" panose="020B0604020202020204" pitchFamily="34" charset="0"/>
              </a:rPr>
              <a:t> 背包问题</a:t>
            </a:r>
          </a:p>
        </p:txBody>
      </p:sp>
    </p:spTree>
  </p:cSld>
  <p:clrMapOvr>
    <a:overrideClrMapping bg1="lt1" tx1="dk1" bg2="lt2" tx2="dk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3796"/>
                                        </p:tgtEl>
                                        <p:attrNameLst>
                                          <p:attrName>style.visibility</p:attrName>
                                        </p:attrNameLst>
                                      </p:cBhvr>
                                      <p:to>
                                        <p:strVal val="visible"/>
                                      </p:to>
                                    </p:set>
                                    <p:anim calcmode="lin" valueType="num">
                                      <p:cBhvr additive="base">
                                        <p:cTn id="7" dur="500" fill="hold"/>
                                        <p:tgtEl>
                                          <p:spTgt spid="33796"/>
                                        </p:tgtEl>
                                        <p:attrNameLst>
                                          <p:attrName>ppt_x</p:attrName>
                                        </p:attrNameLst>
                                      </p:cBhvr>
                                      <p:tavLst>
                                        <p:tav tm="0">
                                          <p:val>
                                            <p:strVal val="#ppt_x"/>
                                          </p:val>
                                        </p:tav>
                                        <p:tav tm="100000">
                                          <p:val>
                                            <p:strVal val="#ppt_x"/>
                                          </p:val>
                                        </p:tav>
                                      </p:tavLst>
                                    </p:anim>
                                    <p:anim calcmode="lin" valueType="num">
                                      <p:cBhvr additive="base">
                                        <p:cTn id="8" dur="500" fill="hold"/>
                                        <p:tgtEl>
                                          <p:spTgt spid="3379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6" grpId="0" bldLvl="0" animBg="1"/>
    </p:bldLst>
  </p:timing>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26626" name="Rectangle 3"/>
          <p:cNvSpPr>
            <a:spLocks noGrp="1"/>
          </p:cNvSpPr>
          <p:nvPr>
            <p:ph idx="1"/>
          </p:nvPr>
        </p:nvSpPr>
        <p:spPr>
          <a:xfrm>
            <a:off x="1003300" y="1341755"/>
            <a:ext cx="7677785" cy="3957955"/>
          </a:xfrm>
        </p:spPr>
        <p:txBody>
          <a:bodyPr vert="horz" wrap="square" lIns="91440" tIns="45720" rIns="91440" bIns="45720" anchor="t" anchorCtr="0"/>
          <a:lstStyle/>
          <a:p>
            <a:pPr fontAlgn="auto">
              <a:lnSpc>
                <a:spcPct val="150000"/>
              </a:lnSpc>
            </a:pPr>
            <a:r>
              <a:rPr lang="zh-CN" altLang="en-US" sz="2300" b="1" dirty="0">
                <a:solidFill>
                  <a:srgbClr val="0000FF"/>
                </a:solidFill>
                <a:latin typeface="华文楷体" panose="02010600040101010101" pitchFamily="2" charset="-122"/>
                <a:ea typeface="华文楷体" panose="02010600040101010101" pitchFamily="2" charset="-122"/>
              </a:rPr>
              <a:t>部分背包问题：</a:t>
            </a:r>
            <a:r>
              <a:rPr lang="zh-CN" altLang="en-US" sz="2300" dirty="0">
                <a:solidFill>
                  <a:srgbClr val="0000FF"/>
                </a:solidFill>
                <a:latin typeface="华文楷体" panose="02010600040101010101" pitchFamily="2" charset="-122"/>
                <a:ea typeface="华文楷体" panose="02010600040101010101" pitchFamily="2" charset="-122"/>
              </a:rPr>
              <a:t> </a:t>
            </a:r>
          </a:p>
          <a:p>
            <a:pPr fontAlgn="auto">
              <a:lnSpc>
                <a:spcPct val="150000"/>
              </a:lnSpc>
              <a:buNone/>
            </a:pPr>
            <a:r>
              <a:rPr lang="zh-CN" altLang="en-US" sz="2300" dirty="0">
                <a:solidFill>
                  <a:srgbClr val="0000FF"/>
                </a:solidFill>
                <a:latin typeface="华文楷体" panose="02010600040101010101" pitchFamily="2" charset="-122"/>
                <a:ea typeface="华文楷体" panose="02010600040101010101" pitchFamily="2" charset="-122"/>
              </a:rPr>
              <a:t>    	与</a:t>
            </a:r>
            <a:r>
              <a:rPr lang="en-US" altLang="zh-CN" sz="2300" dirty="0">
                <a:solidFill>
                  <a:srgbClr val="0000FF"/>
                </a:solidFill>
                <a:latin typeface="华文楷体" panose="02010600040101010101" pitchFamily="2" charset="-122"/>
                <a:ea typeface="华文楷体" panose="02010600040101010101" pitchFamily="2" charset="-122"/>
              </a:rPr>
              <a:t>0-1</a:t>
            </a:r>
            <a:r>
              <a:rPr lang="zh-CN" altLang="en-US" sz="2300" dirty="0">
                <a:solidFill>
                  <a:srgbClr val="0000FF"/>
                </a:solidFill>
                <a:latin typeface="华文楷体" panose="02010600040101010101" pitchFamily="2" charset="-122"/>
                <a:ea typeface="华文楷体" panose="02010600040101010101" pitchFamily="2" charset="-122"/>
              </a:rPr>
              <a:t>背包问题类似，所不同的是在选择物品</a:t>
            </a:r>
            <a:r>
              <a:rPr lang="en-US" altLang="zh-CN" sz="2300" dirty="0">
                <a:solidFill>
                  <a:srgbClr val="0000FF"/>
                </a:solidFill>
                <a:latin typeface="华文楷体" panose="02010600040101010101" pitchFamily="2" charset="-122"/>
                <a:ea typeface="华文楷体" panose="02010600040101010101" pitchFamily="2" charset="-122"/>
              </a:rPr>
              <a:t>i</a:t>
            </a:r>
            <a:r>
              <a:rPr lang="zh-CN" altLang="en-US" sz="2300" dirty="0">
                <a:solidFill>
                  <a:srgbClr val="0000FF"/>
                </a:solidFill>
                <a:latin typeface="华文楷体" panose="02010600040101010101" pitchFamily="2" charset="-122"/>
                <a:ea typeface="华文楷体" panose="02010600040101010101" pitchFamily="2" charset="-122"/>
              </a:rPr>
              <a:t>装入背包时，</a:t>
            </a:r>
            <a:r>
              <a:rPr lang="zh-CN" altLang="en-US" sz="2300" b="1" dirty="0">
                <a:solidFill>
                  <a:srgbClr val="FF0000"/>
                </a:solidFill>
                <a:latin typeface="华文楷体" panose="02010600040101010101" pitchFamily="2" charset="-122"/>
                <a:ea typeface="华文楷体" panose="02010600040101010101" pitchFamily="2" charset="-122"/>
              </a:rPr>
              <a:t>可以选择物品</a:t>
            </a:r>
            <a:r>
              <a:rPr lang="en-US" altLang="zh-CN" sz="2300" b="1" dirty="0">
                <a:solidFill>
                  <a:srgbClr val="FF0000"/>
                </a:solidFill>
                <a:latin typeface="华文楷体" panose="02010600040101010101" pitchFamily="2" charset="-122"/>
                <a:ea typeface="华文楷体" panose="02010600040101010101" pitchFamily="2" charset="-122"/>
              </a:rPr>
              <a:t>i</a:t>
            </a:r>
            <a:r>
              <a:rPr lang="zh-CN" altLang="en-US" sz="2300" b="1" dirty="0">
                <a:solidFill>
                  <a:srgbClr val="FF0000"/>
                </a:solidFill>
                <a:latin typeface="华文楷体" panose="02010600040101010101" pitchFamily="2" charset="-122"/>
                <a:ea typeface="华文楷体" panose="02010600040101010101" pitchFamily="2" charset="-122"/>
              </a:rPr>
              <a:t>的一部分</a:t>
            </a:r>
            <a:r>
              <a:rPr lang="zh-CN" altLang="en-US" sz="2300" dirty="0">
                <a:solidFill>
                  <a:srgbClr val="0000FF"/>
                </a:solidFill>
                <a:latin typeface="华文楷体" panose="02010600040101010101" pitchFamily="2" charset="-122"/>
                <a:ea typeface="华文楷体" panose="02010600040101010101" pitchFamily="2" charset="-122"/>
              </a:rPr>
              <a:t>，而不一定要全部装入背包，</a:t>
            </a:r>
            <a:r>
              <a:rPr lang="en-US" altLang="zh-CN" sz="2300" dirty="0">
                <a:solidFill>
                  <a:srgbClr val="0000FF"/>
                </a:solidFill>
                <a:latin typeface="华文楷体" panose="02010600040101010101" pitchFamily="2" charset="-122"/>
                <a:ea typeface="华文楷体" panose="02010600040101010101" pitchFamily="2" charset="-122"/>
              </a:rPr>
              <a:t>1≤i≤n</a:t>
            </a:r>
            <a:r>
              <a:rPr lang="zh-CN" altLang="en-US" sz="2300" dirty="0">
                <a:solidFill>
                  <a:srgbClr val="0000FF"/>
                </a:solidFill>
                <a:latin typeface="华文楷体" panose="02010600040101010101" pitchFamily="2" charset="-122"/>
                <a:ea typeface="华文楷体" panose="02010600040101010101" pitchFamily="2" charset="-122"/>
              </a:rPr>
              <a:t>。</a:t>
            </a:r>
          </a:p>
          <a:p>
            <a:pPr fontAlgn="auto">
              <a:lnSpc>
                <a:spcPct val="150000"/>
              </a:lnSpc>
              <a:buNone/>
            </a:pPr>
            <a:endParaRPr lang="zh-CN" altLang="en-US" sz="2300" dirty="0">
              <a:latin typeface="微软雅黑" panose="020B0503020204020204" charset="-122"/>
              <a:ea typeface="微软雅黑" panose="020B0503020204020204" charset="-122"/>
            </a:endParaRPr>
          </a:p>
          <a:p>
            <a:pPr fontAlgn="auto">
              <a:lnSpc>
                <a:spcPct val="150000"/>
              </a:lnSpc>
              <a:buNone/>
            </a:pPr>
            <a:endParaRPr lang="en-US" altLang="zh-CN" sz="2300" dirty="0">
              <a:latin typeface="微软雅黑" panose="020B0503020204020204" charset="-122"/>
              <a:ea typeface="微软雅黑" panose="020B0503020204020204" charset="-122"/>
            </a:endParaRPr>
          </a:p>
        </p:txBody>
      </p:sp>
      <p:sp>
        <p:nvSpPr>
          <p:cNvPr id="26627" name="Text Box 4"/>
          <p:cNvSpPr txBox="1"/>
          <p:nvPr/>
        </p:nvSpPr>
        <p:spPr>
          <a:xfrm>
            <a:off x="1271905" y="3662045"/>
            <a:ext cx="7390130" cy="1707515"/>
          </a:xfrm>
          <a:prstGeom prst="rect">
            <a:avLst/>
          </a:prstGeom>
          <a:noFill/>
          <a:ln w="6350">
            <a:noFill/>
          </a:ln>
        </p:spPr>
        <p:txBody>
          <a:bodyPr>
            <a:noAutofit/>
          </a:bodyPr>
          <a:lstStyle/>
          <a:p>
            <a:pPr>
              <a:lnSpc>
                <a:spcPct val="150000"/>
              </a:lnSpc>
              <a:spcBef>
                <a:spcPts val="0"/>
              </a:spcBef>
            </a:pPr>
            <a:r>
              <a:rPr lang="en-US" altLang="zh-CN" sz="2300" dirty="0">
                <a:latin typeface="微软雅黑" panose="020B0503020204020204" charset="-122"/>
                <a:ea typeface="微软雅黑" panose="020B0503020204020204" charset="-122"/>
              </a:rPr>
              <a:t>   </a:t>
            </a:r>
            <a:r>
              <a:rPr lang="zh-CN" altLang="en-US" sz="2300" b="1" dirty="0">
                <a:solidFill>
                  <a:srgbClr val="0000FF"/>
                </a:solidFill>
                <a:latin typeface="华文楷体" panose="02010600040101010101" pitchFamily="2" charset="-122"/>
                <a:ea typeface="华文楷体" panose="02010600040101010101" pitchFamily="2" charset="-122"/>
              </a:rPr>
              <a:t>这</a:t>
            </a:r>
            <a:r>
              <a:rPr lang="en-US" altLang="zh-CN" sz="2300" b="1" dirty="0">
                <a:solidFill>
                  <a:srgbClr val="0000FF"/>
                </a:solidFill>
                <a:latin typeface="华文楷体" panose="02010600040101010101" pitchFamily="2" charset="-122"/>
                <a:ea typeface="华文楷体" panose="02010600040101010101" pitchFamily="2" charset="-122"/>
              </a:rPr>
              <a:t>2</a:t>
            </a:r>
            <a:r>
              <a:rPr lang="zh-CN" altLang="en-US" sz="2300" b="1" dirty="0">
                <a:solidFill>
                  <a:srgbClr val="0000FF"/>
                </a:solidFill>
                <a:latin typeface="华文楷体" panose="02010600040101010101" pitchFamily="2" charset="-122"/>
                <a:ea typeface="华文楷体" panose="02010600040101010101" pitchFamily="2" charset="-122"/>
              </a:rPr>
              <a:t>类问题都具有最优子结构性质，极为相似，但背包问题可以用贪心算法求解，而</a:t>
            </a:r>
            <a:r>
              <a:rPr lang="en-US" altLang="zh-CN" sz="2300" b="1" dirty="0">
                <a:solidFill>
                  <a:srgbClr val="0000FF"/>
                </a:solidFill>
                <a:latin typeface="华文楷体" panose="02010600040101010101" pitchFamily="2" charset="-122"/>
                <a:ea typeface="华文楷体" panose="02010600040101010101" pitchFamily="2" charset="-122"/>
              </a:rPr>
              <a:t>0-1</a:t>
            </a:r>
            <a:r>
              <a:rPr lang="zh-CN" altLang="en-US" sz="2300" b="1" dirty="0">
                <a:solidFill>
                  <a:srgbClr val="0000FF"/>
                </a:solidFill>
                <a:latin typeface="华文楷体" panose="02010600040101010101" pitchFamily="2" charset="-122"/>
                <a:ea typeface="华文楷体" panose="02010600040101010101" pitchFamily="2" charset="-122"/>
              </a:rPr>
              <a:t>背包问题却不能用贪心算法求解。 </a:t>
            </a:r>
          </a:p>
        </p:txBody>
      </p:sp>
    </p:spTree>
  </p:cSld>
  <p:clrMapOvr>
    <a:overrideClrMapping bg1="lt1" tx1="dk1" bg2="lt2" tx2="dk2" accent1="accent1" accent2="accent2" accent3="accent3" accent4="accent4" accent5="accent5" accent6="accent6" hlink="hlink" folHlink="folHlink"/>
  </p:clrMapOvr>
  <p:transition/>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27650" name="Rectangle 3"/>
          <p:cNvSpPr>
            <a:spLocks noGrp="1"/>
          </p:cNvSpPr>
          <p:nvPr>
            <p:ph idx="1"/>
          </p:nvPr>
        </p:nvSpPr>
        <p:spPr>
          <a:xfrm>
            <a:off x="911225" y="1052830"/>
            <a:ext cx="7750810" cy="5510530"/>
          </a:xfrm>
        </p:spPr>
        <p:txBody>
          <a:bodyPr vert="horz" wrap="square" lIns="91440" tIns="45720" rIns="91440" bIns="45720" anchor="t" anchorCtr="0"/>
          <a:lstStyle/>
          <a:p>
            <a:pPr fontAlgn="auto">
              <a:lnSpc>
                <a:spcPct val="150000"/>
              </a:lnSpc>
              <a:buNone/>
            </a:pPr>
            <a:r>
              <a:rPr lang="zh-CN" altLang="en-US" sz="2300" b="1" dirty="0">
                <a:solidFill>
                  <a:srgbClr val="0000FF"/>
                </a:solidFill>
                <a:latin typeface="华文楷体" panose="02010600040101010101" pitchFamily="2" charset="-122"/>
                <a:ea typeface="华文楷体" panose="02010600040101010101" pitchFamily="2" charset="-122"/>
              </a:rPr>
              <a:t>用贪心算法解背包问题的基本步骤： </a:t>
            </a:r>
          </a:p>
          <a:p>
            <a:pPr fontAlgn="auto">
              <a:lnSpc>
                <a:spcPct val="150000"/>
              </a:lnSpc>
              <a:buNone/>
            </a:pPr>
            <a:r>
              <a:rPr lang="zh-CN" altLang="en-US" sz="2300" b="1" dirty="0">
                <a:solidFill>
                  <a:srgbClr val="0000FF"/>
                </a:solidFill>
                <a:latin typeface="华文楷体" panose="02010600040101010101" pitchFamily="2" charset="-122"/>
                <a:ea typeface="华文楷体" panose="02010600040101010101" pitchFamily="2" charset="-122"/>
              </a:rPr>
              <a:t>           首先计算每种物品单位重量的价值</a:t>
            </a:r>
            <a:r>
              <a:rPr lang="en-US" altLang="zh-CN" sz="2300" b="1" dirty="0">
                <a:solidFill>
                  <a:srgbClr val="0000FF"/>
                </a:solidFill>
                <a:latin typeface="华文楷体" panose="02010600040101010101" pitchFamily="2" charset="-122"/>
                <a:ea typeface="华文楷体" panose="02010600040101010101" pitchFamily="2" charset="-122"/>
              </a:rPr>
              <a:t>Vi/Wi</a:t>
            </a:r>
            <a:r>
              <a:rPr lang="zh-CN" altLang="en-US" sz="2300" b="1" dirty="0">
                <a:solidFill>
                  <a:srgbClr val="0000FF"/>
                </a:solidFill>
                <a:latin typeface="华文楷体" panose="02010600040101010101" pitchFamily="2" charset="-122"/>
                <a:ea typeface="华文楷体" panose="02010600040101010101" pitchFamily="2" charset="-122"/>
              </a:rPr>
              <a:t>，然后，依贪心选择策略，</a:t>
            </a:r>
            <a:r>
              <a:rPr lang="zh-CN" altLang="en-US" sz="2300" b="1" dirty="0">
                <a:solidFill>
                  <a:srgbClr val="FF0000"/>
                </a:solidFill>
                <a:latin typeface="华文楷体" panose="02010600040101010101" pitchFamily="2" charset="-122"/>
                <a:ea typeface="华文楷体" panose="02010600040101010101" pitchFamily="2" charset="-122"/>
              </a:rPr>
              <a:t>将尽可能多的单位重量价值最高的物品装入背包</a:t>
            </a:r>
            <a:r>
              <a:rPr lang="zh-CN" altLang="en-US" sz="2300" b="1" dirty="0">
                <a:solidFill>
                  <a:srgbClr val="0000FF"/>
                </a:solidFill>
                <a:latin typeface="华文楷体" panose="02010600040101010101" pitchFamily="2" charset="-122"/>
                <a:ea typeface="华文楷体" panose="02010600040101010101" pitchFamily="2" charset="-122"/>
              </a:rPr>
              <a:t>。若将这种物品全部装入背包后，背包内的物品总重量未超过</a:t>
            </a:r>
            <a:r>
              <a:rPr lang="en-US" altLang="zh-CN" sz="2300" b="1" dirty="0">
                <a:solidFill>
                  <a:srgbClr val="0000FF"/>
                </a:solidFill>
                <a:latin typeface="华文楷体" panose="02010600040101010101" pitchFamily="2" charset="-122"/>
                <a:ea typeface="华文楷体" panose="02010600040101010101" pitchFamily="2" charset="-122"/>
              </a:rPr>
              <a:t>C</a:t>
            </a:r>
            <a:r>
              <a:rPr lang="zh-CN" altLang="en-US" sz="2300" b="1" dirty="0">
                <a:solidFill>
                  <a:srgbClr val="0000FF"/>
                </a:solidFill>
                <a:latin typeface="华文楷体" panose="02010600040101010101" pitchFamily="2" charset="-122"/>
                <a:ea typeface="华文楷体" panose="02010600040101010101" pitchFamily="2" charset="-122"/>
              </a:rPr>
              <a:t>，则选择单位重量价值次高的物品并尽可能多地装入背包。依此策略一直地进行下去，直到背包装满为止。</a:t>
            </a:r>
          </a:p>
          <a:p>
            <a:pPr fontAlgn="auto">
              <a:lnSpc>
                <a:spcPct val="150000"/>
              </a:lnSpc>
              <a:buNone/>
            </a:pPr>
            <a:r>
              <a:rPr lang="zh-CN" altLang="en-US" sz="2300" dirty="0">
                <a:latin typeface="微软雅黑" panose="020B0503020204020204" charset="-122"/>
                <a:ea typeface="微软雅黑" panose="020B0503020204020204" charset="-122"/>
              </a:rPr>
              <a:t> 		</a:t>
            </a:r>
          </a:p>
        </p:txBody>
      </p:sp>
    </p:spTree>
  </p:cSld>
  <p:clrMapOvr>
    <a:overrideClrMapping bg1="lt1" tx1="dk1" bg2="lt2" tx2="dk2" accent1="accent1" accent2="accent2" accent3="accent3" accent4="accent4" accent5="accent5" accent6="accent6" hlink="hlink" folHlink="folHlink"/>
  </p:clrMapOvr>
  <p:transition/>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182275" name="Text Box 3"/>
          <p:cNvSpPr txBox="1">
            <a:spLocks noChangeArrowheads="1"/>
          </p:cNvSpPr>
          <p:nvPr/>
        </p:nvSpPr>
        <p:spPr bwMode="auto">
          <a:xfrm>
            <a:off x="925040" y="1505831"/>
            <a:ext cx="8117840" cy="3984625"/>
          </a:xfrm>
          <a:prstGeom prst="rect">
            <a:avLst/>
          </a:prstGeom>
          <a:noFill/>
          <a:ln w="9525">
            <a:noFill/>
            <a:miter lim="800000"/>
          </a:ln>
          <a:effectLst/>
        </p:spPr>
        <p:txBody>
          <a:bodyPr wrap="square">
            <a:spAutoFit/>
          </a:bodyPr>
          <a:lstStyle/>
          <a:p>
            <a:pPr marL="0" marR="0" lvl="0" indent="0" algn="l" defTabSz="914400" rtl="0" eaLnBrk="1" fontAlgn="base" latinLnBrk="0" hangingPunct="1">
              <a:lnSpc>
                <a:spcPct val="150000"/>
              </a:lnSpc>
              <a:spcBef>
                <a:spcPct val="50000"/>
              </a:spcBef>
              <a:spcAft>
                <a:spcPct val="0"/>
              </a:spcAft>
              <a:buClrTx/>
              <a:buSzTx/>
              <a:buFontTx/>
              <a:buNone/>
              <a:defRPr/>
            </a:pPr>
            <a:r>
              <a:rPr kumimoji="0" lang="zh-CN" altLang="en-US" sz="2300" i="0" u="none" strike="noStrike" kern="1200" cap="none" spc="0" normalizeH="0" baseline="0" noProof="0" dirty="0">
                <a:ln>
                  <a:noFill/>
                </a:ln>
                <a:solidFill>
                  <a:srgbClr val="0000FF"/>
                </a:solidFill>
                <a:effectLst/>
                <a:uLnTx/>
                <a:uFillTx/>
                <a:latin typeface="微软雅黑" panose="020B0503020204020204" charset="-122"/>
                <a:ea typeface="微软雅黑" panose="020B0503020204020204" charset="-122"/>
                <a:cs typeface="微软雅黑" panose="020B0503020204020204" charset="-122"/>
              </a:rPr>
              <a:t>　　</a:t>
            </a:r>
            <a:r>
              <a:rPr kumimoji="0" lang="en-US" altLang="zh-CN" sz="2300" i="0" u="none" strike="noStrike" kern="120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zh-CN" altLang="en-US" sz="2300" i="0" u="none" strike="noStrike" kern="120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cs typeface="微软雅黑" panose="020B0503020204020204" charset="-122"/>
              </a:rPr>
              <a:t>问题描述</a:t>
            </a:r>
            <a:r>
              <a:rPr kumimoji="0" lang="en-US" altLang="zh-CN" sz="2300" i="0" u="none" strike="noStrike" kern="120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zh-CN" altLang="en-US" sz="2300"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设有编号为</a:t>
            </a:r>
            <a:r>
              <a:rPr kumimoji="0" lang="en-US" altLang="zh-CN" sz="2300"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1</a:t>
            </a:r>
            <a:r>
              <a:rPr kumimoji="0" lang="zh-CN" altLang="en-US" sz="2300"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en-US" altLang="zh-CN" sz="2300"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2</a:t>
            </a:r>
            <a:r>
              <a:rPr kumimoji="0" lang="zh-CN" altLang="en-US" sz="2300"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en-US" altLang="zh-CN" sz="2300"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zh-CN" altLang="en-US" sz="2300"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en-US" altLang="zh-CN" sz="2300" i="1"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n</a:t>
            </a:r>
            <a:r>
              <a:rPr kumimoji="0" lang="zh-CN" altLang="en-US" sz="2300"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的</a:t>
            </a:r>
            <a:r>
              <a:rPr kumimoji="0" lang="en-US" altLang="zh-CN" sz="2300" i="1"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n</a:t>
            </a:r>
            <a:r>
              <a:rPr kumimoji="0" lang="zh-CN" altLang="en-US" sz="2300"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个物品，它们的重量分别为</a:t>
            </a:r>
            <a:r>
              <a:rPr kumimoji="0" lang="en-US" altLang="zh-CN" sz="2300" i="1" u="none" strike="noStrike" kern="1200" cap="none" spc="0" normalizeH="0" baseline="0" noProof="0" dirty="0" err="1">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w</a:t>
            </a:r>
            <a:r>
              <a:rPr kumimoji="0" lang="en-US" altLang="zh-CN" sz="2300" i="0" u="none" strike="noStrike" kern="1200" cap="none" spc="0" normalizeH="0" baseline="-25000" noProof="0" dirty="0" err="1">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1</a:t>
            </a:r>
            <a:r>
              <a:rPr kumimoji="0" lang="zh-CN" altLang="en-US" sz="2300"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en-US" altLang="zh-CN" sz="2300" i="1" u="none" strike="noStrike" kern="1200" cap="none" spc="0" normalizeH="0" baseline="0" noProof="0" dirty="0" err="1">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w</a:t>
            </a:r>
            <a:r>
              <a:rPr kumimoji="0" lang="en-US" altLang="zh-CN" sz="2300" i="0" u="none" strike="noStrike" kern="1200" cap="none" spc="0" normalizeH="0" baseline="-25000" noProof="0" dirty="0" err="1">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2</a:t>
            </a:r>
            <a:r>
              <a:rPr kumimoji="0" lang="zh-CN" altLang="en-US" sz="2300"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en-US" altLang="zh-CN" sz="2300"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zh-CN" altLang="en-US" sz="2300"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en-US" altLang="zh-CN" sz="2300" i="1" u="none" strike="noStrike" kern="1200" cap="none" spc="0" normalizeH="0" baseline="0" noProof="0" dirty="0" err="1">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w</a:t>
            </a:r>
            <a:r>
              <a:rPr kumimoji="0" lang="en-US" altLang="zh-CN" sz="2300" i="1" u="none" strike="noStrike" kern="1200" cap="none" spc="0" normalizeH="0" baseline="-25000" noProof="0" dirty="0" err="1">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n</a:t>
            </a:r>
            <a:r>
              <a:rPr kumimoji="0" lang="zh-CN" altLang="en-US" sz="2300"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，价值分别为</a:t>
            </a:r>
            <a:r>
              <a:rPr kumimoji="0" lang="en-US" altLang="zh-CN" sz="2300" i="1" u="none" strike="noStrike" kern="1200" cap="none" spc="0" normalizeH="0" baseline="0" noProof="0" dirty="0" err="1">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v</a:t>
            </a:r>
            <a:r>
              <a:rPr kumimoji="0" lang="en-US" altLang="zh-CN" sz="2300" i="0" u="none" strike="noStrike" kern="1200" cap="none" spc="0" normalizeH="0" baseline="-25000" noProof="0" dirty="0" err="1">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1</a:t>
            </a:r>
            <a:r>
              <a:rPr kumimoji="0" lang="zh-CN" altLang="en-US" sz="2300"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en-US" altLang="zh-CN" sz="2300" i="1" u="none" strike="noStrike" kern="1200" cap="none" spc="0" normalizeH="0" baseline="0" noProof="0" dirty="0" err="1">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v</a:t>
            </a:r>
            <a:r>
              <a:rPr kumimoji="0" lang="en-US" altLang="zh-CN" sz="2300" i="0" u="none" strike="noStrike" kern="1200" cap="none" spc="0" normalizeH="0" baseline="-25000" noProof="0" dirty="0" err="1">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2</a:t>
            </a:r>
            <a:r>
              <a:rPr kumimoji="0" lang="zh-CN" altLang="en-US" sz="2300"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en-US" altLang="zh-CN" sz="2300"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zh-CN" altLang="en-US" sz="2300"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en-US" altLang="zh-CN" sz="2300" i="1" u="none" strike="noStrike" kern="1200" cap="none" spc="0" normalizeH="0" baseline="0" noProof="0" dirty="0" err="1">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v</a:t>
            </a:r>
            <a:r>
              <a:rPr kumimoji="0" lang="en-US" altLang="zh-CN" sz="2300" i="1" u="none" strike="noStrike" kern="1200" cap="none" spc="0" normalizeH="0" baseline="-25000" noProof="0" dirty="0" err="1">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n</a:t>
            </a:r>
            <a:r>
              <a:rPr kumimoji="0" lang="zh-CN" altLang="en-US" sz="2300"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，其中</a:t>
            </a:r>
            <a:r>
              <a:rPr kumimoji="0" lang="en-US" altLang="zh-CN" sz="2300" i="1" u="none" strike="noStrike" kern="1200" cap="none" spc="0" normalizeH="0" baseline="0" noProof="0" dirty="0" err="1">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w</a:t>
            </a:r>
            <a:r>
              <a:rPr kumimoji="0" lang="en-US" altLang="zh-CN" sz="2300" i="1" u="none" strike="noStrike" kern="1200" cap="none" spc="0" normalizeH="0" baseline="-25000" noProof="0" dirty="0" err="1">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i</a:t>
            </a:r>
            <a:r>
              <a:rPr kumimoji="0" lang="zh-CN" altLang="en-US" sz="2300"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en-US" altLang="zh-CN" sz="2300" i="1"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v</a:t>
            </a:r>
            <a:r>
              <a:rPr kumimoji="0" lang="en-US" altLang="zh-CN" sz="2300" i="1" u="none" strike="noStrike" kern="1200" cap="none" spc="0" normalizeH="0" baseline="-2500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i</a:t>
            </a:r>
            <a:r>
              <a:rPr kumimoji="0" lang="zh-CN" altLang="en-US" sz="2300"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en-US" altLang="zh-CN" sz="2300" i="0" u="none" strike="noStrike" kern="1200" cap="none" spc="0" normalizeH="0" baseline="0" noProof="0" dirty="0" err="1">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1≤</a:t>
            </a:r>
            <a:r>
              <a:rPr kumimoji="0" lang="en-US" altLang="zh-CN" sz="2300" i="1" u="none" strike="noStrike" kern="1200" cap="none" spc="0" normalizeH="0" baseline="0" noProof="0" dirty="0" err="1">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i</a:t>
            </a:r>
            <a:r>
              <a:rPr kumimoji="0" lang="en-US" altLang="zh-CN" sz="2300" i="0" u="none" strike="noStrike" kern="1200" cap="none" spc="0" normalizeH="0" baseline="0" noProof="0" dirty="0" err="1">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en-US" altLang="zh-CN" sz="2300" i="1" u="none" strike="noStrike" kern="1200" cap="none" spc="0" normalizeH="0" baseline="0" noProof="0" dirty="0" err="1">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n</a:t>
            </a:r>
            <a:r>
              <a:rPr kumimoji="0" lang="zh-CN" altLang="en-US" sz="2300"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）均为正数。</a:t>
            </a:r>
          </a:p>
          <a:p>
            <a:pPr marL="0" marR="0" lvl="0" algn="l" defTabSz="914400" rtl="0" eaLnBrk="1" fontAlgn="base" latinLnBrk="0" hangingPunct="1">
              <a:lnSpc>
                <a:spcPct val="150000"/>
              </a:lnSpc>
              <a:spcBef>
                <a:spcPct val="50000"/>
              </a:spcBef>
              <a:buClrTx/>
              <a:buSzTx/>
              <a:buFontTx/>
              <a:buNone/>
              <a:defRPr/>
            </a:pPr>
            <a:r>
              <a:rPr kumimoji="0" lang="zh-CN" altLang="en-US" sz="2300"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　　有一个背包可以携带的最大重量不超过</a:t>
            </a:r>
            <a:r>
              <a:rPr kumimoji="0" lang="en-US" altLang="zh-CN" sz="2300" i="1"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W</a:t>
            </a:r>
            <a:r>
              <a:rPr kumimoji="0" lang="zh-CN" altLang="en-US" sz="2300"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。求解</a:t>
            </a:r>
            <a:r>
              <a:rPr kumimoji="0" lang="zh-CN" altLang="en-US" sz="2300" b="1" i="0" u="none" strike="noStrike" kern="1200" cap="none" spc="0" normalizeH="0" baseline="0" dirty="0">
                <a:solidFill>
                  <a:srgbClr val="0000FF"/>
                </a:solidFill>
                <a:latin typeface="华文楷体" panose="02010600040101010101" pitchFamily="2" charset="-122"/>
                <a:ea typeface="华文楷体" panose="02010600040101010101" pitchFamily="2" charset="-122"/>
              </a:rPr>
              <a:t>目标</a:t>
            </a:r>
            <a:r>
              <a:rPr kumimoji="0" lang="zh-CN" altLang="en-US" sz="2300"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：在不超过背包负重的前提下，使背包装入的总价值最大（即效益最大化），与</a:t>
            </a:r>
            <a:r>
              <a:rPr kumimoji="0" lang="en-US" altLang="zh-CN" sz="2300"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0/1</a:t>
            </a:r>
            <a:r>
              <a:rPr kumimoji="0" lang="zh-CN" altLang="en-US" sz="2300"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背包问题的区别是，这里的</a:t>
            </a:r>
            <a:r>
              <a:rPr kumimoji="0" lang="zh-CN" altLang="en-US" sz="2300" b="1" i="0" u="none" strike="noStrike" kern="1200" cap="none" spc="0" normalizeH="0" baseline="0" dirty="0">
                <a:solidFill>
                  <a:srgbClr val="FF0000"/>
                </a:solidFill>
                <a:latin typeface="华文楷体" panose="02010600040101010101" pitchFamily="2" charset="-122"/>
                <a:ea typeface="华文楷体" panose="02010600040101010101" pitchFamily="2" charset="-122"/>
              </a:rPr>
              <a:t>每个物品可以取一部分装入背包</a:t>
            </a:r>
            <a:r>
              <a:rPr kumimoji="0" lang="zh-CN" altLang="en-US" sz="2300" i="0" u="none" strike="noStrike" kern="120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cs typeface="微软雅黑" panose="020B0503020204020204" charset="-122"/>
              </a:rPr>
              <a:t>。</a:t>
            </a:r>
          </a:p>
        </p:txBody>
      </p:sp>
    </p:spTree>
  </p:cSld>
  <p:clrMapOvr>
    <a:overrideClrMapping bg1="lt1" tx1="dk1" bg2="lt2" tx2="dk2" accent1="accent1" accent2="accent2" accent3="accent3" accent4="accent4" accent5="accent5" accent6="accent6" hlink="hlink" folHlink="folHlink"/>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181250" name="Text Box 2"/>
          <p:cNvSpPr txBox="1">
            <a:spLocks noChangeArrowheads="1"/>
          </p:cNvSpPr>
          <p:nvPr/>
        </p:nvSpPr>
        <p:spPr bwMode="auto">
          <a:xfrm>
            <a:off x="802964" y="1240999"/>
            <a:ext cx="8247730" cy="1684020"/>
          </a:xfrm>
          <a:prstGeom prst="rect">
            <a:avLst/>
          </a:prstGeom>
          <a:solidFill>
            <a:schemeClr val="accent1">
              <a:lumMod val="20000"/>
              <a:lumOff val="80000"/>
            </a:schemeClr>
          </a:solidFill>
          <a:ln w="9525">
            <a:noFill/>
            <a:miter lim="800000"/>
          </a:ln>
          <a:effectLst/>
        </p:spPr>
        <p:txBody>
          <a:bodyPr wrap="square">
            <a:spAutoFit/>
          </a:bodyPr>
          <a:lstStyle/>
          <a:p>
            <a:pPr marL="0" marR="0" lvl="0" indent="0" algn="l" defTabSz="914400" rtl="0" eaLnBrk="1" fontAlgn="base" latinLnBrk="0" hangingPunct="1">
              <a:lnSpc>
                <a:spcPct val="150000"/>
              </a:lnSpc>
              <a:spcBef>
                <a:spcPct val="50000"/>
              </a:spcBef>
              <a:spcAft>
                <a:spcPct val="0"/>
              </a:spcAft>
              <a:buClrTx/>
              <a:buSzTx/>
              <a:buFontTx/>
              <a:buNone/>
              <a:defRPr/>
            </a:pPr>
            <a:r>
              <a:rPr kumimoji="0" lang="zh-CN" altLang="en-US" sz="2200" b="1"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Consolas" panose="020B0609020204030204" pitchFamily="49" charset="0"/>
              </a:rPr>
              <a:t>　</a:t>
            </a:r>
            <a:r>
              <a:rPr kumimoji="0" lang="zh-CN" altLang="en-US" sz="2200" b="1" i="0" u="none" strike="noStrike" kern="1200" cap="none" spc="0" normalizeH="0" baseline="0" noProof="0">
                <a:ln>
                  <a:noFill/>
                </a:ln>
                <a:solidFill>
                  <a:srgbClr val="FF0000"/>
                </a:solidFill>
                <a:effectLst/>
                <a:uLnTx/>
                <a:uFillTx/>
                <a:latin typeface="微软雅黑" panose="020B0503020204020204" charset="-122"/>
                <a:ea typeface="微软雅黑" panose="020B0503020204020204" charset="-122"/>
                <a:cs typeface="Consolas" panose="020B0609020204030204" pitchFamily="49" charset="0"/>
              </a:rPr>
              <a:t>　</a:t>
            </a:r>
            <a:r>
              <a:rPr kumimoji="0" lang="en-US" altLang="zh-CN" sz="2200" b="1" i="0" u="none" strike="noStrike" kern="1200" cap="none" spc="0" normalizeH="0" baseline="0" noProof="0">
                <a:ln>
                  <a:noFill/>
                </a:ln>
                <a:solidFill>
                  <a:srgbClr val="FF0000"/>
                </a:solidFill>
                <a:effectLst/>
                <a:uLnTx/>
                <a:uFillTx/>
                <a:latin typeface="微软雅黑" panose="020B0503020204020204" charset="-122"/>
                <a:ea typeface="微软雅黑" panose="020B0503020204020204" charset="-122"/>
                <a:cs typeface="Consolas" panose="020B0609020204030204" pitchFamily="49" charset="0"/>
              </a:rPr>
              <a:t>【</a:t>
            </a:r>
            <a:r>
              <a:rPr kumimoji="0" lang="zh-CN" altLang="en-US" sz="2200" b="1" i="0" u="none" strike="noStrike" kern="1200" cap="none" spc="0" normalizeH="0" baseline="0" noProof="0">
                <a:ln>
                  <a:noFill/>
                </a:ln>
                <a:solidFill>
                  <a:srgbClr val="FF0000"/>
                </a:solidFill>
                <a:effectLst/>
                <a:uLnTx/>
                <a:uFillTx/>
                <a:latin typeface="微软雅黑" panose="020B0503020204020204" charset="-122"/>
                <a:ea typeface="微软雅黑" panose="020B0503020204020204" charset="-122"/>
                <a:cs typeface="Consolas" panose="020B0609020204030204" pitchFamily="49" charset="0"/>
              </a:rPr>
              <a:t>问</a:t>
            </a:r>
            <a:r>
              <a:rPr kumimoji="0" lang="zh-CN" altLang="en-US" sz="2200" b="1"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Consolas" panose="020B0609020204030204" pitchFamily="49" charset="0"/>
              </a:rPr>
              <a:t>题</a:t>
            </a:r>
            <a:r>
              <a:rPr kumimoji="0" lang="zh-CN" altLang="en-US" sz="2200" b="1" i="0" u="none" strike="noStrike" kern="1200" cap="none" spc="0" normalizeH="0" baseline="0" noProof="0">
                <a:ln>
                  <a:noFill/>
                </a:ln>
                <a:solidFill>
                  <a:srgbClr val="FF0000"/>
                </a:solidFill>
                <a:effectLst/>
                <a:uLnTx/>
                <a:uFillTx/>
                <a:latin typeface="微软雅黑" panose="020B0503020204020204" charset="-122"/>
                <a:ea typeface="微软雅黑" panose="020B0503020204020204" charset="-122"/>
                <a:cs typeface="Consolas" panose="020B0609020204030204" pitchFamily="49" charset="0"/>
              </a:rPr>
              <a:t>求解</a:t>
            </a:r>
            <a:r>
              <a:rPr kumimoji="0" lang="en-US" altLang="zh-CN" sz="2200" b="1" i="0" u="none" strike="noStrike" kern="1200" cap="none" spc="0" normalizeH="0" baseline="0" noProof="0">
                <a:ln>
                  <a:noFill/>
                </a:ln>
                <a:solidFill>
                  <a:srgbClr val="FF0000"/>
                </a:solidFill>
                <a:effectLst/>
                <a:uLnTx/>
                <a:uFillTx/>
                <a:latin typeface="微软雅黑" panose="020B0503020204020204" charset="-122"/>
                <a:ea typeface="微软雅黑" panose="020B0503020204020204" charset="-122"/>
                <a:cs typeface="Consolas" panose="020B0609020204030204" pitchFamily="49" charset="0"/>
              </a:rPr>
              <a:t>】</a:t>
            </a:r>
            <a:r>
              <a:rPr kumimoji="0" lang="zh-CN" altLang="en-US" sz="2300" b="1"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这</a:t>
            </a:r>
            <a:r>
              <a:rPr kumimoji="0" lang="zh-CN" altLang="en-US" sz="2300" b="1" i="0" u="none" strike="noStrike" kern="1200" cap="none" spc="0" normalizeH="0" baseline="0" noProof="0" dirty="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里采用贪心法求解。设</a:t>
            </a:r>
            <a:r>
              <a:rPr kumimoji="0" lang="en-US" altLang="zh-CN" sz="2300" b="1" i="1" u="none" strike="noStrike" kern="1200" cap="none" spc="0" normalizeH="0" baseline="0" noProof="0" dirty="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xi</a:t>
            </a:r>
            <a:r>
              <a:rPr kumimoji="0" lang="zh-CN" altLang="en-US" sz="2300" b="1" i="0" u="none" strike="noStrike" kern="1200" cap="none" spc="0" normalizeH="0" baseline="0" noProof="0" dirty="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表示物品</a:t>
            </a:r>
            <a:r>
              <a:rPr kumimoji="0" lang="en-US" altLang="zh-CN" sz="2300" b="1" i="1" u="none" strike="noStrike" kern="1200" cap="none" spc="0" normalizeH="0" baseline="0" noProof="0" dirty="0" err="1">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i</a:t>
            </a:r>
            <a:r>
              <a:rPr kumimoji="0" lang="zh-CN" altLang="en-US" sz="2300" b="1" i="0" u="none" strike="noStrike" kern="1200" cap="none" spc="0" normalizeH="0" baseline="0" noProof="0" dirty="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装入背包的</a:t>
            </a:r>
            <a:r>
              <a:rPr kumimoji="0" lang="zh-CN" altLang="en-US" sz="2300" b="1"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情况，</a:t>
            </a:r>
            <a:r>
              <a:rPr kumimoji="0" lang="en-US" altLang="zh-CN" sz="2300" b="1"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0</a:t>
            </a:r>
            <a:r>
              <a:rPr kumimoji="0" lang="en-US" altLang="zh-CN" sz="2300" b="1" i="0" u="none" strike="noStrike" kern="1200" cap="none" spc="0" normalizeH="0" baseline="0" noProof="0" dirty="0" err="1">
                <a:ln>
                  <a:noFill/>
                </a:ln>
                <a:solidFill>
                  <a:srgbClr val="0000FF"/>
                </a:solidFill>
                <a:effectLst/>
                <a:uLnTx/>
                <a:uFillTx/>
                <a:latin typeface="Consolas" panose="020B0609020204030204" pitchFamily="49" charset="0"/>
                <a:ea typeface="宋体" panose="02010600030101010101" pitchFamily="2" charset="-122"/>
                <a:cs typeface="Consolas" panose="020B0609020204030204" pitchFamily="49" charset="0"/>
              </a:rPr>
              <a:t>≤</a:t>
            </a:r>
            <a:r>
              <a:rPr kumimoji="0" lang="en-US" altLang="zh-CN" sz="2300" b="1" i="1" u="none" strike="noStrike" kern="1200" cap="none" spc="0" normalizeH="0" baseline="0" noProof="0" dirty="0" err="1">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x</a:t>
            </a:r>
            <a:r>
              <a:rPr kumimoji="0" lang="en-US" altLang="zh-CN" sz="2300" b="1" i="1" u="none" strike="noStrike" kern="1200" cap="none" spc="0" normalizeH="0" baseline="-25000" noProof="0" dirty="0" err="1">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i</a:t>
            </a:r>
            <a:r>
              <a:rPr kumimoji="0" lang="en-US" altLang="zh-CN" sz="2300" b="1" i="0" u="none" strike="noStrike" kern="1200" cap="none" spc="0" normalizeH="0" baseline="0" noProof="0" dirty="0" err="1">
                <a:ln>
                  <a:noFill/>
                </a:ln>
                <a:solidFill>
                  <a:srgbClr val="0000FF"/>
                </a:solidFill>
                <a:effectLst/>
                <a:uLnTx/>
                <a:uFillTx/>
                <a:latin typeface="Consolas" panose="020B0609020204030204" pitchFamily="49" charset="0"/>
                <a:ea typeface="宋体" panose="02010600030101010101" pitchFamily="2" charset="-122"/>
                <a:cs typeface="Consolas" panose="020B0609020204030204" pitchFamily="49" charset="0"/>
              </a:rPr>
              <a:t>≤</a:t>
            </a:r>
            <a:r>
              <a:rPr kumimoji="0" lang="en-US" altLang="zh-CN" sz="2300" b="1" i="0" u="none" strike="noStrike" kern="1200" cap="none" spc="0" normalizeH="0" baseline="0" noProof="0" dirty="0" err="1">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1</a:t>
            </a:r>
            <a:r>
              <a:rPr kumimoji="0" lang="zh-CN" altLang="en-US" sz="2300" b="1" i="0" u="none" strike="noStrike" kern="1200" cap="none" spc="0" normalizeH="0" baseline="0" noProof="0" dirty="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。根据问题的</a:t>
            </a:r>
            <a:r>
              <a:rPr kumimoji="0" lang="zh-CN" altLang="en-US" sz="2300" b="1"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要求，有</a:t>
            </a:r>
            <a:r>
              <a:rPr kumimoji="0" lang="zh-CN" altLang="en-US" sz="2300" b="1" i="0" u="none" strike="noStrike" kern="1200" cap="none" spc="0" normalizeH="0" baseline="0" noProof="0" dirty="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如下约束条件和目标函数：</a:t>
            </a:r>
          </a:p>
        </p:txBody>
      </p:sp>
      <p:sp>
        <p:nvSpPr>
          <p:cNvPr id="181253" name="Text Box 5"/>
          <p:cNvSpPr txBox="1">
            <a:spLocks noChangeArrowheads="1"/>
          </p:cNvSpPr>
          <p:nvPr/>
        </p:nvSpPr>
        <p:spPr bwMode="auto">
          <a:xfrm>
            <a:off x="4348752" y="3096360"/>
            <a:ext cx="2952750" cy="445135"/>
          </a:xfrm>
          <a:prstGeom prst="rect">
            <a:avLst/>
          </a:prstGeom>
          <a:noFill/>
          <a:ln w="9525">
            <a:noFill/>
            <a:miter lim="800000"/>
          </a:ln>
          <a:effec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2300" b="1" i="0" u="none" strike="noStrike" kern="1200" cap="none" spc="0" normalizeH="0" baseline="0" noProof="0" dirty="0" err="1">
                <a:ln>
                  <a:noFill/>
                </a:ln>
                <a:solidFill>
                  <a:schemeClr val="tx1"/>
                </a:solidFill>
                <a:effectLst/>
                <a:uLnTx/>
                <a:uFillTx/>
                <a:latin typeface="Consolas" panose="020B0609020204030204" pitchFamily="49" charset="0"/>
                <a:ea typeface="楷体_GB2312" pitchFamily="49" charset="-122"/>
                <a:cs typeface="Consolas" panose="020B0609020204030204" pitchFamily="49" charset="0"/>
              </a:rPr>
              <a:t>0</a:t>
            </a:r>
            <a:r>
              <a:rPr kumimoji="0" lang="en-US" altLang="zh-CN" sz="2300" b="1" i="0" u="none" strike="noStrike" kern="1200" cap="none" spc="0" normalizeH="0" baseline="0" noProof="0" dirty="0" err="1">
                <a:ln>
                  <a:noFill/>
                </a:ln>
                <a:solidFill>
                  <a:schemeClr val="tx1"/>
                </a:solidFill>
                <a:effectLst/>
                <a:uLnTx/>
                <a:uFillTx/>
                <a:latin typeface="Consolas" panose="020B0609020204030204" pitchFamily="49" charset="0"/>
                <a:ea typeface="宋体" panose="02010600030101010101" pitchFamily="2" charset="-122"/>
                <a:cs typeface="Consolas" panose="020B0609020204030204" pitchFamily="49" charset="0"/>
              </a:rPr>
              <a:t>≤</a:t>
            </a:r>
            <a:r>
              <a:rPr kumimoji="0" lang="en-US" altLang="zh-CN" sz="2300" b="1" i="1" u="none" strike="noStrike" kern="1200" cap="none" spc="0" normalizeH="0" baseline="0" noProof="0" dirty="0" err="1">
                <a:ln>
                  <a:noFill/>
                </a:ln>
                <a:solidFill>
                  <a:schemeClr val="tx1"/>
                </a:solidFill>
                <a:effectLst/>
                <a:uLnTx/>
                <a:uFillTx/>
                <a:latin typeface="Consolas" panose="020B0609020204030204" pitchFamily="49" charset="0"/>
                <a:ea typeface="楷体_GB2312" pitchFamily="49" charset="-122"/>
                <a:cs typeface="Consolas" panose="020B0609020204030204" pitchFamily="49" charset="0"/>
              </a:rPr>
              <a:t>x</a:t>
            </a:r>
            <a:r>
              <a:rPr kumimoji="0" lang="en-US" altLang="zh-CN" sz="2300" b="1" i="1" u="none" strike="noStrike" kern="1200" cap="none" spc="0" normalizeH="0" baseline="-25000" noProof="0" dirty="0" err="1">
                <a:ln>
                  <a:noFill/>
                </a:ln>
                <a:solidFill>
                  <a:schemeClr val="tx1"/>
                </a:solidFill>
                <a:effectLst/>
                <a:uLnTx/>
                <a:uFillTx/>
                <a:latin typeface="Consolas" panose="020B0609020204030204" pitchFamily="49" charset="0"/>
                <a:ea typeface="楷体_GB2312" pitchFamily="49" charset="-122"/>
                <a:cs typeface="Consolas" panose="020B0609020204030204" pitchFamily="49" charset="0"/>
              </a:rPr>
              <a:t>i</a:t>
            </a:r>
            <a:r>
              <a:rPr kumimoji="0" lang="en-US" altLang="zh-CN" sz="2300" b="1" i="0" u="none" strike="noStrike" kern="1200" cap="none" spc="0" normalizeH="0" baseline="0" noProof="0" dirty="0" err="1">
                <a:ln>
                  <a:noFill/>
                </a:ln>
                <a:solidFill>
                  <a:schemeClr val="tx1"/>
                </a:solidFill>
                <a:effectLst/>
                <a:uLnTx/>
                <a:uFillTx/>
                <a:latin typeface="Consolas" panose="020B0609020204030204" pitchFamily="49" charset="0"/>
                <a:ea typeface="宋体" panose="02010600030101010101" pitchFamily="2" charset="-122"/>
                <a:cs typeface="Consolas" panose="020B0609020204030204" pitchFamily="49" charset="0"/>
              </a:rPr>
              <a:t>≤</a:t>
            </a:r>
            <a:r>
              <a:rPr kumimoji="0" lang="en-US" altLang="zh-CN" sz="2300" b="1" i="0" u="none" strike="noStrike" kern="1200" cap="none" spc="0" normalizeH="0" baseline="0" noProof="0" dirty="0" err="1">
                <a:ln>
                  <a:noFill/>
                </a:ln>
                <a:solidFill>
                  <a:schemeClr val="tx1"/>
                </a:solidFill>
                <a:effectLst/>
                <a:uLnTx/>
                <a:uFillTx/>
                <a:latin typeface="Consolas" panose="020B0609020204030204" pitchFamily="49" charset="0"/>
                <a:ea typeface="楷体_GB2312" pitchFamily="49" charset="-122"/>
                <a:cs typeface="Consolas" panose="020B0609020204030204" pitchFamily="49" charset="0"/>
              </a:rPr>
              <a:t>1</a:t>
            </a:r>
            <a:r>
              <a:rPr kumimoji="0" lang="zh-CN" altLang="en-US" sz="2300" b="1" i="0" u="none" strike="noStrike" kern="1200" cap="none" spc="0" normalizeH="0" baseline="0" noProof="0" dirty="0">
                <a:ln>
                  <a:noFill/>
                </a:ln>
                <a:solidFill>
                  <a:schemeClr val="tx1"/>
                </a:solidFill>
                <a:effectLst/>
                <a:uLnTx/>
                <a:uFillTx/>
                <a:latin typeface="Consolas" panose="020B0609020204030204" pitchFamily="49" charset="0"/>
                <a:ea typeface="楷体_GB2312" pitchFamily="49" charset="-122"/>
                <a:cs typeface="Consolas" panose="020B0609020204030204" pitchFamily="49" charset="0"/>
              </a:rPr>
              <a:t>（</a:t>
            </a:r>
            <a:r>
              <a:rPr kumimoji="0" lang="en-US" altLang="zh-CN" sz="2300" b="1" i="0" u="none" strike="noStrike" kern="1200" cap="none" spc="0" normalizeH="0" baseline="0" noProof="0" dirty="0" err="1">
                <a:ln>
                  <a:noFill/>
                </a:ln>
                <a:solidFill>
                  <a:schemeClr val="tx1"/>
                </a:solidFill>
                <a:effectLst/>
                <a:uLnTx/>
                <a:uFillTx/>
                <a:latin typeface="Consolas" panose="020B0609020204030204" pitchFamily="49" charset="0"/>
                <a:ea typeface="楷体_GB2312" pitchFamily="49" charset="-122"/>
                <a:cs typeface="Consolas" panose="020B0609020204030204" pitchFamily="49" charset="0"/>
              </a:rPr>
              <a:t>1</a:t>
            </a:r>
            <a:r>
              <a:rPr kumimoji="0" lang="en-US" altLang="zh-CN" sz="2300" b="1" i="0" u="none" strike="noStrike" kern="1200" cap="none" spc="0" normalizeH="0" baseline="0" noProof="0" dirty="0" err="1">
                <a:ln>
                  <a:noFill/>
                </a:ln>
                <a:solidFill>
                  <a:schemeClr val="tx1"/>
                </a:solidFill>
                <a:effectLst/>
                <a:uLnTx/>
                <a:uFillTx/>
                <a:latin typeface="Consolas" panose="020B0609020204030204" pitchFamily="49" charset="0"/>
                <a:ea typeface="宋体" panose="02010600030101010101" pitchFamily="2" charset="-122"/>
                <a:cs typeface="Consolas" panose="020B0609020204030204" pitchFamily="49" charset="0"/>
              </a:rPr>
              <a:t>≤</a:t>
            </a:r>
            <a:r>
              <a:rPr kumimoji="0" lang="en-US" altLang="zh-CN" sz="2300" b="1" i="1" u="none" strike="noStrike" kern="1200" cap="none" spc="0" normalizeH="0" baseline="0" noProof="0" dirty="0" err="1">
                <a:ln>
                  <a:noFill/>
                </a:ln>
                <a:solidFill>
                  <a:schemeClr val="tx1"/>
                </a:solidFill>
                <a:effectLst/>
                <a:uLnTx/>
                <a:uFillTx/>
                <a:latin typeface="Consolas" panose="020B0609020204030204" pitchFamily="49" charset="0"/>
                <a:ea typeface="楷体_GB2312" pitchFamily="49" charset="-122"/>
                <a:cs typeface="Consolas" panose="020B0609020204030204" pitchFamily="49" charset="0"/>
              </a:rPr>
              <a:t>i</a:t>
            </a:r>
            <a:r>
              <a:rPr kumimoji="0" lang="en-US" altLang="zh-CN" sz="2300" b="1" i="0" u="none" strike="noStrike" kern="1200" cap="none" spc="0" normalizeH="0" baseline="0" noProof="0" dirty="0" err="1">
                <a:ln>
                  <a:noFill/>
                </a:ln>
                <a:solidFill>
                  <a:schemeClr val="tx1"/>
                </a:solidFill>
                <a:effectLst/>
                <a:uLnTx/>
                <a:uFillTx/>
                <a:latin typeface="Consolas" panose="020B0609020204030204" pitchFamily="49" charset="0"/>
                <a:ea typeface="宋体" panose="02010600030101010101" pitchFamily="2" charset="-122"/>
                <a:cs typeface="Consolas" panose="020B0609020204030204" pitchFamily="49" charset="0"/>
              </a:rPr>
              <a:t>≤</a:t>
            </a:r>
            <a:r>
              <a:rPr kumimoji="0" lang="en-US" altLang="zh-CN" sz="2300" b="1" i="1" u="none" strike="noStrike" kern="1200" cap="none" spc="0" normalizeH="0" baseline="0" noProof="0" dirty="0" err="1">
                <a:ln>
                  <a:noFill/>
                </a:ln>
                <a:solidFill>
                  <a:schemeClr val="tx1"/>
                </a:solidFill>
                <a:effectLst/>
                <a:uLnTx/>
                <a:uFillTx/>
                <a:latin typeface="Consolas" panose="020B0609020204030204" pitchFamily="49" charset="0"/>
                <a:ea typeface="楷体_GB2312" pitchFamily="49" charset="-122"/>
                <a:cs typeface="Consolas" panose="020B0609020204030204" pitchFamily="49" charset="0"/>
              </a:rPr>
              <a:t>n</a:t>
            </a:r>
            <a:r>
              <a:rPr kumimoji="0" lang="zh-CN" altLang="en-US" sz="2300" b="1" i="0" u="none" strike="noStrike" kern="1200" cap="none" spc="0" normalizeH="0" baseline="0" noProof="0" dirty="0">
                <a:ln>
                  <a:noFill/>
                </a:ln>
                <a:solidFill>
                  <a:schemeClr val="tx1"/>
                </a:solidFill>
                <a:effectLst/>
                <a:uLnTx/>
                <a:uFillTx/>
                <a:latin typeface="Consolas" panose="020B0609020204030204" pitchFamily="49" charset="0"/>
                <a:ea typeface="楷体_GB2312" pitchFamily="49" charset="-122"/>
                <a:cs typeface="Consolas" panose="020B0609020204030204" pitchFamily="49" charset="0"/>
              </a:rPr>
              <a:t>）</a:t>
            </a:r>
            <a:r>
              <a:rPr kumimoji="0" lang="zh-CN" altLang="en-US" sz="2200" b="1" i="0" u="none" strike="noStrike" kern="1200" cap="none" spc="0" normalizeH="0" baseline="0" noProof="0" dirty="0">
                <a:ln>
                  <a:noFill/>
                </a:ln>
                <a:solidFill>
                  <a:srgbClr val="0000FF"/>
                </a:solidFill>
                <a:effectLst/>
                <a:uLnTx/>
                <a:uFillTx/>
                <a:latin typeface="Consolas" panose="020B0609020204030204" pitchFamily="49" charset="0"/>
                <a:ea typeface="楷体_GB2312" pitchFamily="49" charset="-122"/>
                <a:cs typeface="Consolas" panose="020B0609020204030204" pitchFamily="49" charset="0"/>
              </a:rPr>
              <a:t> </a:t>
            </a:r>
          </a:p>
        </p:txBody>
      </p:sp>
      <p:sp>
        <p:nvSpPr>
          <p:cNvPr id="181254" name="Text Box 6"/>
          <p:cNvSpPr txBox="1">
            <a:spLocks noChangeArrowheads="1"/>
          </p:cNvSpPr>
          <p:nvPr/>
        </p:nvSpPr>
        <p:spPr bwMode="auto">
          <a:xfrm>
            <a:off x="2261191" y="4175860"/>
            <a:ext cx="4968875" cy="445135"/>
          </a:xfrm>
          <a:prstGeom prst="rect">
            <a:avLst/>
          </a:prstGeom>
          <a:noFill/>
          <a:ln w="9525">
            <a:noFill/>
            <a:miter lim="800000"/>
          </a:ln>
          <a:effec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2300" b="1" i="0" u="none" strike="noStrike" kern="1200" cap="none" spc="0" normalizeH="0" baseline="0" noProof="0" dirty="0" err="1">
                <a:ln>
                  <a:noFill/>
                </a:ln>
                <a:effectLst/>
                <a:uLnTx/>
                <a:uFillTx/>
                <a:latin typeface="Consolas" panose="020B0609020204030204" pitchFamily="49" charset="0"/>
                <a:ea typeface="楷体_GB2312" pitchFamily="49" charset="-122"/>
                <a:cs typeface="Consolas" panose="020B0609020204030204" pitchFamily="49" charset="0"/>
              </a:rPr>
              <a:t>MAX{</a:t>
            </a:r>
            <a:r>
              <a:rPr kumimoji="0" lang="zh-CN" altLang="en-US" sz="2200" b="1" i="0" u="none" strike="noStrike" kern="1200" cap="none" spc="0" normalizeH="0" baseline="0" noProof="0">
                <a:ln>
                  <a:noFill/>
                </a:ln>
                <a:solidFill>
                  <a:srgbClr val="0000FF"/>
                </a:solidFill>
                <a:effectLst/>
                <a:uLnTx/>
                <a:uFillTx/>
                <a:latin typeface="Consolas" panose="020B0609020204030204" pitchFamily="49" charset="0"/>
                <a:ea typeface="楷体_GB2312" pitchFamily="49" charset="-122"/>
                <a:cs typeface="Consolas" panose="020B0609020204030204" pitchFamily="49" charset="0"/>
              </a:rPr>
              <a:t>　　　　</a:t>
            </a:r>
            <a:r>
              <a:rPr kumimoji="0" lang="en-US" altLang="zh-CN" sz="2300" b="1" i="0" u="none" strike="noStrike" kern="1200" cap="none" spc="0" normalizeH="0" baseline="0" noProof="0" dirty="0" err="1">
                <a:ln>
                  <a:noFill/>
                </a:ln>
                <a:effectLst/>
                <a:uLnTx/>
                <a:uFillTx/>
                <a:latin typeface="Consolas" panose="020B0609020204030204" pitchFamily="49" charset="0"/>
                <a:ea typeface="楷体_GB2312" pitchFamily="49" charset="-122"/>
                <a:cs typeface="Consolas" panose="020B0609020204030204" pitchFamily="49" charset="0"/>
              </a:rPr>
              <a:t>}</a:t>
            </a:r>
          </a:p>
        </p:txBody>
      </p:sp>
      <p:graphicFrame>
        <p:nvGraphicFramePr>
          <p:cNvPr id="181255" name="Object 7"/>
          <p:cNvGraphicFramePr>
            <a:graphicFrameLocks noChangeAspect="1"/>
          </p:cNvGraphicFramePr>
          <p:nvPr>
            <p:extLst>
              <p:ext uri="{D42A27DB-BD31-4B8C-83A1-F6EECF244321}">
                <p14:modId xmlns:p14="http://schemas.microsoft.com/office/powerpoint/2010/main" val="433894758"/>
              </p:ext>
            </p:extLst>
          </p:nvPr>
        </p:nvGraphicFramePr>
        <p:xfrm>
          <a:off x="3073972" y="3936146"/>
          <a:ext cx="911225" cy="928688"/>
        </p:xfrm>
        <a:graphic>
          <a:graphicData uri="http://schemas.openxmlformats.org/presentationml/2006/ole">
            <mc:AlternateContent xmlns:mc="http://schemas.openxmlformats.org/markup-compatibility/2006">
              <mc:Choice xmlns:v="urn:schemas-microsoft-com:vml" Requires="v">
                <p:oleObj name="Equation" r:id="rId5" imgW="444500" imgH="431800" progId="Equation.3">
                  <p:embed/>
                </p:oleObj>
              </mc:Choice>
              <mc:Fallback>
                <p:oleObj name="Equation" r:id="rId5" imgW="444500" imgH="431800" progId="Equation.3">
                  <p:embed/>
                  <p:pic>
                    <p:nvPicPr>
                      <p:cNvPr id="0" name="Object 7"/>
                      <p:cNvPicPr>
                        <a:picLocks noChangeAspect="1" noChangeArrowheads="1"/>
                      </p:cNvPicPr>
                      <p:nvPr/>
                    </p:nvPicPr>
                    <p:blipFill>
                      <a:blip r:embed="rId6"/>
                      <a:srcRect/>
                      <a:stretch>
                        <a:fillRect/>
                      </a:stretch>
                    </p:blipFill>
                    <p:spPr bwMode="auto">
                      <a:xfrm>
                        <a:off x="3073972" y="3936146"/>
                        <a:ext cx="911225" cy="928688"/>
                      </a:xfrm>
                      <a:prstGeom prst="rect">
                        <a:avLst/>
                      </a:prstGeom>
                      <a:solidFill>
                        <a:srgbClr val="FFFFFF"/>
                      </a:solidFill>
                    </p:spPr>
                  </p:pic>
                </p:oleObj>
              </mc:Fallback>
            </mc:AlternateContent>
          </a:graphicData>
        </a:graphic>
      </p:graphicFrame>
      <p:sp>
        <p:nvSpPr>
          <p:cNvPr id="181257" name="Text Box 9"/>
          <p:cNvSpPr txBox="1">
            <a:spLocks noChangeArrowheads="1"/>
          </p:cNvSpPr>
          <p:nvPr/>
        </p:nvSpPr>
        <p:spPr bwMode="auto">
          <a:xfrm>
            <a:off x="1156291" y="5112484"/>
            <a:ext cx="8135937" cy="860425"/>
          </a:xfrm>
          <a:prstGeom prst="rect">
            <a:avLst/>
          </a:prstGeom>
          <a:noFill/>
          <a:ln w="9525">
            <a:noFill/>
            <a:miter lim="800000"/>
          </a:ln>
          <a:effectLst/>
        </p:spPr>
        <p:txBody>
          <a:bodyPr>
            <a:spAutoFit/>
          </a:bodyPr>
          <a:lstStyle/>
          <a:p>
            <a:pPr marL="0" marR="0" lvl="0" indent="0" algn="l" defTabSz="914400" rtl="0" eaLnBrk="1" fontAlgn="base" latinLnBrk="0" hangingPunct="1">
              <a:lnSpc>
                <a:spcPts val="3000"/>
              </a:lnSpc>
              <a:spcBef>
                <a:spcPct val="50000"/>
              </a:spcBef>
              <a:spcAft>
                <a:spcPct val="0"/>
              </a:spcAft>
              <a:buClrTx/>
              <a:buSzTx/>
              <a:buFontTx/>
              <a:buNone/>
              <a:defRPr/>
            </a:pPr>
            <a:r>
              <a:rPr kumimoji="0" lang="zh-CN" altLang="en-US" sz="230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rPr>
              <a:t>　　</a:t>
            </a:r>
            <a:r>
              <a:rPr kumimoji="0" lang="zh-CN" altLang="en-US"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于是问题归结为寻找一个满足上述约束条件，并使目标函数达到最大的解向量</a:t>
            </a:r>
            <a:r>
              <a:rPr kumimoji="0" lang="en-US" altLang="zh-CN" sz="2300" b="1" i="1"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X</a:t>
            </a:r>
            <a:r>
              <a:rPr kumimoji="0" lang="en-US"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en-US" altLang="zh-CN" sz="2300" b="1" i="1"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x</a:t>
            </a:r>
            <a:r>
              <a:rPr kumimoji="0" lang="en-US" altLang="zh-CN" sz="2300" b="1" i="0" u="none" strike="noStrike" kern="1200" cap="none" spc="0" normalizeH="0" baseline="-2500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1</a:t>
            </a:r>
            <a:r>
              <a:rPr kumimoji="0" lang="zh-CN" altLang="en-US"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en-US" altLang="zh-CN" sz="2300" b="1" i="1"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x</a:t>
            </a:r>
            <a:r>
              <a:rPr kumimoji="0" lang="en-US" altLang="zh-CN" sz="2300" b="1" i="0" u="none" strike="noStrike" kern="1200" cap="none" spc="0" normalizeH="0" baseline="-2500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2</a:t>
            </a:r>
            <a:r>
              <a:rPr kumimoji="0" lang="zh-CN" altLang="en-US"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en-US"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zh-CN" altLang="en-US"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en-US" altLang="zh-CN" sz="2300" b="1" i="1" u="none" strike="noStrike" kern="1200" cap="none" spc="0" normalizeH="0" baseline="0" noProof="0" dirty="0" err="1">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x</a:t>
            </a:r>
            <a:r>
              <a:rPr kumimoji="0" lang="en-US" altLang="zh-CN" sz="2300" b="1" i="1" u="none" strike="noStrike" kern="1200" cap="none" spc="0" normalizeH="0" baseline="-25000" noProof="0" dirty="0" err="1">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n</a:t>
            </a:r>
            <a:r>
              <a:rPr kumimoji="0" lang="en-US"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zh-CN" altLang="en-US"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p>
        </p:txBody>
      </p:sp>
      <p:graphicFrame>
        <p:nvGraphicFramePr>
          <p:cNvPr id="8" name="Object 8"/>
          <p:cNvGraphicFramePr>
            <a:graphicFrameLocks noChangeAspect="1"/>
          </p:cNvGraphicFramePr>
          <p:nvPr>
            <p:custDataLst>
              <p:tags r:id="rId2"/>
            </p:custDataLst>
            <p:extLst>
              <p:ext uri="{D42A27DB-BD31-4B8C-83A1-F6EECF244321}">
                <p14:modId xmlns:p14="http://schemas.microsoft.com/office/powerpoint/2010/main" val="2941424599"/>
              </p:ext>
            </p:extLst>
          </p:nvPr>
        </p:nvGraphicFramePr>
        <p:xfrm>
          <a:off x="2765993" y="2960457"/>
          <a:ext cx="1526334" cy="857256"/>
        </p:xfrm>
        <a:graphic>
          <a:graphicData uri="http://schemas.openxmlformats.org/presentationml/2006/ole">
            <mc:AlternateContent xmlns:mc="http://schemas.openxmlformats.org/markup-compatibility/2006">
              <mc:Choice xmlns:v="urn:schemas-microsoft-com:vml" Requires="v">
                <p:oleObj r:id="rId7" imgW="698500" imgH="393700" progId="">
                  <p:embed/>
                </p:oleObj>
              </mc:Choice>
              <mc:Fallback>
                <p:oleObj r:id="rId7" imgW="698500" imgH="393700" progId="">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65993" y="2960457"/>
                        <a:ext cx="1526334" cy="857256"/>
                      </a:xfrm>
                      <a:prstGeom prst="rect">
                        <a:avLst/>
                      </a:prstGeom>
                      <a:solidFill>
                        <a:srgbClr val="FFFFFF"/>
                      </a:solidFill>
                    </p:spPr>
                  </p:pic>
                </p:oleObj>
              </mc:Fallback>
            </mc:AlternateContent>
          </a:graphicData>
        </a:graphic>
      </p:graphicFrame>
    </p:spTree>
  </p:cSld>
  <p:clrMapOvr>
    <a:overrideClrMapping bg1="lt1" tx1="dk1" bg2="lt2" tx2="dk2" accent1="accent1" accent2="accent2" accent3="accent3" accent4="accent4" accent5="accent5" accent6="accent6" hlink="hlink" folHlink="folHlink"/>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graphicFrame>
        <p:nvGraphicFramePr>
          <p:cNvPr id="13" name="Group 62"/>
          <p:cNvGraphicFramePr>
            <a:graphicFrameLocks noGrp="1"/>
          </p:cNvGraphicFramePr>
          <p:nvPr>
            <p:custDataLst>
              <p:tags r:id="rId2"/>
            </p:custDataLst>
            <p:extLst>
              <p:ext uri="{D42A27DB-BD31-4B8C-83A1-F6EECF244321}">
                <p14:modId xmlns:p14="http://schemas.microsoft.com/office/powerpoint/2010/main" val="3822072491"/>
              </p:ext>
            </p:extLst>
          </p:nvPr>
        </p:nvGraphicFramePr>
        <p:xfrm>
          <a:off x="809625" y="2153920"/>
          <a:ext cx="8286115" cy="3239135"/>
        </p:xfrm>
        <a:graphic>
          <a:graphicData uri="http://schemas.openxmlformats.org/drawingml/2006/table">
            <a:tbl>
              <a:tblPr/>
              <a:tblGrid>
                <a:gridCol w="1626870">
                  <a:extLst>
                    <a:ext uri="{9D8B030D-6E8A-4147-A177-3AD203B41FA5}">
                      <a16:colId xmlns:a16="http://schemas.microsoft.com/office/drawing/2014/main" val="20000"/>
                    </a:ext>
                  </a:extLst>
                </a:gridCol>
                <a:gridCol w="2432685">
                  <a:extLst>
                    <a:ext uri="{9D8B030D-6E8A-4147-A177-3AD203B41FA5}">
                      <a16:colId xmlns:a16="http://schemas.microsoft.com/office/drawing/2014/main" val="20001"/>
                    </a:ext>
                  </a:extLst>
                </a:gridCol>
                <a:gridCol w="2120900">
                  <a:extLst>
                    <a:ext uri="{9D8B030D-6E8A-4147-A177-3AD203B41FA5}">
                      <a16:colId xmlns:a16="http://schemas.microsoft.com/office/drawing/2014/main" val="20002"/>
                    </a:ext>
                  </a:extLst>
                </a:gridCol>
                <a:gridCol w="2105660">
                  <a:extLst>
                    <a:ext uri="{9D8B030D-6E8A-4147-A177-3AD203B41FA5}">
                      <a16:colId xmlns:a16="http://schemas.microsoft.com/office/drawing/2014/main" val="20003"/>
                    </a:ext>
                  </a:extLst>
                </a:gridCol>
              </a:tblGrid>
              <a:tr h="631825">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en-US" sz="2300" b="1"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cs typeface="Consolas" panose="020B0609020204030204" pitchFamily="49" charset="0"/>
                        </a:rPr>
                        <a:t>解编号</a:t>
                      </a:r>
                    </a:p>
                  </a:txBody>
                  <a:tcPr anchor="ctr"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2300" b="0" i="0" u="none" strike="noStrike" cap="none" normalizeH="0" baseline="0">
                          <a:ln>
                            <a:noFill/>
                          </a:ln>
                          <a:solidFill>
                            <a:schemeClr val="tx1"/>
                          </a:solidFill>
                          <a:effectLst/>
                          <a:latin typeface="微软雅黑" panose="020B0503020204020204" charset="-122"/>
                          <a:ea typeface="微软雅黑" panose="020B0503020204020204" charset="-122"/>
                          <a:cs typeface="微软雅黑" panose="020B0503020204020204" charset="-122"/>
                        </a:rPr>
                        <a:t>(</a:t>
                      </a:r>
                      <a:r>
                        <a:rPr kumimoji="0" lang="en-US" altLang="zh-CN" sz="2300" b="0" i="1" u="none" strike="noStrike" cap="none" normalizeH="0" baseline="0">
                          <a:ln>
                            <a:noFill/>
                          </a:ln>
                          <a:solidFill>
                            <a:schemeClr val="tx1"/>
                          </a:solidFill>
                          <a:effectLst/>
                          <a:latin typeface="微软雅黑" panose="020B0503020204020204" charset="-122"/>
                          <a:ea typeface="微软雅黑" panose="020B0503020204020204" charset="-122"/>
                          <a:cs typeface="微软雅黑" panose="020B0503020204020204" charset="-122"/>
                        </a:rPr>
                        <a:t>x</a:t>
                      </a:r>
                      <a:r>
                        <a:rPr kumimoji="0" lang="en-US" altLang="zh-CN" sz="2300" b="0" i="0" u="none" strike="noStrike" cap="none" normalizeH="0" baseline="-30000">
                          <a:ln>
                            <a:noFill/>
                          </a:ln>
                          <a:solidFill>
                            <a:schemeClr val="tx1"/>
                          </a:solidFill>
                          <a:effectLst/>
                          <a:latin typeface="微软雅黑" panose="020B0503020204020204" charset="-122"/>
                          <a:ea typeface="微软雅黑" panose="020B0503020204020204" charset="-122"/>
                          <a:cs typeface="微软雅黑" panose="020B0503020204020204" charset="-122"/>
                        </a:rPr>
                        <a:t>1</a:t>
                      </a:r>
                      <a:r>
                        <a:rPr kumimoji="0" lang="zh-CN" altLang="en-US" sz="2300" b="0" i="0" u="none" strike="noStrike" cap="none" normalizeH="0" baseline="0">
                          <a:ln>
                            <a:noFill/>
                          </a:ln>
                          <a:solidFill>
                            <a:schemeClr val="tx1"/>
                          </a:solidFill>
                          <a:effectLst/>
                          <a:latin typeface="微软雅黑" panose="020B0503020204020204" charset="-122"/>
                          <a:ea typeface="微软雅黑" panose="020B0503020204020204" charset="-122"/>
                          <a:cs typeface="微软雅黑" panose="020B0503020204020204" charset="-122"/>
                        </a:rPr>
                        <a:t>，</a:t>
                      </a:r>
                      <a:r>
                        <a:rPr kumimoji="0" lang="en-US" altLang="zh-CN" sz="2300" b="0" i="1" u="none" strike="noStrike" cap="none" normalizeH="0" baseline="0">
                          <a:ln>
                            <a:noFill/>
                          </a:ln>
                          <a:solidFill>
                            <a:schemeClr val="tx1"/>
                          </a:solidFill>
                          <a:effectLst/>
                          <a:latin typeface="微软雅黑" panose="020B0503020204020204" charset="-122"/>
                          <a:ea typeface="微软雅黑" panose="020B0503020204020204" charset="-122"/>
                          <a:cs typeface="微软雅黑" panose="020B0503020204020204" charset="-122"/>
                        </a:rPr>
                        <a:t>x</a:t>
                      </a:r>
                      <a:r>
                        <a:rPr kumimoji="0" lang="en-US" altLang="zh-CN" sz="2300" b="0" i="0" u="none" strike="noStrike" cap="none" normalizeH="0" baseline="-30000">
                          <a:ln>
                            <a:noFill/>
                          </a:ln>
                          <a:solidFill>
                            <a:schemeClr val="tx1"/>
                          </a:solidFill>
                          <a:effectLst/>
                          <a:latin typeface="微软雅黑" panose="020B0503020204020204" charset="-122"/>
                          <a:ea typeface="微软雅黑" panose="020B0503020204020204" charset="-122"/>
                          <a:cs typeface="微软雅黑" panose="020B0503020204020204" charset="-122"/>
                        </a:rPr>
                        <a:t>2</a:t>
                      </a:r>
                      <a:r>
                        <a:rPr kumimoji="0" lang="zh-CN" altLang="en-US" sz="2300" b="0" i="0" u="none" strike="noStrike" cap="none" normalizeH="0" baseline="0">
                          <a:ln>
                            <a:noFill/>
                          </a:ln>
                          <a:solidFill>
                            <a:schemeClr val="tx1"/>
                          </a:solidFill>
                          <a:effectLst/>
                          <a:latin typeface="微软雅黑" panose="020B0503020204020204" charset="-122"/>
                          <a:ea typeface="微软雅黑" panose="020B0503020204020204" charset="-122"/>
                          <a:cs typeface="微软雅黑" panose="020B0503020204020204" charset="-122"/>
                        </a:rPr>
                        <a:t>，</a:t>
                      </a:r>
                      <a:r>
                        <a:rPr kumimoji="0" lang="en-US" altLang="zh-CN" sz="2300" b="0" i="1" u="none" strike="noStrike" cap="none" normalizeH="0" baseline="0">
                          <a:ln>
                            <a:noFill/>
                          </a:ln>
                          <a:solidFill>
                            <a:schemeClr val="tx1"/>
                          </a:solidFill>
                          <a:effectLst/>
                          <a:latin typeface="微软雅黑" panose="020B0503020204020204" charset="-122"/>
                          <a:ea typeface="微软雅黑" panose="020B0503020204020204" charset="-122"/>
                          <a:cs typeface="微软雅黑" panose="020B0503020204020204" charset="-122"/>
                        </a:rPr>
                        <a:t>x</a:t>
                      </a:r>
                      <a:r>
                        <a:rPr kumimoji="0" lang="en-US" altLang="zh-CN" sz="2300" b="0" i="0" u="none" strike="noStrike" cap="none" normalizeH="0" baseline="-30000">
                          <a:ln>
                            <a:noFill/>
                          </a:ln>
                          <a:solidFill>
                            <a:schemeClr val="tx1"/>
                          </a:solidFill>
                          <a:effectLst/>
                          <a:latin typeface="微软雅黑" panose="020B0503020204020204" charset="-122"/>
                          <a:ea typeface="微软雅黑" panose="020B0503020204020204" charset="-122"/>
                          <a:cs typeface="微软雅黑" panose="020B0503020204020204" charset="-122"/>
                        </a:rPr>
                        <a:t>3</a:t>
                      </a:r>
                      <a:r>
                        <a:rPr kumimoji="0" lang="en-US" altLang="zh-CN" sz="2300" b="0" i="0" u="none" strike="noStrike" cap="none" normalizeH="0" baseline="0">
                          <a:ln>
                            <a:noFill/>
                          </a:ln>
                          <a:solidFill>
                            <a:schemeClr val="tx1"/>
                          </a:solidFill>
                          <a:effectLst/>
                          <a:latin typeface="微软雅黑" panose="020B0503020204020204" charset="-122"/>
                          <a:ea typeface="微软雅黑" panose="020B0503020204020204" charset="-122"/>
                          <a:cs typeface="微软雅黑" panose="020B0503020204020204" charset="-122"/>
                        </a:rPr>
                        <a:t>)</a:t>
                      </a:r>
                    </a:p>
                  </a:txBody>
                  <a:tcPr anchor="ctr"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50000"/>
                        </a:lnSpc>
                        <a:spcBef>
                          <a:spcPct val="20000"/>
                        </a:spcBef>
                        <a:spcAft>
                          <a:spcPct val="0"/>
                        </a:spcAft>
                        <a:buClrTx/>
                        <a:buSzTx/>
                        <a:buFontTx/>
                        <a:buNone/>
                      </a:pPr>
                      <a:endParaRPr kumimoji="0" lang="zh-CN" altLang="zh-CN" sz="2300" b="0" i="0" u="none" strike="noStrike" cap="none" normalizeH="0" baseline="0" dirty="0">
                        <a:ln>
                          <a:noFill/>
                        </a:ln>
                        <a:solidFill>
                          <a:schemeClr val="tx1">
                            <a:lumMod val="65000"/>
                            <a:lumOff val="35000"/>
                          </a:schemeClr>
                        </a:solidFill>
                        <a:effectLst/>
                        <a:latin typeface="微软雅黑" panose="020B0503020204020204" charset="-122"/>
                        <a:ea typeface="微软雅黑" panose="020B0503020204020204" charset="-122"/>
                        <a:cs typeface="Consolas" panose="020B0609020204030204" pitchFamily="49" charset="0"/>
                      </a:endParaRPr>
                    </a:p>
                  </a:txBody>
                  <a:tcPr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50000"/>
                        </a:lnSpc>
                        <a:spcBef>
                          <a:spcPct val="20000"/>
                        </a:spcBef>
                        <a:spcAft>
                          <a:spcPct val="0"/>
                        </a:spcAft>
                        <a:buClrTx/>
                        <a:buSzTx/>
                        <a:buFontTx/>
                        <a:buNone/>
                      </a:pPr>
                      <a:endParaRPr kumimoji="0" lang="zh-CN" altLang="zh-CN" sz="2300" b="0" i="0" u="none" strike="noStrike" cap="none" normalizeH="0" baseline="0" dirty="0">
                        <a:ln>
                          <a:noFill/>
                        </a:ln>
                        <a:solidFill>
                          <a:schemeClr val="tx1">
                            <a:lumMod val="65000"/>
                            <a:lumOff val="35000"/>
                          </a:schemeClr>
                        </a:solidFill>
                        <a:effectLst/>
                        <a:latin typeface="微软雅黑" panose="020B0503020204020204" charset="-122"/>
                        <a:ea typeface="微软雅黑" panose="020B0503020204020204" charset="-122"/>
                        <a:cs typeface="Consolas" panose="020B0609020204030204" pitchFamily="49" charset="0"/>
                      </a:endParaRPr>
                    </a:p>
                  </a:txBody>
                  <a:tcPr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712470">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2300" b="0" i="0" u="none" strike="noStrike" cap="none" normalizeH="0" baseline="0" dirty="0">
                          <a:ln>
                            <a:noFill/>
                          </a:ln>
                          <a:solidFill>
                            <a:schemeClr val="tx1">
                              <a:lumMod val="65000"/>
                              <a:lumOff val="35000"/>
                            </a:schemeClr>
                          </a:solidFill>
                          <a:effectLst/>
                          <a:latin typeface="微软雅黑" panose="020B0503020204020204" charset="-122"/>
                          <a:ea typeface="微软雅黑" panose="020B0503020204020204" charset="-122"/>
                          <a:cs typeface="Consolas" panose="020B0609020204030204" pitchFamily="49" charset="0"/>
                        </a:rPr>
                        <a:t>①</a:t>
                      </a: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2300" b="0" i="0" u="none" strike="noStrike" cap="none" normalizeH="0" baseline="0" dirty="0">
                          <a:ln>
                            <a:noFill/>
                          </a:ln>
                          <a:solidFill>
                            <a:schemeClr val="tx1">
                              <a:lumMod val="65000"/>
                              <a:lumOff val="35000"/>
                            </a:schemeClr>
                          </a:solidFill>
                          <a:effectLst/>
                          <a:latin typeface="微软雅黑" panose="020B0503020204020204" charset="-122"/>
                          <a:ea typeface="微软雅黑" panose="020B0503020204020204" charset="-122"/>
                          <a:cs typeface="微软雅黑" panose="020B0503020204020204" charset="-122"/>
                        </a:rPr>
                        <a:t>(1/2</a:t>
                      </a:r>
                      <a:r>
                        <a:rPr kumimoji="0" lang="zh-CN" altLang="en-US" sz="2300" b="0" i="0" u="none" strike="noStrike" cap="none" normalizeH="0" baseline="0" dirty="0">
                          <a:ln>
                            <a:noFill/>
                          </a:ln>
                          <a:solidFill>
                            <a:schemeClr val="tx1">
                              <a:lumMod val="65000"/>
                              <a:lumOff val="35000"/>
                            </a:schemeClr>
                          </a:solidFill>
                          <a:effectLst/>
                          <a:latin typeface="微软雅黑" panose="020B0503020204020204" charset="-122"/>
                          <a:ea typeface="微软雅黑" panose="020B0503020204020204" charset="-122"/>
                          <a:cs typeface="微软雅黑" panose="020B0503020204020204" charset="-122"/>
                        </a:rPr>
                        <a:t>，</a:t>
                      </a:r>
                      <a:r>
                        <a:rPr kumimoji="0" lang="en-US" altLang="zh-CN" sz="2300" b="0" i="0" u="none" strike="noStrike" cap="none" normalizeH="0" baseline="0" dirty="0">
                          <a:ln>
                            <a:noFill/>
                          </a:ln>
                          <a:solidFill>
                            <a:schemeClr val="tx1">
                              <a:lumMod val="65000"/>
                              <a:lumOff val="35000"/>
                            </a:schemeClr>
                          </a:solidFill>
                          <a:effectLst/>
                          <a:latin typeface="微软雅黑" panose="020B0503020204020204" charset="-122"/>
                          <a:ea typeface="微软雅黑" panose="020B0503020204020204" charset="-122"/>
                          <a:cs typeface="微软雅黑" panose="020B0503020204020204" charset="-122"/>
                        </a:rPr>
                        <a:t>1/3</a:t>
                      </a:r>
                      <a:r>
                        <a:rPr kumimoji="0" lang="zh-CN" altLang="en-US" sz="2300" b="0" i="0" u="none" strike="noStrike" cap="none" normalizeH="0" baseline="0" dirty="0">
                          <a:ln>
                            <a:noFill/>
                          </a:ln>
                          <a:solidFill>
                            <a:schemeClr val="tx1">
                              <a:lumMod val="65000"/>
                              <a:lumOff val="35000"/>
                            </a:schemeClr>
                          </a:solidFill>
                          <a:effectLst/>
                          <a:latin typeface="微软雅黑" panose="020B0503020204020204" charset="-122"/>
                          <a:ea typeface="微软雅黑" panose="020B0503020204020204" charset="-122"/>
                          <a:cs typeface="微软雅黑" panose="020B0503020204020204" charset="-122"/>
                        </a:rPr>
                        <a:t>，</a:t>
                      </a:r>
                      <a:r>
                        <a:rPr kumimoji="0" lang="en-US" altLang="zh-CN" sz="2300" b="0" i="0" u="none" strike="noStrike" cap="none" normalizeH="0" baseline="0" dirty="0">
                          <a:ln>
                            <a:noFill/>
                          </a:ln>
                          <a:solidFill>
                            <a:schemeClr val="tx1">
                              <a:lumMod val="65000"/>
                              <a:lumOff val="35000"/>
                            </a:schemeClr>
                          </a:solidFill>
                          <a:effectLst/>
                          <a:latin typeface="微软雅黑" panose="020B0503020204020204" charset="-122"/>
                          <a:ea typeface="微软雅黑" panose="020B0503020204020204" charset="-122"/>
                          <a:cs typeface="微软雅黑" panose="020B0503020204020204" charset="-122"/>
                        </a:rPr>
                        <a:t>1/4)</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2300" b="0" i="0" u="none" strike="noStrike" cap="none" normalizeH="0" baseline="0">
                          <a:ln>
                            <a:noFill/>
                          </a:ln>
                          <a:solidFill>
                            <a:schemeClr val="tx1">
                              <a:lumMod val="65000"/>
                              <a:lumOff val="35000"/>
                            </a:schemeClr>
                          </a:solidFill>
                          <a:effectLst/>
                          <a:latin typeface="微软雅黑" panose="020B0503020204020204" charset="-122"/>
                          <a:ea typeface="微软雅黑" panose="020B0503020204020204" charset="-122"/>
                          <a:cs typeface="Consolas" panose="020B0609020204030204" pitchFamily="49" charset="0"/>
                        </a:rPr>
                        <a:t>16.5</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2300" b="0" i="0" u="none" strike="noStrike" cap="none" normalizeH="0" baseline="0">
                          <a:ln>
                            <a:noFill/>
                          </a:ln>
                          <a:solidFill>
                            <a:schemeClr val="tx1">
                              <a:lumMod val="65000"/>
                              <a:lumOff val="35000"/>
                            </a:schemeClr>
                          </a:solidFill>
                          <a:effectLst/>
                          <a:latin typeface="微软雅黑" panose="020B0503020204020204" charset="-122"/>
                          <a:ea typeface="微软雅黑" panose="020B0503020204020204" charset="-122"/>
                          <a:cs typeface="Consolas" panose="020B0609020204030204" pitchFamily="49" charset="0"/>
                        </a:rPr>
                        <a:t>24.25</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631825">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2300" b="0" i="0" u="none" strike="noStrike" cap="none" normalizeH="0" baseline="0">
                          <a:ln>
                            <a:noFill/>
                          </a:ln>
                          <a:solidFill>
                            <a:schemeClr val="tx1">
                              <a:lumMod val="65000"/>
                              <a:lumOff val="35000"/>
                            </a:schemeClr>
                          </a:solidFill>
                          <a:effectLst/>
                          <a:latin typeface="微软雅黑" panose="020B0503020204020204" charset="-122"/>
                          <a:ea typeface="微软雅黑" panose="020B0503020204020204" charset="-122"/>
                          <a:cs typeface="Consolas" panose="020B0609020204030204" pitchFamily="49" charset="0"/>
                        </a:rPr>
                        <a:t>②</a:t>
                      </a: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2300" b="0" i="0" u="none" strike="noStrike" cap="none" normalizeH="0" baseline="0" dirty="0">
                          <a:ln>
                            <a:noFill/>
                          </a:ln>
                          <a:solidFill>
                            <a:schemeClr val="tx1">
                              <a:lumMod val="65000"/>
                              <a:lumOff val="35000"/>
                            </a:schemeClr>
                          </a:solidFill>
                          <a:effectLst/>
                          <a:latin typeface="微软雅黑" panose="020B0503020204020204" charset="-122"/>
                          <a:ea typeface="微软雅黑" panose="020B0503020204020204" charset="-122"/>
                          <a:cs typeface="微软雅黑" panose="020B0503020204020204" charset="-122"/>
                        </a:rPr>
                        <a:t>(1</a:t>
                      </a:r>
                      <a:r>
                        <a:rPr kumimoji="0" lang="zh-CN" altLang="en-US" sz="2300" b="0" i="0" u="none" strike="noStrike" cap="none" normalizeH="0" baseline="0" dirty="0">
                          <a:ln>
                            <a:noFill/>
                          </a:ln>
                          <a:solidFill>
                            <a:schemeClr val="tx1">
                              <a:lumMod val="65000"/>
                              <a:lumOff val="35000"/>
                            </a:schemeClr>
                          </a:solidFill>
                          <a:effectLst/>
                          <a:latin typeface="微软雅黑" panose="020B0503020204020204" charset="-122"/>
                          <a:ea typeface="微软雅黑" panose="020B0503020204020204" charset="-122"/>
                          <a:cs typeface="微软雅黑" panose="020B0503020204020204" charset="-122"/>
                        </a:rPr>
                        <a:t>，</a:t>
                      </a:r>
                      <a:r>
                        <a:rPr kumimoji="0" lang="en-US" altLang="zh-CN" sz="2300" b="0" i="0" u="none" strike="noStrike" cap="none" normalizeH="0" baseline="0" dirty="0">
                          <a:ln>
                            <a:noFill/>
                          </a:ln>
                          <a:solidFill>
                            <a:schemeClr val="tx1">
                              <a:lumMod val="65000"/>
                              <a:lumOff val="35000"/>
                            </a:schemeClr>
                          </a:solidFill>
                          <a:effectLst/>
                          <a:latin typeface="微软雅黑" panose="020B0503020204020204" charset="-122"/>
                          <a:ea typeface="微软雅黑" panose="020B0503020204020204" charset="-122"/>
                          <a:cs typeface="微软雅黑" panose="020B0503020204020204" charset="-122"/>
                        </a:rPr>
                        <a:t>2/15</a:t>
                      </a:r>
                      <a:r>
                        <a:rPr kumimoji="0" lang="zh-CN" altLang="en-US" sz="2300" b="0" i="0" u="none" strike="noStrike" cap="none" normalizeH="0" baseline="0" dirty="0">
                          <a:ln>
                            <a:noFill/>
                          </a:ln>
                          <a:solidFill>
                            <a:schemeClr val="tx1">
                              <a:lumMod val="65000"/>
                              <a:lumOff val="35000"/>
                            </a:schemeClr>
                          </a:solidFill>
                          <a:effectLst/>
                          <a:latin typeface="微软雅黑" panose="020B0503020204020204" charset="-122"/>
                          <a:ea typeface="微软雅黑" panose="020B0503020204020204" charset="-122"/>
                          <a:cs typeface="微软雅黑" panose="020B0503020204020204" charset="-122"/>
                        </a:rPr>
                        <a:t>，</a:t>
                      </a:r>
                      <a:r>
                        <a:rPr kumimoji="0" lang="en-US" altLang="zh-CN" sz="2300" b="0" i="0" u="none" strike="noStrike" cap="none" normalizeH="0" baseline="0" dirty="0">
                          <a:ln>
                            <a:noFill/>
                          </a:ln>
                          <a:solidFill>
                            <a:schemeClr val="tx1">
                              <a:lumMod val="65000"/>
                              <a:lumOff val="35000"/>
                            </a:schemeClr>
                          </a:solidFill>
                          <a:effectLst/>
                          <a:latin typeface="微软雅黑" panose="020B0503020204020204" charset="-122"/>
                          <a:ea typeface="微软雅黑" panose="020B0503020204020204" charset="-122"/>
                          <a:cs typeface="微软雅黑" panose="020B0503020204020204" charset="-122"/>
                        </a:rPr>
                        <a:t>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2300" b="0" i="0" u="none" strike="noStrike" cap="none" normalizeH="0" baseline="0">
                          <a:ln>
                            <a:noFill/>
                          </a:ln>
                          <a:solidFill>
                            <a:schemeClr val="tx1">
                              <a:lumMod val="65000"/>
                              <a:lumOff val="35000"/>
                            </a:schemeClr>
                          </a:solidFill>
                          <a:effectLst/>
                          <a:latin typeface="微软雅黑" panose="020B0503020204020204" charset="-122"/>
                          <a:ea typeface="微软雅黑" panose="020B0503020204020204" charset="-122"/>
                          <a:cs typeface="Consolas" panose="020B0609020204030204" pitchFamily="49" charset="0"/>
                        </a:rPr>
                        <a:t>20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2300" b="0" i="0" u="none" strike="noStrike" cap="none" normalizeH="0" baseline="0">
                          <a:ln>
                            <a:noFill/>
                          </a:ln>
                          <a:solidFill>
                            <a:schemeClr val="tx1">
                              <a:lumMod val="65000"/>
                              <a:lumOff val="35000"/>
                            </a:schemeClr>
                          </a:solidFill>
                          <a:effectLst/>
                          <a:latin typeface="微软雅黑" panose="020B0503020204020204" charset="-122"/>
                          <a:ea typeface="微软雅黑" panose="020B0503020204020204" charset="-122"/>
                          <a:cs typeface="Consolas" panose="020B0609020204030204" pitchFamily="49" charset="0"/>
                        </a:rPr>
                        <a:t>28.2</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631190">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2300" b="0" i="0" u="none" strike="noStrike" cap="none" normalizeH="0" baseline="0">
                          <a:ln>
                            <a:noFill/>
                          </a:ln>
                          <a:solidFill>
                            <a:schemeClr val="tx1">
                              <a:lumMod val="65000"/>
                              <a:lumOff val="35000"/>
                            </a:schemeClr>
                          </a:solidFill>
                          <a:effectLst/>
                          <a:latin typeface="微软雅黑" panose="020B0503020204020204" charset="-122"/>
                          <a:ea typeface="微软雅黑" panose="020B0503020204020204" charset="-122"/>
                          <a:cs typeface="Consolas" panose="020B0609020204030204" pitchFamily="49" charset="0"/>
                        </a:rPr>
                        <a:t>③</a:t>
                      </a: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2300" b="0" i="0" u="none" strike="noStrike" cap="none" normalizeH="0" baseline="0" dirty="0">
                          <a:ln>
                            <a:noFill/>
                          </a:ln>
                          <a:solidFill>
                            <a:schemeClr val="tx1">
                              <a:lumMod val="65000"/>
                              <a:lumOff val="35000"/>
                            </a:schemeClr>
                          </a:solidFill>
                          <a:effectLst/>
                          <a:latin typeface="微软雅黑" panose="020B0503020204020204" charset="-122"/>
                          <a:ea typeface="微软雅黑" panose="020B0503020204020204" charset="-122"/>
                          <a:cs typeface="微软雅黑" panose="020B0503020204020204" charset="-122"/>
                        </a:rPr>
                        <a:t>(0</a:t>
                      </a:r>
                      <a:r>
                        <a:rPr kumimoji="0" lang="zh-CN" altLang="en-US" sz="2300" b="0" i="0" u="none" strike="noStrike" cap="none" normalizeH="0" baseline="0" dirty="0">
                          <a:ln>
                            <a:noFill/>
                          </a:ln>
                          <a:solidFill>
                            <a:schemeClr val="tx1">
                              <a:lumMod val="65000"/>
                              <a:lumOff val="35000"/>
                            </a:schemeClr>
                          </a:solidFill>
                          <a:effectLst/>
                          <a:latin typeface="微软雅黑" panose="020B0503020204020204" charset="-122"/>
                          <a:ea typeface="微软雅黑" panose="020B0503020204020204" charset="-122"/>
                          <a:cs typeface="微软雅黑" panose="020B0503020204020204" charset="-122"/>
                        </a:rPr>
                        <a:t>，</a:t>
                      </a:r>
                      <a:r>
                        <a:rPr kumimoji="0" lang="en-US" altLang="zh-CN" sz="2300" b="0" i="0" u="none" strike="noStrike" cap="none" normalizeH="0" baseline="0" dirty="0">
                          <a:ln>
                            <a:noFill/>
                          </a:ln>
                          <a:solidFill>
                            <a:schemeClr val="tx1">
                              <a:lumMod val="65000"/>
                              <a:lumOff val="35000"/>
                            </a:schemeClr>
                          </a:solidFill>
                          <a:effectLst/>
                          <a:latin typeface="微软雅黑" panose="020B0503020204020204" charset="-122"/>
                          <a:ea typeface="微软雅黑" panose="020B0503020204020204" charset="-122"/>
                          <a:cs typeface="微软雅黑" panose="020B0503020204020204" charset="-122"/>
                        </a:rPr>
                        <a:t>2/3</a:t>
                      </a:r>
                      <a:r>
                        <a:rPr kumimoji="0" lang="zh-CN" altLang="en-US" sz="2300" b="0" i="0" u="none" strike="noStrike" cap="none" normalizeH="0" baseline="0" dirty="0">
                          <a:ln>
                            <a:noFill/>
                          </a:ln>
                          <a:solidFill>
                            <a:schemeClr val="tx1">
                              <a:lumMod val="65000"/>
                              <a:lumOff val="35000"/>
                            </a:schemeClr>
                          </a:solidFill>
                          <a:effectLst/>
                          <a:latin typeface="微软雅黑" panose="020B0503020204020204" charset="-122"/>
                          <a:ea typeface="微软雅黑" panose="020B0503020204020204" charset="-122"/>
                          <a:cs typeface="微软雅黑" panose="020B0503020204020204" charset="-122"/>
                        </a:rPr>
                        <a:t>，</a:t>
                      </a:r>
                      <a:r>
                        <a:rPr kumimoji="0" lang="en-US" altLang="zh-CN" sz="2300" b="0" i="0" u="none" strike="noStrike" cap="none" normalizeH="0" baseline="0" dirty="0">
                          <a:ln>
                            <a:noFill/>
                          </a:ln>
                          <a:solidFill>
                            <a:schemeClr val="tx1">
                              <a:lumMod val="65000"/>
                              <a:lumOff val="35000"/>
                            </a:schemeClr>
                          </a:solidFill>
                          <a:effectLst/>
                          <a:latin typeface="微软雅黑" panose="020B0503020204020204" charset="-122"/>
                          <a:ea typeface="微软雅黑" panose="020B0503020204020204" charset="-122"/>
                          <a:cs typeface="微软雅黑" panose="020B0503020204020204" charset="-122"/>
                        </a:rPr>
                        <a:t>1)</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2300" b="0" i="0" u="none" strike="noStrike" cap="none" normalizeH="0" baseline="0" dirty="0">
                          <a:ln>
                            <a:noFill/>
                          </a:ln>
                          <a:solidFill>
                            <a:schemeClr val="tx1">
                              <a:lumMod val="65000"/>
                              <a:lumOff val="35000"/>
                            </a:schemeClr>
                          </a:solidFill>
                          <a:effectLst/>
                          <a:latin typeface="微软雅黑" panose="020B0503020204020204" charset="-122"/>
                          <a:ea typeface="微软雅黑" panose="020B0503020204020204" charset="-122"/>
                          <a:cs typeface="Consolas" panose="020B0609020204030204" pitchFamily="49" charset="0"/>
                        </a:rPr>
                        <a:t>20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2300" b="0" i="0" u="none" strike="noStrike" cap="none" normalizeH="0" baseline="0">
                          <a:ln>
                            <a:noFill/>
                          </a:ln>
                          <a:solidFill>
                            <a:schemeClr val="tx1">
                              <a:lumMod val="65000"/>
                              <a:lumOff val="35000"/>
                            </a:schemeClr>
                          </a:solidFill>
                          <a:effectLst/>
                          <a:latin typeface="微软雅黑" panose="020B0503020204020204" charset="-122"/>
                          <a:ea typeface="微软雅黑" panose="020B0503020204020204" charset="-122"/>
                          <a:cs typeface="Consolas" panose="020B0609020204030204" pitchFamily="49" charset="0"/>
                        </a:rPr>
                        <a:t>31</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631825">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en-US" sz="2300" b="0" i="0" u="none" strike="noStrike" cap="none" normalizeH="0" baseline="0" dirty="0">
                          <a:solidFill>
                            <a:schemeClr val="accent6"/>
                          </a:solidFill>
                          <a:latin typeface="微软雅黑" panose="020B0503020204020204" charset="-122"/>
                          <a:ea typeface="微软雅黑" panose="020B0503020204020204" charset="-122"/>
                        </a:rPr>
                        <a:t>④</a:t>
                      </a:r>
                      <a:endParaRPr kumimoji="0" lang="zh-CN" altLang="en-US" sz="2300" b="0" i="0" u="none" strike="noStrike" cap="none" normalizeH="0" baseline="0" dirty="0">
                        <a:ln>
                          <a:noFill/>
                        </a:ln>
                        <a:solidFill>
                          <a:schemeClr val="accent6"/>
                        </a:solidFill>
                        <a:effectLst/>
                        <a:latin typeface="微软雅黑" panose="020B0503020204020204" charset="-122"/>
                        <a:ea typeface="微软雅黑" panose="020B0503020204020204" charset="-122"/>
                        <a:cs typeface="Consolas" panose="020B0609020204030204" pitchFamily="49" charset="0"/>
                      </a:endParaRPr>
                    </a:p>
                  </a:txBody>
                  <a:tcPr horzOverflow="overflow">
                    <a:lnL cap="flat">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en-US" sz="2300" b="0" i="0" u="none" strike="noStrike" cap="none" normalizeH="0" baseline="0" dirty="0">
                          <a:solidFill>
                            <a:schemeClr val="accent6"/>
                          </a:solidFill>
                          <a:latin typeface="微软雅黑" panose="020B0503020204020204" charset="-122"/>
                          <a:ea typeface="微软雅黑" panose="020B0503020204020204" charset="-122"/>
                        </a:rPr>
                        <a:t>(0，1，1/2)</a:t>
                      </a:r>
                    </a:p>
                  </a:txBody>
                  <a:tcPr horzOverflow="overflow">
                    <a:lnL>
                      <a:noFill/>
                    </a:lnL>
                    <a:lnR>
                      <a:noFill/>
                    </a:lnR>
                    <a:lnT>
                      <a:noFill/>
                    </a:lnT>
                    <a:lnB cap="flat">
                      <a:noFill/>
                    </a:lnB>
                    <a:lnTlToBr>
                      <a:noFill/>
                    </a:lnTlToBr>
                    <a:lnBlToTr>
                      <a:noFill/>
                    </a:lnBlToTr>
                    <a:noFill/>
                  </a:tcPr>
                </a:tc>
                <a:tc>
                  <a:txBody>
                    <a:bodyPr/>
                    <a:lstStyle/>
                    <a:p>
                      <a:pPr marL="0" marR="0" lvl="0" algn="ctr" defTabSz="914400" rtl="0" eaLnBrk="1" fontAlgn="base" latinLnBrk="0" hangingPunct="1">
                        <a:lnSpc>
                          <a:spcPct val="150000"/>
                        </a:lnSpc>
                        <a:buClrTx/>
                        <a:buSzTx/>
                        <a:buFontTx/>
                        <a:buNone/>
                      </a:pPr>
                      <a:r>
                        <a:rPr kumimoji="0" lang="zh-CN" altLang="en-US" sz="2300" b="0" i="0" u="none" strike="noStrike" cap="none" normalizeH="0" baseline="0" dirty="0">
                          <a:solidFill>
                            <a:schemeClr val="accent6"/>
                          </a:solidFill>
                          <a:latin typeface="微软雅黑" panose="020B0503020204020204" charset="-122"/>
                          <a:ea typeface="微软雅黑" panose="020B0503020204020204" charset="-122"/>
                        </a:rPr>
                        <a:t>20</a:t>
                      </a:r>
                    </a:p>
                  </a:txBody>
                  <a:tcPr horzOverflow="overflow">
                    <a:lnL>
                      <a:noFill/>
                    </a:lnL>
                    <a:lnR>
                      <a:noFill/>
                    </a:lnR>
                    <a:lnT>
                      <a:noFill/>
                    </a:lnT>
                    <a:lnB cap="flat">
                      <a:noFill/>
                    </a:lnB>
                    <a:lnTlToBr>
                      <a:noFill/>
                    </a:lnTlToBr>
                    <a:lnBlToTr>
                      <a:noFill/>
                    </a:lnBlToTr>
                    <a:noFill/>
                  </a:tcPr>
                </a:tc>
                <a:tc>
                  <a:txBody>
                    <a:bodyPr/>
                    <a:lstStyle/>
                    <a:p>
                      <a:pPr marL="0" marR="0" lvl="0" algn="ctr" defTabSz="914400" rtl="0" eaLnBrk="1" fontAlgn="base" latinLnBrk="0" hangingPunct="1">
                        <a:lnSpc>
                          <a:spcPct val="150000"/>
                        </a:lnSpc>
                        <a:buClrTx/>
                        <a:buSzTx/>
                        <a:buFontTx/>
                        <a:buNone/>
                      </a:pPr>
                      <a:r>
                        <a:rPr kumimoji="0" lang="zh-CN" altLang="en-US" sz="2300" b="0" i="0" u="none" strike="noStrike" cap="none" normalizeH="0" baseline="0" dirty="0">
                          <a:solidFill>
                            <a:schemeClr val="accent6"/>
                          </a:solidFill>
                          <a:latin typeface="微软雅黑" panose="020B0503020204020204" charset="-122"/>
                          <a:ea typeface="微软雅黑" panose="020B0503020204020204" charset="-122"/>
                        </a:rPr>
                        <a:t>31.5</a:t>
                      </a:r>
                    </a:p>
                  </a:txBody>
                  <a:tcPr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80226" name="Text Box 2"/>
          <p:cNvSpPr txBox="1">
            <a:spLocks noChangeArrowheads="1"/>
          </p:cNvSpPr>
          <p:nvPr/>
        </p:nvSpPr>
        <p:spPr bwMode="auto">
          <a:xfrm>
            <a:off x="440690" y="1080770"/>
            <a:ext cx="8189595" cy="860425"/>
          </a:xfrm>
          <a:prstGeom prst="rect">
            <a:avLst/>
          </a:prstGeom>
          <a:solidFill>
            <a:schemeClr val="accent1">
              <a:lumMod val="20000"/>
              <a:lumOff val="80000"/>
            </a:schemeClr>
          </a:solidFill>
          <a:ln w="9525">
            <a:noFill/>
            <a:miter lim="800000"/>
          </a:ln>
          <a:effectLst/>
        </p:spPr>
        <p:txBody>
          <a:bodyPr wrap="square">
            <a:spAutoFit/>
          </a:bodyPr>
          <a:lstStyle/>
          <a:p>
            <a:pPr marL="0" marR="0" lvl="0" indent="0" algn="l" defTabSz="914400" rtl="0" eaLnBrk="1" fontAlgn="base" latinLnBrk="0" hangingPunct="1">
              <a:lnSpc>
                <a:spcPts val="3000"/>
              </a:lnSpc>
              <a:spcBef>
                <a:spcPts val="0"/>
              </a:spcBef>
              <a:spcAft>
                <a:spcPct val="0"/>
              </a:spcAft>
              <a:buClrTx/>
              <a:buSzTx/>
              <a:buFontTx/>
              <a:buNone/>
              <a:defRPr/>
            </a:pPr>
            <a:r>
              <a:rPr kumimoji="0" lang="zh-CN" altLang="en-US" sz="2300" b="1" i="0" u="none" strike="noStrike" kern="1200" cap="none" spc="0" normalizeH="0" baseline="0" noProof="0" dirty="0">
                <a:ln>
                  <a:noFill/>
                </a:ln>
                <a:solidFill>
                  <a:srgbClr val="0000FF"/>
                </a:solidFill>
                <a:effectLst/>
                <a:uLnTx/>
                <a:uFillTx/>
                <a:latin typeface="微软雅黑" panose="020B0503020204020204" charset="-122"/>
                <a:ea typeface="微软雅黑" panose="020B0503020204020204" charset="-122"/>
                <a:cs typeface="微软雅黑" panose="020B0503020204020204" charset="-122"/>
              </a:rPr>
              <a:t>　　</a:t>
            </a:r>
            <a:r>
              <a:rPr kumimoji="0" lang="zh-CN" altLang="en-US"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例如，</a:t>
            </a:r>
            <a:r>
              <a:rPr kumimoji="0" lang="en-US" altLang="zh-CN" sz="2300" b="1" i="1"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n</a:t>
            </a:r>
            <a:r>
              <a:rPr kumimoji="0" lang="en-US"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=3</a:t>
            </a:r>
            <a:r>
              <a:rPr kumimoji="0" lang="zh-CN" altLang="en-US"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zh-CN" altLang="en-US" sz="2300" b="1" i="1"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 </a:t>
            </a:r>
            <a:r>
              <a:rPr kumimoji="0" lang="en-US"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en-US" altLang="zh-CN" sz="2300" b="1" i="1"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w</a:t>
            </a:r>
            <a:r>
              <a:rPr kumimoji="0" lang="en-US" altLang="zh-CN" sz="2300" b="1" i="0" u="none" strike="noStrike" kern="1200" cap="none" spc="0" normalizeH="0" baseline="-2500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1</a:t>
            </a:r>
            <a:r>
              <a:rPr kumimoji="0" lang="zh-CN" altLang="en-US"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en-US" altLang="zh-CN" sz="2300" b="1" i="1"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w</a:t>
            </a:r>
            <a:r>
              <a:rPr kumimoji="0" lang="en-US" altLang="zh-CN" sz="2300" b="1" i="0" u="none" strike="noStrike" kern="1200" cap="none" spc="0" normalizeH="0" baseline="-2500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2</a:t>
            </a:r>
            <a:r>
              <a:rPr kumimoji="0" lang="zh-CN" altLang="en-US"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en-US" altLang="zh-CN" sz="2300" b="1" i="1"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w</a:t>
            </a:r>
            <a:r>
              <a:rPr kumimoji="0" lang="en-US" altLang="zh-CN" sz="2300" b="1" i="0" u="none" strike="noStrike" kern="1200" cap="none" spc="0" normalizeH="0" baseline="-2500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3</a:t>
            </a:r>
            <a:r>
              <a:rPr kumimoji="0" lang="en-US"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)=(18</a:t>
            </a:r>
            <a:r>
              <a:rPr kumimoji="0" lang="zh-CN" altLang="en-US"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en-US"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15</a:t>
            </a:r>
            <a:r>
              <a:rPr kumimoji="0" lang="zh-CN" altLang="en-US"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en-US"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10)</a:t>
            </a:r>
            <a:r>
              <a:rPr kumimoji="0" lang="zh-CN" altLang="en-US"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en-US"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en-US" altLang="zh-CN" sz="2300" b="1" i="1"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v</a:t>
            </a:r>
            <a:r>
              <a:rPr kumimoji="0" lang="en-US" altLang="zh-CN" sz="2300" b="1" i="0" u="none" strike="noStrike" kern="1200" cap="none" spc="0" normalizeH="0" baseline="-2500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1</a:t>
            </a:r>
            <a:r>
              <a:rPr kumimoji="0" lang="zh-CN" altLang="en-US"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en-US" altLang="zh-CN" sz="2300" b="1" i="1"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v</a:t>
            </a:r>
            <a:r>
              <a:rPr kumimoji="0" lang="en-US" altLang="zh-CN" sz="2300" b="1" i="0" u="none" strike="noStrike" kern="1200" cap="none" spc="0" normalizeH="0" baseline="-2500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2</a:t>
            </a:r>
            <a:r>
              <a:rPr kumimoji="0" lang="zh-CN" altLang="en-US"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en-US" altLang="zh-CN" sz="2300" b="1" i="1"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v</a:t>
            </a:r>
            <a:r>
              <a:rPr kumimoji="0" lang="en-US" altLang="zh-CN" sz="2300" b="1" i="0" u="none" strike="noStrike" kern="1200" cap="none" spc="0" normalizeH="0" baseline="-2500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3</a:t>
            </a:r>
            <a:r>
              <a:rPr kumimoji="0" lang="en-US"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)=(25</a:t>
            </a:r>
            <a:r>
              <a:rPr kumimoji="0" lang="zh-CN" altLang="en-US"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en-US"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24</a:t>
            </a:r>
            <a:r>
              <a:rPr kumimoji="0" lang="zh-CN" altLang="en-US"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en-US"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15)</a:t>
            </a:r>
            <a:r>
              <a:rPr kumimoji="0" lang="zh-CN" altLang="en-US"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 </a:t>
            </a:r>
            <a:r>
              <a:rPr kumimoji="0" lang="en-US" altLang="zh-CN" sz="2300" b="1" i="1"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W</a:t>
            </a:r>
            <a:r>
              <a:rPr kumimoji="0" lang="en-US"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=20</a:t>
            </a:r>
            <a:r>
              <a:rPr kumimoji="0" lang="zh-CN" altLang="en-US"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，其中的</a:t>
            </a:r>
            <a:r>
              <a:rPr kumimoji="0" lang="en-US"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4</a:t>
            </a:r>
            <a:r>
              <a:rPr kumimoji="0" lang="zh-CN" altLang="en-US"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个可行解如下： </a:t>
            </a:r>
          </a:p>
        </p:txBody>
      </p:sp>
      <p:graphicFrame>
        <p:nvGraphicFramePr>
          <p:cNvPr id="180228" name="Object 4"/>
          <p:cNvGraphicFramePr>
            <a:graphicFrameLocks noChangeAspect="1"/>
          </p:cNvGraphicFramePr>
          <p:nvPr>
            <p:extLst>
              <p:ext uri="{D42A27DB-BD31-4B8C-83A1-F6EECF244321}">
                <p14:modId xmlns:p14="http://schemas.microsoft.com/office/powerpoint/2010/main" val="1915503397"/>
              </p:ext>
            </p:extLst>
          </p:nvPr>
        </p:nvGraphicFramePr>
        <p:xfrm>
          <a:off x="5634047" y="2058116"/>
          <a:ext cx="720725" cy="692150"/>
        </p:xfrm>
        <a:graphic>
          <a:graphicData uri="http://schemas.openxmlformats.org/presentationml/2006/ole">
            <mc:AlternateContent xmlns:mc="http://schemas.openxmlformats.org/markup-compatibility/2006">
              <mc:Choice xmlns:v="urn:schemas-microsoft-com:vml" Requires="v">
                <p:oleObj name="公式" r:id="rId5" imgW="393700" imgH="381000" progId="">
                  <p:embed/>
                </p:oleObj>
              </mc:Choice>
              <mc:Fallback>
                <p:oleObj name="公式" r:id="rId5" imgW="393700" imgH="381000" progId="">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34047" y="2058116"/>
                        <a:ext cx="720725" cy="692150"/>
                      </a:xfrm>
                      <a:prstGeom prst="rect">
                        <a:avLst/>
                      </a:prstGeom>
                      <a:solidFill>
                        <a:schemeClr val="tx1">
                          <a:alpha val="0"/>
                        </a:schemeClr>
                      </a:solidFill>
                    </p:spPr>
                  </p:pic>
                </p:oleObj>
              </mc:Fallback>
            </mc:AlternateContent>
          </a:graphicData>
        </a:graphic>
      </p:graphicFrame>
      <p:graphicFrame>
        <p:nvGraphicFramePr>
          <p:cNvPr id="180227" name="Object 3"/>
          <p:cNvGraphicFramePr>
            <a:graphicFrameLocks noChangeAspect="1"/>
          </p:cNvGraphicFramePr>
          <p:nvPr>
            <p:extLst>
              <p:ext uri="{D42A27DB-BD31-4B8C-83A1-F6EECF244321}">
                <p14:modId xmlns:p14="http://schemas.microsoft.com/office/powerpoint/2010/main" val="2677743786"/>
              </p:ext>
            </p:extLst>
          </p:nvPr>
        </p:nvGraphicFramePr>
        <p:xfrm>
          <a:off x="7659689" y="2044566"/>
          <a:ext cx="720725" cy="657225"/>
        </p:xfrm>
        <a:graphic>
          <a:graphicData uri="http://schemas.openxmlformats.org/presentationml/2006/ole">
            <mc:AlternateContent xmlns:mc="http://schemas.openxmlformats.org/markup-compatibility/2006">
              <mc:Choice xmlns:v="urn:schemas-microsoft-com:vml" Requires="v">
                <p:oleObj name="公式" r:id="rId7" imgW="431800" imgH="393700" progId="">
                  <p:embed/>
                </p:oleObj>
              </mc:Choice>
              <mc:Fallback>
                <p:oleObj name="公式" r:id="rId7" imgW="431800" imgH="393700" progId="">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659689" y="2044566"/>
                        <a:ext cx="720725" cy="657225"/>
                      </a:xfrm>
                      <a:prstGeom prst="rect">
                        <a:avLst/>
                      </a:prstGeom>
                      <a:solidFill>
                        <a:schemeClr val="tx1">
                          <a:alpha val="0"/>
                        </a:schemeClr>
                      </a:solidFill>
                    </p:spPr>
                  </p:pic>
                </p:oleObj>
              </mc:Fallback>
            </mc:AlternateContent>
          </a:graphicData>
        </a:graphic>
      </p:graphicFrame>
      <p:sp>
        <p:nvSpPr>
          <p:cNvPr id="180231" name="Rectangle 7"/>
          <p:cNvSpPr>
            <a:spLocks noChangeArrowheads="1"/>
          </p:cNvSpPr>
          <p:nvPr/>
        </p:nvSpPr>
        <p:spPr bwMode="auto">
          <a:xfrm>
            <a:off x="2462214" y="3436939"/>
            <a:ext cx="309880" cy="460375"/>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rgbClr val="0033CC"/>
              </a:solidFill>
              <a:effectLst/>
              <a:uLnTx/>
              <a:uFillTx/>
              <a:latin typeface="Consolas" panose="020B0609020204030204" pitchFamily="49" charset="0"/>
              <a:ea typeface="楷体_GB2312" pitchFamily="49" charset="-122"/>
              <a:cs typeface="Consolas" panose="020B0609020204030204" pitchFamily="49" charset="0"/>
            </a:endParaRPr>
          </a:p>
        </p:txBody>
      </p:sp>
      <p:sp>
        <p:nvSpPr>
          <p:cNvPr id="180287" name="Text Box 63"/>
          <p:cNvSpPr txBox="1">
            <a:spLocks noChangeArrowheads="1"/>
          </p:cNvSpPr>
          <p:nvPr/>
        </p:nvSpPr>
        <p:spPr bwMode="auto">
          <a:xfrm>
            <a:off x="708950" y="5531420"/>
            <a:ext cx="7921625" cy="860425"/>
          </a:xfrm>
          <a:prstGeom prst="rect">
            <a:avLst/>
          </a:prstGeom>
          <a:noFill/>
          <a:ln w="9525">
            <a:noFill/>
            <a:miter lim="800000"/>
          </a:ln>
          <a:effectLst/>
        </p:spPr>
        <p:txBody>
          <a:bodyPr>
            <a:spAutoFit/>
          </a:bodyPr>
          <a:lstStyle/>
          <a:p>
            <a:pPr marL="0" marR="0" lvl="0" indent="0" algn="l" defTabSz="914400" rtl="0" eaLnBrk="1" fontAlgn="base" latinLnBrk="0" hangingPunct="1">
              <a:lnSpc>
                <a:spcPts val="3000"/>
              </a:lnSpc>
              <a:spcBef>
                <a:spcPts val="0"/>
              </a:spcBef>
              <a:spcAft>
                <a:spcPct val="0"/>
              </a:spcAft>
              <a:buClrTx/>
              <a:buSzTx/>
              <a:buFontTx/>
              <a:buNone/>
              <a:defRPr/>
            </a:pPr>
            <a:r>
              <a:rPr kumimoji="0" lang="zh-CN" altLang="en-US" sz="2300"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cs typeface="微软雅黑" panose="020B0503020204020204" charset="-122"/>
              </a:rPr>
              <a:t>　　在这</a:t>
            </a:r>
            <a:r>
              <a:rPr kumimoji="0" lang="en-US" altLang="zh-CN" sz="2300"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cs typeface="微软雅黑" panose="020B0503020204020204" charset="-122"/>
              </a:rPr>
              <a:t>4</a:t>
            </a:r>
            <a:r>
              <a:rPr kumimoji="0" lang="zh-CN" altLang="en-US" sz="2300"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cs typeface="微软雅黑" panose="020B0503020204020204" charset="-122"/>
              </a:rPr>
              <a:t>个可行解中，第</a:t>
            </a:r>
            <a:r>
              <a:rPr kumimoji="0" lang="zh-CN" altLang="en-US" sz="2300" i="0" u="none" strike="noStrike" kern="1200" cap="none" spc="0" normalizeH="0" baseline="0" dirty="0">
                <a:solidFill>
                  <a:schemeClr val="accent6"/>
                </a:solidFill>
                <a:latin typeface="微软雅黑" panose="020B0503020204020204" charset="-122"/>
                <a:ea typeface="微软雅黑" panose="020B0503020204020204" charset="-122"/>
              </a:rPr>
              <a:t>④</a:t>
            </a:r>
            <a:r>
              <a:rPr kumimoji="0" lang="zh-CN" altLang="en-US" sz="2300"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cs typeface="微软雅黑" panose="020B0503020204020204" charset="-122"/>
              </a:rPr>
              <a:t>个解的效益最大，可以求出它是这个背包问题的最优解。</a:t>
            </a:r>
          </a:p>
        </p:txBody>
      </p:sp>
    </p:spTree>
  </p:cSld>
  <p:clrMapOvr>
    <a:overrideClrMapping bg1="lt1" tx1="dk1" bg2="lt2" tx2="dk2" accent1="accent1" accent2="accent2" accent3="accent3" accent4="accent4" accent5="accent5" accent6="accent6" hlink="hlink" folHlink="folHlink"/>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179202" name="Text Box 2"/>
          <p:cNvSpPr txBox="1">
            <a:spLocks noChangeArrowheads="1"/>
          </p:cNvSpPr>
          <p:nvPr/>
        </p:nvSpPr>
        <p:spPr bwMode="auto">
          <a:xfrm>
            <a:off x="1055642" y="1329612"/>
            <a:ext cx="7900670" cy="3276600"/>
          </a:xfrm>
          <a:prstGeom prst="rect">
            <a:avLst/>
          </a:prstGeom>
          <a:noFill/>
          <a:ln w="9525">
            <a:noFill/>
            <a:miter lim="800000"/>
          </a:ln>
          <a:effectLst/>
        </p:spPr>
        <p:txBody>
          <a:bodyPr wrap="square">
            <a:spAutoFit/>
          </a:bodyPr>
          <a:lstStyle/>
          <a:p>
            <a:pPr marL="0" marR="0" lvl="0" indent="0" algn="l" defTabSz="914400" rtl="0" eaLnBrk="1" fontAlgn="base" latinLnBrk="0" hangingPunct="1">
              <a:lnSpc>
                <a:spcPct val="150000"/>
              </a:lnSpc>
              <a:spcBef>
                <a:spcPct val="0"/>
              </a:spcBef>
              <a:spcAft>
                <a:spcPct val="0"/>
              </a:spcAft>
              <a:buClrTx/>
              <a:buSzTx/>
              <a:buFontTx/>
              <a:buNone/>
              <a:defRPr/>
            </a:pPr>
            <a:r>
              <a:rPr kumimoji="0" lang="zh-CN" altLang="en-US" sz="2300" i="0" u="none" strike="noStrike" kern="1200" cap="none" spc="0" normalizeH="0" baseline="0" noProof="0" dirty="0">
                <a:ln>
                  <a:noFill/>
                </a:ln>
                <a:solidFill>
                  <a:srgbClr val="0000FF"/>
                </a:solidFill>
                <a:effectLst/>
                <a:uLnTx/>
                <a:uFillTx/>
                <a:latin typeface="微软雅黑" panose="020B0503020204020204" charset="-122"/>
                <a:ea typeface="微软雅黑" panose="020B0503020204020204" charset="-122"/>
                <a:cs typeface="微软雅黑" panose="020B0503020204020204" charset="-122"/>
              </a:rPr>
              <a:t>　　</a:t>
            </a:r>
            <a:r>
              <a:rPr kumimoji="0" lang="zh-CN" altLang="en-US"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贪心策略：选择单位重量价值最大的物品。</a:t>
            </a:r>
          </a:p>
          <a:p>
            <a:pPr marL="0" marR="0" lvl="0" indent="0" algn="l" defTabSz="914400" rtl="0" eaLnBrk="1" fontAlgn="base" latinLnBrk="0" hangingPunct="1">
              <a:lnSpc>
                <a:spcPct val="150000"/>
              </a:lnSpc>
              <a:spcBef>
                <a:spcPct val="0"/>
              </a:spcBef>
              <a:spcAft>
                <a:spcPct val="0"/>
              </a:spcAft>
              <a:buClrTx/>
              <a:buSzTx/>
              <a:buFontTx/>
              <a:buNone/>
              <a:defRPr/>
            </a:pPr>
            <a:r>
              <a:rPr kumimoji="0" lang="zh-CN" altLang="en-US"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　　每次从物品集合中选择单位重量价值最大的物品，如果其重量小于背包容量，就可以把它装入，并将背包容量减去该物品的重量，然后就面临了一个最优子问题</a:t>
            </a:r>
            <a:r>
              <a:rPr kumimoji="0" lang="en-US"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zh-CN" altLang="en-US"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它同样是背包问题，只不过背包容量减少了，物品集合减少了。</a:t>
            </a:r>
          </a:p>
          <a:p>
            <a:pPr marL="0" marR="0" lvl="0" indent="0" algn="l" defTabSz="914400" rtl="0" eaLnBrk="1" fontAlgn="base" latinLnBrk="0" hangingPunct="1">
              <a:lnSpc>
                <a:spcPct val="150000"/>
              </a:lnSpc>
              <a:spcBef>
                <a:spcPct val="0"/>
              </a:spcBef>
              <a:spcAft>
                <a:spcPct val="0"/>
              </a:spcAft>
              <a:buClrTx/>
              <a:buSzTx/>
              <a:buFontTx/>
              <a:buNone/>
              <a:defRPr/>
            </a:pPr>
            <a:r>
              <a:rPr kumimoji="0" lang="zh-CN" altLang="en-US"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　　因此背包问题具有最优子结构性质。</a:t>
            </a:r>
          </a:p>
        </p:txBody>
      </p:sp>
    </p:spTree>
  </p:cSld>
  <p:clrMapOvr>
    <a:overrideClrMapping bg1="lt1" tx1="dk1" bg2="lt2" tx2="dk2" accent1="accent1" accent2="accent2" accent3="accent3" accent4="accent4" accent5="accent5" accent6="accent6" hlink="hlink" folHlink="folHlink"/>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178178" name="Text Box 2"/>
          <p:cNvSpPr txBox="1">
            <a:spLocks noChangeArrowheads="1"/>
          </p:cNvSpPr>
          <p:nvPr/>
        </p:nvSpPr>
        <p:spPr bwMode="auto">
          <a:xfrm>
            <a:off x="1014959" y="1117493"/>
            <a:ext cx="8496300" cy="798830"/>
          </a:xfrm>
          <a:prstGeom prst="rect">
            <a:avLst/>
          </a:prstGeom>
          <a:noFill/>
          <a:ln w="9525">
            <a:noFill/>
            <a:miter lim="800000"/>
          </a:ln>
          <a:effec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对于下表一个背包问题，</a:t>
            </a:r>
            <a:r>
              <a:rPr kumimoji="0" lang="en-US" altLang="zh-CN" sz="2300" b="1" i="1"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n</a:t>
            </a:r>
            <a:r>
              <a:rPr kumimoji="0" lang="en-US"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=5</a:t>
            </a:r>
            <a:r>
              <a:rPr kumimoji="0" lang="zh-CN" altLang="en-US"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，设背包容量</a:t>
            </a:r>
            <a:r>
              <a:rPr kumimoji="0" lang="en-US" altLang="zh-CN" sz="2300" b="1" i="1"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W</a:t>
            </a:r>
            <a:r>
              <a:rPr kumimoji="0" lang="en-US"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=100</a:t>
            </a:r>
            <a:r>
              <a:rPr kumimoji="0" lang="zh-CN" altLang="en-US"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，其求解过程如下：</a:t>
            </a:r>
          </a:p>
        </p:txBody>
      </p:sp>
      <p:graphicFrame>
        <p:nvGraphicFramePr>
          <p:cNvPr id="178335" name="Group 159"/>
          <p:cNvGraphicFramePr>
            <a:graphicFrameLocks noGrp="1"/>
          </p:cNvGraphicFramePr>
          <p:nvPr>
            <p:extLst>
              <p:ext uri="{D42A27DB-BD31-4B8C-83A1-F6EECF244321}">
                <p14:modId xmlns:p14="http://schemas.microsoft.com/office/powerpoint/2010/main" val="3556159227"/>
              </p:ext>
            </p:extLst>
          </p:nvPr>
        </p:nvGraphicFramePr>
        <p:xfrm>
          <a:off x="1197553" y="1898875"/>
          <a:ext cx="8135937" cy="1767840"/>
        </p:xfrm>
        <a:graphic>
          <a:graphicData uri="http://schemas.openxmlformats.org/drawingml/2006/table">
            <a:tbl>
              <a:tblPr>
                <a:tableStyleId>{775DCB02-9BB8-47FD-8907-85C794F793BA}</a:tableStyleId>
              </a:tblPr>
              <a:tblGrid>
                <a:gridCol w="1355725">
                  <a:extLst>
                    <a:ext uri="{9D8B030D-6E8A-4147-A177-3AD203B41FA5}">
                      <a16:colId xmlns:a16="http://schemas.microsoft.com/office/drawing/2014/main" val="20000"/>
                    </a:ext>
                  </a:extLst>
                </a:gridCol>
                <a:gridCol w="1355725">
                  <a:extLst>
                    <a:ext uri="{9D8B030D-6E8A-4147-A177-3AD203B41FA5}">
                      <a16:colId xmlns:a16="http://schemas.microsoft.com/office/drawing/2014/main" val="20001"/>
                    </a:ext>
                  </a:extLst>
                </a:gridCol>
                <a:gridCol w="1355725">
                  <a:extLst>
                    <a:ext uri="{9D8B030D-6E8A-4147-A177-3AD203B41FA5}">
                      <a16:colId xmlns:a16="http://schemas.microsoft.com/office/drawing/2014/main" val="20002"/>
                    </a:ext>
                  </a:extLst>
                </a:gridCol>
                <a:gridCol w="1355725">
                  <a:extLst>
                    <a:ext uri="{9D8B030D-6E8A-4147-A177-3AD203B41FA5}">
                      <a16:colId xmlns:a16="http://schemas.microsoft.com/office/drawing/2014/main" val="20003"/>
                    </a:ext>
                  </a:extLst>
                </a:gridCol>
                <a:gridCol w="1355725">
                  <a:extLst>
                    <a:ext uri="{9D8B030D-6E8A-4147-A177-3AD203B41FA5}">
                      <a16:colId xmlns:a16="http://schemas.microsoft.com/office/drawing/2014/main" val="20004"/>
                    </a:ext>
                  </a:extLst>
                </a:gridCol>
                <a:gridCol w="1357312">
                  <a:extLst>
                    <a:ext uri="{9D8B030D-6E8A-4147-A177-3AD203B41FA5}">
                      <a16:colId xmlns:a16="http://schemas.microsoft.com/office/drawing/2014/main" val="20005"/>
                    </a:ext>
                  </a:extLst>
                </a:gridCol>
              </a:tblGrid>
              <a:tr h="2286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i="1" u="none" strike="noStrike" cap="none" normalizeH="0" baseline="0" dirty="0" err="1">
                          <a:ln>
                            <a:noFill/>
                          </a:ln>
                          <a:solidFill>
                            <a:srgbClr val="C00000"/>
                          </a:solidFill>
                          <a:effectLst/>
                          <a:latin typeface="微软雅黑" panose="020B0503020204020204" charset="-122"/>
                          <a:ea typeface="微软雅黑" panose="020B0503020204020204" charset="-122"/>
                          <a:cs typeface="Consolas" panose="020B0609020204030204" pitchFamily="49" charset="0"/>
                        </a:rPr>
                        <a:t>i</a:t>
                      </a: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a:ln>
                            <a:noFill/>
                          </a:ln>
                          <a:solidFill>
                            <a:srgbClr val="C00000"/>
                          </a:solidFill>
                          <a:effectLst/>
                          <a:latin typeface="微软雅黑" panose="020B0503020204020204" charset="-122"/>
                          <a:ea typeface="微软雅黑" panose="020B0503020204020204" charset="-122"/>
                          <a:cs typeface="Consolas" panose="020B0609020204030204" pitchFamily="49" charset="0"/>
                        </a:rPr>
                        <a:t>1</a:t>
                      </a:r>
                      <a:endParaRPr kumimoji="0" lang="en-US" altLang="zh-CN" sz="2300" b="1" i="0" u="none" strike="noStrike" cap="none" normalizeH="0" baseline="0">
                        <a:ln>
                          <a:noFill/>
                        </a:ln>
                        <a:solidFill>
                          <a:srgbClr val="C00000"/>
                        </a:solidFill>
                        <a:effectLst/>
                        <a:latin typeface="微软雅黑" panose="020B0503020204020204" charset="-122"/>
                        <a:ea typeface="微软雅黑" panose="020B0503020204020204"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a:ln>
                            <a:noFill/>
                          </a:ln>
                          <a:solidFill>
                            <a:srgbClr val="C00000"/>
                          </a:solidFill>
                          <a:effectLst/>
                          <a:latin typeface="微软雅黑" panose="020B0503020204020204" charset="-122"/>
                          <a:ea typeface="微软雅黑" panose="020B0503020204020204" charset="-122"/>
                          <a:cs typeface="Consolas" panose="020B0609020204030204" pitchFamily="49" charset="0"/>
                        </a:rPr>
                        <a:t>2</a:t>
                      </a:r>
                      <a:endParaRPr kumimoji="0" lang="en-US" altLang="zh-CN" sz="2300" b="1" i="0" u="none" strike="noStrike" cap="none" normalizeH="0" baseline="0">
                        <a:ln>
                          <a:noFill/>
                        </a:ln>
                        <a:solidFill>
                          <a:srgbClr val="C00000"/>
                        </a:solidFill>
                        <a:effectLst/>
                        <a:latin typeface="微软雅黑" panose="020B0503020204020204" charset="-122"/>
                        <a:ea typeface="微软雅黑" panose="020B0503020204020204"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a:ln>
                            <a:noFill/>
                          </a:ln>
                          <a:solidFill>
                            <a:srgbClr val="C00000"/>
                          </a:solidFill>
                          <a:effectLst/>
                          <a:latin typeface="微软雅黑" panose="020B0503020204020204" charset="-122"/>
                          <a:ea typeface="微软雅黑" panose="020B0503020204020204" charset="-122"/>
                          <a:cs typeface="Consolas" panose="020B0609020204030204" pitchFamily="49" charset="0"/>
                        </a:rPr>
                        <a:t>3</a:t>
                      </a:r>
                      <a:endParaRPr kumimoji="0" lang="en-US" altLang="zh-CN" sz="2300" b="1" i="0" u="none" strike="noStrike" cap="none" normalizeH="0" baseline="0">
                        <a:ln>
                          <a:noFill/>
                        </a:ln>
                        <a:solidFill>
                          <a:srgbClr val="C00000"/>
                        </a:solidFill>
                        <a:effectLst/>
                        <a:latin typeface="微软雅黑" panose="020B0503020204020204" charset="-122"/>
                        <a:ea typeface="微软雅黑" panose="020B0503020204020204"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a:ln>
                            <a:noFill/>
                          </a:ln>
                          <a:solidFill>
                            <a:srgbClr val="C00000"/>
                          </a:solidFill>
                          <a:effectLst/>
                          <a:latin typeface="微软雅黑" panose="020B0503020204020204" charset="-122"/>
                          <a:ea typeface="微软雅黑" panose="020B0503020204020204" charset="-122"/>
                          <a:cs typeface="Consolas" panose="020B0609020204030204" pitchFamily="49" charset="0"/>
                        </a:rPr>
                        <a:t>4</a:t>
                      </a:r>
                      <a:endParaRPr kumimoji="0" lang="en-US" altLang="zh-CN" sz="2300" b="1" i="0" u="none" strike="noStrike" cap="none" normalizeH="0" baseline="0">
                        <a:ln>
                          <a:noFill/>
                        </a:ln>
                        <a:solidFill>
                          <a:srgbClr val="C00000"/>
                        </a:solidFill>
                        <a:effectLst/>
                        <a:latin typeface="微软雅黑" panose="020B0503020204020204" charset="-122"/>
                        <a:ea typeface="微软雅黑" panose="020B0503020204020204"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a:ln>
                            <a:noFill/>
                          </a:ln>
                          <a:solidFill>
                            <a:srgbClr val="C00000"/>
                          </a:solidFill>
                          <a:effectLst/>
                          <a:latin typeface="微软雅黑" panose="020B0503020204020204" charset="-122"/>
                          <a:ea typeface="微软雅黑" panose="020B0503020204020204" charset="-122"/>
                          <a:cs typeface="Consolas" panose="020B0609020204030204" pitchFamily="49" charset="0"/>
                        </a:rPr>
                        <a:t>5</a:t>
                      </a:r>
                      <a:endParaRPr kumimoji="0" lang="en-US" altLang="zh-CN" sz="2300" b="1" i="0" u="none" strike="noStrike" cap="none" normalizeH="0" baseline="0">
                        <a:ln>
                          <a:noFill/>
                        </a:ln>
                        <a:solidFill>
                          <a:srgbClr val="C00000"/>
                        </a:solidFill>
                        <a:effectLst/>
                        <a:latin typeface="微软雅黑" panose="020B0503020204020204" charset="-122"/>
                        <a:ea typeface="微软雅黑" panose="020B0503020204020204" charset="-122"/>
                        <a:cs typeface="Consolas" panose="020B0609020204030204" pitchFamily="49" charset="0"/>
                      </a:endParaRPr>
                    </a:p>
                  </a:txBody>
                  <a:tcPr horzOverflow="overflow"/>
                </a:tc>
                <a:extLst>
                  <a:ext uri="{0D108BD9-81ED-4DB2-BD59-A6C34878D82A}">
                    <a16:rowId xmlns:a16="http://schemas.microsoft.com/office/drawing/2014/main" val="10000"/>
                  </a:ext>
                </a:extLst>
              </a:tr>
              <a:tr h="2286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i="1" u="none" strike="noStrike" cap="none" normalizeH="0" baseline="0">
                          <a:ln>
                            <a:noFill/>
                          </a:ln>
                          <a:solidFill>
                            <a:srgbClr val="C00000"/>
                          </a:solidFill>
                          <a:effectLst/>
                          <a:latin typeface="微软雅黑" panose="020B0503020204020204" charset="-122"/>
                          <a:ea typeface="微软雅黑" panose="020B0503020204020204" charset="-122"/>
                          <a:cs typeface="Consolas" panose="020B0609020204030204" pitchFamily="49" charset="0"/>
                        </a:rPr>
                        <a:t>w</a:t>
                      </a:r>
                      <a:r>
                        <a:rPr kumimoji="0" lang="en-US" altLang="zh-CN" sz="2300" b="1" i="1" u="none" strike="noStrike" cap="none" normalizeH="0" baseline="-30000">
                          <a:ln>
                            <a:noFill/>
                          </a:ln>
                          <a:solidFill>
                            <a:srgbClr val="C00000"/>
                          </a:solidFill>
                          <a:effectLst/>
                          <a:latin typeface="微软雅黑" panose="020B0503020204020204" charset="-122"/>
                          <a:ea typeface="微软雅黑" panose="020B0503020204020204" charset="-122"/>
                          <a:cs typeface="Consolas" panose="020B0609020204030204" pitchFamily="49" charset="0"/>
                        </a:rPr>
                        <a:t>i</a:t>
                      </a:r>
                      <a:endParaRPr kumimoji="0" lang="en-US" altLang="zh-CN" sz="2300" b="1" i="1" u="none" strike="noStrike" cap="none" normalizeH="0" baseline="0">
                        <a:ln>
                          <a:noFill/>
                        </a:ln>
                        <a:solidFill>
                          <a:srgbClr val="C00000"/>
                        </a:solidFill>
                        <a:effectLst/>
                        <a:latin typeface="微软雅黑" panose="020B0503020204020204" charset="-122"/>
                        <a:ea typeface="微软雅黑" panose="020B0503020204020204"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dirty="0">
                          <a:ln>
                            <a:noFill/>
                          </a:ln>
                          <a:solidFill>
                            <a:srgbClr val="0000FF"/>
                          </a:solidFill>
                          <a:effectLst/>
                          <a:latin typeface="微软雅黑" panose="020B0503020204020204" charset="-122"/>
                          <a:ea typeface="微软雅黑" panose="020B0503020204020204" charset="-122"/>
                          <a:cs typeface="Consolas" panose="020B0609020204030204" pitchFamily="49" charset="0"/>
                        </a:rPr>
                        <a:t>10</a:t>
                      </a:r>
                      <a:endParaRPr kumimoji="0" lang="en-US" altLang="zh-CN" sz="2300" b="1" i="0" u="none" strike="noStrike" cap="none" normalizeH="0" baseline="0" dirty="0">
                        <a:ln>
                          <a:noFill/>
                        </a:ln>
                        <a:solidFill>
                          <a:srgbClr val="0000FF"/>
                        </a:solidFill>
                        <a:effectLst/>
                        <a:latin typeface="微软雅黑" panose="020B0503020204020204" charset="-122"/>
                        <a:ea typeface="微软雅黑" panose="020B0503020204020204"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rPr>
                        <a:t>20</a:t>
                      </a:r>
                      <a:endParaRPr kumimoji="0" lang="en-US" altLang="zh-CN" sz="2300" b="1" i="0"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rPr>
                        <a:t>30</a:t>
                      </a:r>
                      <a:endParaRPr kumimoji="0" lang="en-US" altLang="zh-CN" sz="2300" b="1" i="0"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rPr>
                        <a:t>40</a:t>
                      </a:r>
                      <a:endParaRPr kumimoji="0" lang="en-US" altLang="zh-CN" sz="2300" b="1" i="0"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rPr>
                        <a:t>50</a:t>
                      </a:r>
                      <a:endParaRPr kumimoji="0" lang="en-US" altLang="zh-CN" sz="2300" b="1" i="0"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endParaRPr>
                    </a:p>
                  </a:txBody>
                  <a:tcPr horzOverflow="overflow"/>
                </a:tc>
                <a:extLst>
                  <a:ext uri="{0D108BD9-81ED-4DB2-BD59-A6C34878D82A}">
                    <a16:rowId xmlns:a16="http://schemas.microsoft.com/office/drawing/2014/main" val="10001"/>
                  </a:ext>
                </a:extLst>
              </a:tr>
              <a:tr h="2286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i="1" u="none" strike="noStrike" cap="none" normalizeH="0" baseline="0">
                          <a:ln>
                            <a:noFill/>
                          </a:ln>
                          <a:solidFill>
                            <a:srgbClr val="C00000"/>
                          </a:solidFill>
                          <a:effectLst/>
                          <a:latin typeface="微软雅黑" panose="020B0503020204020204" charset="-122"/>
                          <a:ea typeface="微软雅黑" panose="020B0503020204020204" charset="-122"/>
                          <a:cs typeface="Consolas" panose="020B0609020204030204" pitchFamily="49" charset="0"/>
                        </a:rPr>
                        <a:t>v</a:t>
                      </a:r>
                      <a:r>
                        <a:rPr kumimoji="0" lang="en-US" altLang="zh-CN" sz="2300" b="1" i="1" u="none" strike="noStrike" cap="none" normalizeH="0" baseline="-30000">
                          <a:ln>
                            <a:noFill/>
                          </a:ln>
                          <a:solidFill>
                            <a:srgbClr val="C00000"/>
                          </a:solidFill>
                          <a:effectLst/>
                          <a:latin typeface="微软雅黑" panose="020B0503020204020204" charset="-122"/>
                          <a:ea typeface="微软雅黑" panose="020B0503020204020204" charset="-122"/>
                          <a:cs typeface="Consolas" panose="020B0609020204030204" pitchFamily="49" charset="0"/>
                        </a:rPr>
                        <a:t>i</a:t>
                      </a:r>
                      <a:endParaRPr kumimoji="0" lang="en-US" altLang="zh-CN" sz="2300" b="1" i="1" u="none" strike="noStrike" cap="none" normalizeH="0" baseline="0">
                        <a:ln>
                          <a:noFill/>
                        </a:ln>
                        <a:solidFill>
                          <a:srgbClr val="C00000"/>
                        </a:solidFill>
                        <a:effectLst/>
                        <a:latin typeface="微软雅黑" panose="020B0503020204020204" charset="-122"/>
                        <a:ea typeface="微软雅黑" panose="020B0503020204020204"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rPr>
                        <a:t>20</a:t>
                      </a:r>
                      <a:endParaRPr kumimoji="0" lang="en-US" altLang="zh-CN" sz="2300" b="1" i="0"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rPr>
                        <a:t>30</a:t>
                      </a:r>
                      <a:endParaRPr kumimoji="0" lang="en-US" altLang="zh-CN" sz="2300" b="1" i="0"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rPr>
                        <a:t>66</a:t>
                      </a:r>
                      <a:endParaRPr kumimoji="0" lang="en-US" altLang="zh-CN" sz="2300" b="1" i="0"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rPr>
                        <a:t>40</a:t>
                      </a:r>
                      <a:endParaRPr kumimoji="0" lang="en-US" altLang="zh-CN" sz="2300" b="1" i="0"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rPr>
                        <a:t>60</a:t>
                      </a:r>
                      <a:endParaRPr kumimoji="0" lang="en-US" altLang="zh-CN" sz="2300" b="1" i="0"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endParaRPr>
                    </a:p>
                  </a:txBody>
                  <a:tcPr horzOverflow="overflow"/>
                </a:tc>
                <a:extLst>
                  <a:ext uri="{0D108BD9-81ED-4DB2-BD59-A6C34878D82A}">
                    <a16:rowId xmlns:a16="http://schemas.microsoft.com/office/drawing/2014/main" val="10002"/>
                  </a:ext>
                </a:extLst>
              </a:tr>
              <a:tr h="2286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i="1" u="none" strike="noStrike" cap="none" normalizeH="0" baseline="0">
                          <a:ln>
                            <a:noFill/>
                          </a:ln>
                          <a:solidFill>
                            <a:srgbClr val="C00000"/>
                          </a:solidFill>
                          <a:effectLst/>
                          <a:latin typeface="微软雅黑" panose="020B0503020204020204" charset="-122"/>
                          <a:ea typeface="微软雅黑" panose="020B0503020204020204" charset="-122"/>
                          <a:cs typeface="Consolas" panose="020B0609020204030204" pitchFamily="49" charset="0"/>
                        </a:rPr>
                        <a:t>v</a:t>
                      </a:r>
                      <a:r>
                        <a:rPr kumimoji="0" lang="en-US" altLang="zh-CN" sz="2300" b="1" i="1" u="none" strike="noStrike" cap="none" normalizeH="0" baseline="-30000">
                          <a:ln>
                            <a:noFill/>
                          </a:ln>
                          <a:solidFill>
                            <a:srgbClr val="C00000"/>
                          </a:solidFill>
                          <a:effectLst/>
                          <a:latin typeface="微软雅黑" panose="020B0503020204020204" charset="-122"/>
                          <a:ea typeface="微软雅黑" panose="020B0503020204020204" charset="-122"/>
                          <a:cs typeface="Consolas" panose="020B0609020204030204" pitchFamily="49" charset="0"/>
                        </a:rPr>
                        <a:t>i</a:t>
                      </a:r>
                      <a:r>
                        <a:rPr kumimoji="0" lang="en-US" altLang="zh-CN" sz="2300" b="1" i="1" u="none" strike="noStrike" cap="none" normalizeH="0" baseline="0">
                          <a:ln>
                            <a:noFill/>
                          </a:ln>
                          <a:solidFill>
                            <a:srgbClr val="C00000"/>
                          </a:solidFill>
                          <a:effectLst/>
                          <a:latin typeface="微软雅黑" panose="020B0503020204020204" charset="-122"/>
                          <a:ea typeface="微软雅黑" panose="020B0503020204020204" charset="-122"/>
                          <a:cs typeface="Consolas" panose="020B0609020204030204" pitchFamily="49" charset="0"/>
                        </a:rPr>
                        <a:t>/w</a:t>
                      </a:r>
                      <a:r>
                        <a:rPr kumimoji="0" lang="en-US" altLang="zh-CN" sz="2300" b="1" i="1" u="none" strike="noStrike" cap="none" normalizeH="0" baseline="-30000">
                          <a:ln>
                            <a:noFill/>
                          </a:ln>
                          <a:solidFill>
                            <a:srgbClr val="C00000"/>
                          </a:solidFill>
                          <a:effectLst/>
                          <a:latin typeface="微软雅黑" panose="020B0503020204020204" charset="-122"/>
                          <a:ea typeface="微软雅黑" panose="020B0503020204020204" charset="-122"/>
                          <a:cs typeface="Consolas" panose="020B0609020204030204" pitchFamily="49" charset="0"/>
                        </a:rPr>
                        <a:t>i</a:t>
                      </a:r>
                      <a:endParaRPr kumimoji="0" lang="en-US" altLang="zh-CN" sz="2300" b="1" i="1" u="none" strike="noStrike" cap="none" normalizeH="0" baseline="0">
                        <a:ln>
                          <a:noFill/>
                        </a:ln>
                        <a:solidFill>
                          <a:srgbClr val="C00000"/>
                        </a:solidFill>
                        <a:effectLst/>
                        <a:latin typeface="微软雅黑" panose="020B0503020204020204" charset="-122"/>
                        <a:ea typeface="微软雅黑" panose="020B0503020204020204"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rPr>
                        <a:t>2.0</a:t>
                      </a:r>
                      <a:endParaRPr kumimoji="0" lang="en-US" altLang="zh-CN" sz="2300" b="1" i="0"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rPr>
                        <a:t>1.5</a:t>
                      </a:r>
                      <a:endParaRPr kumimoji="0" lang="en-US" altLang="zh-CN" sz="2300" b="1" i="0"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rPr>
                        <a:t>2.2</a:t>
                      </a:r>
                      <a:endParaRPr kumimoji="0" lang="en-US" altLang="zh-CN" sz="2300" b="1" i="0"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rPr>
                        <a:t>1.0</a:t>
                      </a:r>
                      <a:endParaRPr kumimoji="0" lang="en-US" altLang="zh-CN" sz="2300" b="1" i="0"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rPr>
                        <a:t>1.2</a:t>
                      </a:r>
                      <a:endParaRPr kumimoji="0" lang="en-US" altLang="zh-CN" sz="2300" b="1" i="0"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endParaRPr>
                    </a:p>
                  </a:txBody>
                  <a:tcPr horzOverflow="overflow"/>
                </a:tc>
                <a:extLst>
                  <a:ext uri="{0D108BD9-81ED-4DB2-BD59-A6C34878D82A}">
                    <a16:rowId xmlns:a16="http://schemas.microsoft.com/office/drawing/2014/main" val="10003"/>
                  </a:ext>
                </a:extLst>
              </a:tr>
            </a:tbl>
          </a:graphicData>
        </a:graphic>
      </p:graphicFrame>
      <p:sp>
        <p:nvSpPr>
          <p:cNvPr id="178334" name="Text Box 158"/>
          <p:cNvSpPr txBox="1">
            <a:spLocks noChangeArrowheads="1"/>
          </p:cNvSpPr>
          <p:nvPr/>
        </p:nvSpPr>
        <p:spPr bwMode="auto">
          <a:xfrm>
            <a:off x="1229274" y="3709916"/>
            <a:ext cx="8351837" cy="798830"/>
          </a:xfrm>
          <a:prstGeom prst="rect">
            <a:avLst/>
          </a:prstGeom>
          <a:noFill/>
          <a:ln w="9525">
            <a:noFill/>
            <a:miter lim="800000"/>
          </a:ln>
          <a:effectLst/>
        </p:spPr>
        <p:txBody>
          <a:bodyPr>
            <a:spAutoFit/>
          </a:bodyPr>
          <a:lstStyle/>
          <a:p>
            <a:pPr marR="0" lvl="0" algn="l" defTabSz="914400" rtl="0">
              <a:lnSpc>
                <a:spcPct val="100000"/>
              </a:lnSpc>
              <a:spcBef>
                <a:spcPct val="0"/>
              </a:spcBef>
              <a:spcAft>
                <a:spcPct val="0"/>
              </a:spcAft>
              <a:buClrTx/>
              <a:buSzTx/>
              <a:buFontTx/>
              <a:buNone/>
              <a:defRPr/>
            </a:pPr>
            <a:r>
              <a:rPr kumimoji="0" lang="zh-CN" altLang="en-US"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en-US"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1</a:t>
            </a:r>
            <a:r>
              <a:rPr kumimoji="0" lang="zh-CN" altLang="en-US"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）将单位价值即</a:t>
            </a:r>
            <a:r>
              <a:rPr kumimoji="0" lang="en-US" altLang="zh-CN" sz="2300" b="1" i="1"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v</a:t>
            </a:r>
            <a:r>
              <a:rPr kumimoji="0" lang="en-US"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en-US" altLang="zh-CN" sz="2300" b="1" i="1"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w</a:t>
            </a:r>
            <a:r>
              <a:rPr kumimoji="0" lang="zh-CN" altLang="en-US"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递减排序，其结果为</a:t>
            </a:r>
            <a:r>
              <a:rPr kumimoji="0" lang="en-US"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{66/30</a:t>
            </a:r>
            <a:r>
              <a:rPr kumimoji="0" lang="zh-CN" altLang="en-US"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en-US"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20/10</a:t>
            </a:r>
            <a:r>
              <a:rPr kumimoji="0" lang="zh-CN" altLang="en-US"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en-US"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30/20</a:t>
            </a:r>
            <a:r>
              <a:rPr kumimoji="0" lang="zh-CN" altLang="en-US"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en-US"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60/50</a:t>
            </a:r>
            <a:r>
              <a:rPr kumimoji="0" lang="zh-CN" altLang="en-US"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en-US"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40/40}</a:t>
            </a:r>
            <a:r>
              <a:rPr kumimoji="0" lang="zh-CN" altLang="en-US"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，物品重新按</a:t>
            </a:r>
            <a:r>
              <a:rPr kumimoji="0" lang="en-US"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1</a:t>
            </a:r>
            <a:r>
              <a:rPr kumimoji="0" lang="zh-CN" altLang="en-US"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en-US"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5</a:t>
            </a:r>
            <a:r>
              <a:rPr kumimoji="0" lang="zh-CN" altLang="en-US"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编号。</a:t>
            </a:r>
          </a:p>
        </p:txBody>
      </p:sp>
      <p:sp>
        <p:nvSpPr>
          <p:cNvPr id="5" name="TextBox 4"/>
          <p:cNvSpPr txBox="1"/>
          <p:nvPr/>
        </p:nvSpPr>
        <p:spPr>
          <a:xfrm>
            <a:off x="1229273" y="6261029"/>
            <a:ext cx="7929618" cy="44513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en-US"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2</a:t>
            </a:r>
            <a:r>
              <a:rPr kumimoji="0" lang="zh-CN" altLang="en-US"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）设背包余下装入的重量为</a:t>
            </a:r>
            <a:r>
              <a:rPr kumimoji="0" lang="en-US"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weight=</a:t>
            </a:r>
            <a:r>
              <a:rPr kumimoji="0" lang="en-US" altLang="zh-CN" sz="2300" b="1" i="1"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W</a:t>
            </a:r>
            <a:r>
              <a:rPr kumimoji="0" lang="zh-CN" altLang="en-US"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p>
        </p:txBody>
      </p:sp>
      <p:graphicFrame>
        <p:nvGraphicFramePr>
          <p:cNvPr id="6" name="Group 159"/>
          <p:cNvGraphicFramePr>
            <a:graphicFrameLocks noGrp="1"/>
          </p:cNvGraphicFramePr>
          <p:nvPr>
            <p:extLst>
              <p:ext uri="{D42A27DB-BD31-4B8C-83A1-F6EECF244321}">
                <p14:modId xmlns:p14="http://schemas.microsoft.com/office/powerpoint/2010/main" val="2137928838"/>
              </p:ext>
            </p:extLst>
          </p:nvPr>
        </p:nvGraphicFramePr>
        <p:xfrm>
          <a:off x="1229274" y="4475079"/>
          <a:ext cx="8135937" cy="1767840"/>
        </p:xfrm>
        <a:graphic>
          <a:graphicData uri="http://schemas.openxmlformats.org/drawingml/2006/table">
            <a:tbl>
              <a:tblPr>
                <a:tableStyleId>{775DCB02-9BB8-47FD-8907-85C794F793BA}</a:tableStyleId>
              </a:tblPr>
              <a:tblGrid>
                <a:gridCol w="1355725">
                  <a:extLst>
                    <a:ext uri="{9D8B030D-6E8A-4147-A177-3AD203B41FA5}">
                      <a16:colId xmlns:a16="http://schemas.microsoft.com/office/drawing/2014/main" val="20000"/>
                    </a:ext>
                  </a:extLst>
                </a:gridCol>
                <a:gridCol w="1355725">
                  <a:extLst>
                    <a:ext uri="{9D8B030D-6E8A-4147-A177-3AD203B41FA5}">
                      <a16:colId xmlns:a16="http://schemas.microsoft.com/office/drawing/2014/main" val="20001"/>
                    </a:ext>
                  </a:extLst>
                </a:gridCol>
                <a:gridCol w="1355725">
                  <a:extLst>
                    <a:ext uri="{9D8B030D-6E8A-4147-A177-3AD203B41FA5}">
                      <a16:colId xmlns:a16="http://schemas.microsoft.com/office/drawing/2014/main" val="20002"/>
                    </a:ext>
                  </a:extLst>
                </a:gridCol>
                <a:gridCol w="1355725">
                  <a:extLst>
                    <a:ext uri="{9D8B030D-6E8A-4147-A177-3AD203B41FA5}">
                      <a16:colId xmlns:a16="http://schemas.microsoft.com/office/drawing/2014/main" val="20003"/>
                    </a:ext>
                  </a:extLst>
                </a:gridCol>
                <a:gridCol w="1355725">
                  <a:extLst>
                    <a:ext uri="{9D8B030D-6E8A-4147-A177-3AD203B41FA5}">
                      <a16:colId xmlns:a16="http://schemas.microsoft.com/office/drawing/2014/main" val="20004"/>
                    </a:ext>
                  </a:extLst>
                </a:gridCol>
                <a:gridCol w="1357312">
                  <a:extLst>
                    <a:ext uri="{9D8B030D-6E8A-4147-A177-3AD203B41FA5}">
                      <a16:colId xmlns:a16="http://schemas.microsoft.com/office/drawing/2014/main" val="20005"/>
                    </a:ext>
                  </a:extLst>
                </a:gridCol>
              </a:tblGrid>
              <a:tr h="2286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i="1" u="none" strike="noStrike" cap="none" normalizeH="0" baseline="0" dirty="0" err="1">
                          <a:ln>
                            <a:noFill/>
                          </a:ln>
                          <a:solidFill>
                            <a:srgbClr val="C00000"/>
                          </a:solidFill>
                          <a:effectLst/>
                          <a:latin typeface="微软雅黑" panose="020B0503020204020204" charset="-122"/>
                          <a:ea typeface="微软雅黑" panose="020B0503020204020204" charset="-122"/>
                          <a:cs typeface="Consolas" panose="020B0609020204030204" pitchFamily="49" charset="0"/>
                        </a:rPr>
                        <a:t>i</a:t>
                      </a: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a:ln>
                            <a:noFill/>
                          </a:ln>
                          <a:solidFill>
                            <a:srgbClr val="C00000"/>
                          </a:solidFill>
                          <a:effectLst/>
                          <a:latin typeface="微软雅黑" panose="020B0503020204020204" charset="-122"/>
                          <a:ea typeface="微软雅黑" panose="020B0503020204020204" charset="-122"/>
                          <a:cs typeface="Consolas" panose="020B0609020204030204" pitchFamily="49" charset="0"/>
                        </a:rPr>
                        <a:t>1</a:t>
                      </a:r>
                      <a:endParaRPr kumimoji="0" lang="en-US" altLang="zh-CN" sz="2300" b="1" i="0" u="none" strike="noStrike" cap="none" normalizeH="0" baseline="0">
                        <a:ln>
                          <a:noFill/>
                        </a:ln>
                        <a:solidFill>
                          <a:srgbClr val="C00000"/>
                        </a:solidFill>
                        <a:effectLst/>
                        <a:latin typeface="微软雅黑" panose="020B0503020204020204" charset="-122"/>
                        <a:ea typeface="微软雅黑" panose="020B0503020204020204"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a:ln>
                            <a:noFill/>
                          </a:ln>
                          <a:solidFill>
                            <a:srgbClr val="C00000"/>
                          </a:solidFill>
                          <a:effectLst/>
                          <a:latin typeface="微软雅黑" panose="020B0503020204020204" charset="-122"/>
                          <a:ea typeface="微软雅黑" panose="020B0503020204020204" charset="-122"/>
                          <a:cs typeface="Consolas" panose="020B0609020204030204" pitchFamily="49" charset="0"/>
                        </a:rPr>
                        <a:t>2</a:t>
                      </a:r>
                      <a:endParaRPr kumimoji="0" lang="en-US" altLang="zh-CN" sz="2300" b="1" i="0" u="none" strike="noStrike" cap="none" normalizeH="0" baseline="0">
                        <a:ln>
                          <a:noFill/>
                        </a:ln>
                        <a:solidFill>
                          <a:srgbClr val="C00000"/>
                        </a:solidFill>
                        <a:effectLst/>
                        <a:latin typeface="微软雅黑" panose="020B0503020204020204" charset="-122"/>
                        <a:ea typeface="微软雅黑" panose="020B0503020204020204"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a:ln>
                            <a:noFill/>
                          </a:ln>
                          <a:solidFill>
                            <a:srgbClr val="C00000"/>
                          </a:solidFill>
                          <a:effectLst/>
                          <a:latin typeface="微软雅黑" panose="020B0503020204020204" charset="-122"/>
                          <a:ea typeface="微软雅黑" panose="020B0503020204020204" charset="-122"/>
                          <a:cs typeface="Consolas" panose="020B0609020204030204" pitchFamily="49" charset="0"/>
                        </a:rPr>
                        <a:t>3</a:t>
                      </a:r>
                      <a:endParaRPr kumimoji="0" lang="en-US" altLang="zh-CN" sz="2300" b="1" i="0" u="none" strike="noStrike" cap="none" normalizeH="0" baseline="0">
                        <a:ln>
                          <a:noFill/>
                        </a:ln>
                        <a:solidFill>
                          <a:srgbClr val="C00000"/>
                        </a:solidFill>
                        <a:effectLst/>
                        <a:latin typeface="微软雅黑" panose="020B0503020204020204" charset="-122"/>
                        <a:ea typeface="微软雅黑" panose="020B0503020204020204"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a:ln>
                            <a:noFill/>
                          </a:ln>
                          <a:solidFill>
                            <a:srgbClr val="C00000"/>
                          </a:solidFill>
                          <a:effectLst/>
                          <a:latin typeface="微软雅黑" panose="020B0503020204020204" charset="-122"/>
                          <a:ea typeface="微软雅黑" panose="020B0503020204020204" charset="-122"/>
                          <a:cs typeface="Consolas" panose="020B0609020204030204" pitchFamily="49" charset="0"/>
                        </a:rPr>
                        <a:t>4</a:t>
                      </a:r>
                      <a:endParaRPr kumimoji="0" lang="en-US" altLang="zh-CN" sz="2300" b="1" i="0" u="none" strike="noStrike" cap="none" normalizeH="0" baseline="0">
                        <a:ln>
                          <a:noFill/>
                        </a:ln>
                        <a:solidFill>
                          <a:srgbClr val="C00000"/>
                        </a:solidFill>
                        <a:effectLst/>
                        <a:latin typeface="微软雅黑" panose="020B0503020204020204" charset="-122"/>
                        <a:ea typeface="微软雅黑" panose="020B0503020204020204"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a:ln>
                            <a:noFill/>
                          </a:ln>
                          <a:solidFill>
                            <a:srgbClr val="C00000"/>
                          </a:solidFill>
                          <a:effectLst/>
                          <a:latin typeface="微软雅黑" panose="020B0503020204020204" charset="-122"/>
                          <a:ea typeface="微软雅黑" panose="020B0503020204020204" charset="-122"/>
                          <a:cs typeface="Consolas" panose="020B0609020204030204" pitchFamily="49" charset="0"/>
                        </a:rPr>
                        <a:t>5</a:t>
                      </a:r>
                      <a:endParaRPr kumimoji="0" lang="en-US" altLang="zh-CN" sz="2300" b="1" i="0" u="none" strike="noStrike" cap="none" normalizeH="0" baseline="0">
                        <a:ln>
                          <a:noFill/>
                        </a:ln>
                        <a:solidFill>
                          <a:srgbClr val="C00000"/>
                        </a:solidFill>
                        <a:effectLst/>
                        <a:latin typeface="微软雅黑" panose="020B0503020204020204" charset="-122"/>
                        <a:ea typeface="微软雅黑" panose="020B0503020204020204" charset="-122"/>
                        <a:cs typeface="Consolas" panose="020B0609020204030204" pitchFamily="49" charset="0"/>
                      </a:endParaRPr>
                    </a:p>
                  </a:txBody>
                  <a:tcPr horzOverflow="overflow"/>
                </a:tc>
                <a:extLst>
                  <a:ext uri="{0D108BD9-81ED-4DB2-BD59-A6C34878D82A}">
                    <a16:rowId xmlns:a16="http://schemas.microsoft.com/office/drawing/2014/main" val="10000"/>
                  </a:ext>
                </a:extLst>
              </a:tr>
              <a:tr h="2286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i="1" u="none" strike="noStrike" cap="none" normalizeH="0" baseline="0">
                          <a:ln>
                            <a:noFill/>
                          </a:ln>
                          <a:solidFill>
                            <a:srgbClr val="C00000"/>
                          </a:solidFill>
                          <a:effectLst/>
                          <a:latin typeface="微软雅黑" panose="020B0503020204020204" charset="-122"/>
                          <a:ea typeface="微软雅黑" panose="020B0503020204020204" charset="-122"/>
                          <a:cs typeface="Consolas" panose="020B0609020204030204" pitchFamily="49" charset="0"/>
                        </a:rPr>
                        <a:t>w</a:t>
                      </a:r>
                      <a:r>
                        <a:rPr kumimoji="0" lang="en-US" altLang="zh-CN" sz="2300" b="1" i="1" u="none" strike="noStrike" cap="none" normalizeH="0" baseline="-30000">
                          <a:ln>
                            <a:noFill/>
                          </a:ln>
                          <a:solidFill>
                            <a:srgbClr val="C00000"/>
                          </a:solidFill>
                          <a:effectLst/>
                          <a:latin typeface="微软雅黑" panose="020B0503020204020204" charset="-122"/>
                          <a:ea typeface="微软雅黑" panose="020B0503020204020204" charset="-122"/>
                          <a:cs typeface="Consolas" panose="020B0609020204030204" pitchFamily="49" charset="0"/>
                        </a:rPr>
                        <a:t>i</a:t>
                      </a:r>
                      <a:endParaRPr kumimoji="0" lang="en-US" altLang="zh-CN" sz="2300" b="1" i="1" u="none" strike="noStrike" cap="none" normalizeH="0" baseline="0">
                        <a:ln>
                          <a:noFill/>
                        </a:ln>
                        <a:solidFill>
                          <a:srgbClr val="C00000"/>
                        </a:solidFill>
                        <a:effectLst/>
                        <a:latin typeface="微软雅黑" panose="020B0503020204020204" charset="-122"/>
                        <a:ea typeface="微软雅黑" panose="020B0503020204020204"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rPr>
                        <a:t>30</a:t>
                      </a:r>
                      <a:endParaRPr kumimoji="0" lang="en-US" altLang="zh-CN" sz="2300" b="1" i="0"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dirty="0">
                          <a:ln>
                            <a:noFill/>
                          </a:ln>
                          <a:solidFill>
                            <a:srgbClr val="0000FF"/>
                          </a:solidFill>
                          <a:effectLst/>
                          <a:latin typeface="微软雅黑" panose="020B0503020204020204" charset="-122"/>
                          <a:ea typeface="微软雅黑" panose="020B0503020204020204" charset="-122"/>
                          <a:cs typeface="Consolas" panose="020B0609020204030204" pitchFamily="49" charset="0"/>
                        </a:rPr>
                        <a:t>10</a:t>
                      </a:r>
                      <a:endParaRPr kumimoji="0" lang="en-US" altLang="zh-CN" sz="2300" b="1" i="0" u="none" strike="noStrike" cap="none" normalizeH="0" baseline="0" dirty="0">
                        <a:ln>
                          <a:noFill/>
                        </a:ln>
                        <a:solidFill>
                          <a:srgbClr val="0000FF"/>
                        </a:solidFill>
                        <a:effectLst/>
                        <a:latin typeface="微软雅黑" panose="020B0503020204020204" charset="-122"/>
                        <a:ea typeface="微软雅黑" panose="020B0503020204020204"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rPr>
                        <a:t>20</a:t>
                      </a:r>
                      <a:endParaRPr kumimoji="0" lang="en-US" altLang="zh-CN" sz="2300" b="1" i="0"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rPr>
                        <a:t>50</a:t>
                      </a:r>
                      <a:endParaRPr kumimoji="0" lang="en-US" altLang="zh-CN" sz="2300" b="1" i="0"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rPr>
                        <a:t>40</a:t>
                      </a:r>
                      <a:endParaRPr kumimoji="0" lang="en-US" altLang="zh-CN" sz="2300" b="1" i="0"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endParaRPr>
                    </a:p>
                  </a:txBody>
                  <a:tcPr horzOverflow="overflow"/>
                </a:tc>
                <a:extLst>
                  <a:ext uri="{0D108BD9-81ED-4DB2-BD59-A6C34878D82A}">
                    <a16:rowId xmlns:a16="http://schemas.microsoft.com/office/drawing/2014/main" val="10001"/>
                  </a:ext>
                </a:extLst>
              </a:tr>
              <a:tr h="2286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i="1" u="none" strike="noStrike" cap="none" normalizeH="0" baseline="0">
                          <a:ln>
                            <a:noFill/>
                          </a:ln>
                          <a:solidFill>
                            <a:srgbClr val="C00000"/>
                          </a:solidFill>
                          <a:effectLst/>
                          <a:latin typeface="微软雅黑" panose="020B0503020204020204" charset="-122"/>
                          <a:ea typeface="微软雅黑" panose="020B0503020204020204" charset="-122"/>
                          <a:cs typeface="Consolas" panose="020B0609020204030204" pitchFamily="49" charset="0"/>
                        </a:rPr>
                        <a:t>v</a:t>
                      </a:r>
                      <a:r>
                        <a:rPr kumimoji="0" lang="en-US" altLang="zh-CN" sz="2300" b="1" i="1" u="none" strike="noStrike" cap="none" normalizeH="0" baseline="-30000">
                          <a:ln>
                            <a:noFill/>
                          </a:ln>
                          <a:solidFill>
                            <a:srgbClr val="C00000"/>
                          </a:solidFill>
                          <a:effectLst/>
                          <a:latin typeface="微软雅黑" panose="020B0503020204020204" charset="-122"/>
                          <a:ea typeface="微软雅黑" panose="020B0503020204020204" charset="-122"/>
                          <a:cs typeface="Consolas" panose="020B0609020204030204" pitchFamily="49" charset="0"/>
                        </a:rPr>
                        <a:t>i</a:t>
                      </a:r>
                      <a:endParaRPr kumimoji="0" lang="en-US" altLang="zh-CN" sz="2300" b="1" i="1" u="none" strike="noStrike" cap="none" normalizeH="0" baseline="0">
                        <a:ln>
                          <a:noFill/>
                        </a:ln>
                        <a:solidFill>
                          <a:srgbClr val="C00000"/>
                        </a:solidFill>
                        <a:effectLst/>
                        <a:latin typeface="微软雅黑" panose="020B0503020204020204" charset="-122"/>
                        <a:ea typeface="微软雅黑" panose="020B0503020204020204"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rPr>
                        <a:t>66</a:t>
                      </a:r>
                      <a:endParaRPr kumimoji="0" lang="en-US" altLang="zh-CN" sz="2300" b="1" i="0"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rPr>
                        <a:t>20</a:t>
                      </a:r>
                      <a:endParaRPr kumimoji="0" lang="en-US" altLang="zh-CN" sz="2300" b="1" i="0"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rPr>
                        <a:t>30</a:t>
                      </a:r>
                      <a:endParaRPr kumimoji="0" lang="en-US" altLang="zh-CN" sz="2300" b="1" i="0"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rPr>
                        <a:t>60</a:t>
                      </a:r>
                      <a:endParaRPr kumimoji="0" lang="en-US" altLang="zh-CN" sz="2300" b="1" i="0"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rPr>
                        <a:t>40</a:t>
                      </a:r>
                      <a:endParaRPr kumimoji="0" lang="en-US" altLang="zh-CN" sz="2300" b="1" i="0"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endParaRPr>
                    </a:p>
                  </a:txBody>
                  <a:tcPr horzOverflow="overflow"/>
                </a:tc>
                <a:extLst>
                  <a:ext uri="{0D108BD9-81ED-4DB2-BD59-A6C34878D82A}">
                    <a16:rowId xmlns:a16="http://schemas.microsoft.com/office/drawing/2014/main" val="10002"/>
                  </a:ext>
                </a:extLst>
              </a:tr>
              <a:tr h="2286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i="1" u="none" strike="noStrike" cap="none" normalizeH="0" baseline="0">
                          <a:ln>
                            <a:noFill/>
                          </a:ln>
                          <a:solidFill>
                            <a:srgbClr val="C00000"/>
                          </a:solidFill>
                          <a:effectLst/>
                          <a:latin typeface="微软雅黑" panose="020B0503020204020204" charset="-122"/>
                          <a:ea typeface="微软雅黑" panose="020B0503020204020204" charset="-122"/>
                          <a:cs typeface="Consolas" panose="020B0609020204030204" pitchFamily="49" charset="0"/>
                        </a:rPr>
                        <a:t>v</a:t>
                      </a:r>
                      <a:r>
                        <a:rPr kumimoji="0" lang="en-US" altLang="zh-CN" sz="2300" b="1" i="1" u="none" strike="noStrike" cap="none" normalizeH="0" baseline="-30000">
                          <a:ln>
                            <a:noFill/>
                          </a:ln>
                          <a:solidFill>
                            <a:srgbClr val="C00000"/>
                          </a:solidFill>
                          <a:effectLst/>
                          <a:latin typeface="微软雅黑" panose="020B0503020204020204" charset="-122"/>
                          <a:ea typeface="微软雅黑" panose="020B0503020204020204" charset="-122"/>
                          <a:cs typeface="Consolas" panose="020B0609020204030204" pitchFamily="49" charset="0"/>
                        </a:rPr>
                        <a:t>i</a:t>
                      </a:r>
                      <a:r>
                        <a:rPr kumimoji="0" lang="en-US" altLang="zh-CN" sz="2300" b="1" i="1" u="none" strike="noStrike" cap="none" normalizeH="0" baseline="0">
                          <a:ln>
                            <a:noFill/>
                          </a:ln>
                          <a:solidFill>
                            <a:srgbClr val="C00000"/>
                          </a:solidFill>
                          <a:effectLst/>
                          <a:latin typeface="微软雅黑" panose="020B0503020204020204" charset="-122"/>
                          <a:ea typeface="微软雅黑" panose="020B0503020204020204" charset="-122"/>
                          <a:cs typeface="Consolas" panose="020B0609020204030204" pitchFamily="49" charset="0"/>
                        </a:rPr>
                        <a:t>/w</a:t>
                      </a:r>
                      <a:r>
                        <a:rPr kumimoji="0" lang="en-US" altLang="zh-CN" sz="2300" b="1" i="1" u="none" strike="noStrike" cap="none" normalizeH="0" baseline="-30000">
                          <a:ln>
                            <a:noFill/>
                          </a:ln>
                          <a:solidFill>
                            <a:srgbClr val="C00000"/>
                          </a:solidFill>
                          <a:effectLst/>
                          <a:latin typeface="微软雅黑" panose="020B0503020204020204" charset="-122"/>
                          <a:ea typeface="微软雅黑" panose="020B0503020204020204" charset="-122"/>
                          <a:cs typeface="Consolas" panose="020B0609020204030204" pitchFamily="49" charset="0"/>
                        </a:rPr>
                        <a:t>i</a:t>
                      </a:r>
                      <a:endParaRPr kumimoji="0" lang="en-US" altLang="zh-CN" sz="2300" b="1" i="1" u="none" strike="noStrike" cap="none" normalizeH="0" baseline="0">
                        <a:ln>
                          <a:noFill/>
                        </a:ln>
                        <a:solidFill>
                          <a:srgbClr val="C00000"/>
                        </a:solidFill>
                        <a:effectLst/>
                        <a:latin typeface="微软雅黑" panose="020B0503020204020204" charset="-122"/>
                        <a:ea typeface="微软雅黑" panose="020B0503020204020204"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rPr>
                        <a:t>2.2</a:t>
                      </a:r>
                      <a:endParaRPr kumimoji="0" lang="en-US" altLang="zh-CN" sz="2300" b="1" i="0"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rPr>
                        <a:t>2.0</a:t>
                      </a:r>
                      <a:endParaRPr kumimoji="0" lang="en-US" altLang="zh-CN" sz="2300" b="1" i="0"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rPr>
                        <a:t>1.5</a:t>
                      </a:r>
                      <a:endParaRPr kumimoji="0" lang="en-US" altLang="zh-CN" sz="2300" b="1" i="0"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rPr>
                        <a:t>1.2</a:t>
                      </a:r>
                      <a:endParaRPr kumimoji="0" lang="en-US" altLang="zh-CN" sz="2300" b="1" i="0"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rPr>
                        <a:t>1.0</a:t>
                      </a:r>
                      <a:endParaRPr kumimoji="0" lang="en-US" altLang="zh-CN" sz="2300" b="1" i="0"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endParaRPr>
                    </a:p>
                  </a:txBody>
                  <a:tcPr horzOverflow="overflow"/>
                </a:tc>
                <a:extLst>
                  <a:ext uri="{0D108BD9-81ED-4DB2-BD59-A6C34878D82A}">
                    <a16:rowId xmlns:a16="http://schemas.microsoft.com/office/drawing/2014/main" val="10003"/>
                  </a:ext>
                </a:extLst>
              </a:tr>
            </a:tbl>
          </a:graphicData>
        </a:graphic>
      </p:graphicFrame>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833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334" grpId="0" bldLvl="0"/>
      <p:bldP spid="5" grpId="0"/>
    </p:bldLst>
  </p:timing>
</p:sld>
</file>

<file path=ppt/slides/slide34.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177154" name="Text Box 2"/>
          <p:cNvSpPr txBox="1">
            <a:spLocks noChangeArrowheads="1"/>
          </p:cNvSpPr>
          <p:nvPr/>
        </p:nvSpPr>
        <p:spPr bwMode="auto">
          <a:xfrm>
            <a:off x="855663" y="3209731"/>
            <a:ext cx="8640445" cy="1634486"/>
          </a:xfrm>
          <a:prstGeom prst="rect">
            <a:avLst/>
          </a:prstGeom>
          <a:noFill/>
          <a:ln w="9525">
            <a:noFill/>
            <a:miter lim="800000"/>
          </a:ln>
          <a:effectLst/>
        </p:spPr>
        <p:txBody>
          <a:bodyPr wrap="square">
            <a:spAutoFit/>
          </a:bodyPr>
          <a:lstStyle/>
          <a:p>
            <a:pPr marL="0" marR="0" lvl="0" indent="0" algn="l" defTabSz="914400" rtl="0" eaLnBrk="1" fontAlgn="base" latinLnBrk="0" hangingPunct="1">
              <a:lnSpc>
                <a:spcPct val="150000"/>
              </a:lnSpc>
              <a:spcBef>
                <a:spcPct val="0"/>
              </a:spcBef>
              <a:spcAft>
                <a:spcPct val="0"/>
              </a:spcAft>
              <a:buClrTx/>
              <a:buSzTx/>
              <a:buFontTx/>
              <a:buNone/>
              <a:defRPr/>
            </a:pPr>
            <a:r>
              <a:rPr kumimoji="0" lang="en-US" altLang="zh-CN" sz="230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rPr>
              <a:t>  </a:t>
            </a:r>
            <a:r>
              <a:rPr kumimoji="0" lang="zh-CN"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en-US"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3</a:t>
            </a:r>
            <a:r>
              <a:rPr kumimoji="0" lang="zh-CN"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）从</a:t>
            </a:r>
            <a:r>
              <a:rPr kumimoji="0" lang="en-US" altLang="zh-CN" sz="2300" b="1" i="1"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i</a:t>
            </a:r>
            <a:r>
              <a:rPr kumimoji="0" lang="en-US"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=1</a:t>
            </a:r>
            <a:r>
              <a:rPr kumimoji="0" lang="zh-CN"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开始，</a:t>
            </a:r>
            <a:r>
              <a:rPr kumimoji="0" lang="en-US" altLang="zh-CN" sz="2300" b="1" i="1"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w</a:t>
            </a:r>
            <a:r>
              <a:rPr kumimoji="0" lang="en-US"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[1]&lt;weight</a:t>
            </a:r>
            <a:r>
              <a:rPr kumimoji="0" lang="zh-CN"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成立，表明物品</a:t>
            </a:r>
            <a:r>
              <a:rPr kumimoji="0" lang="en-US"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1</a:t>
            </a:r>
            <a:r>
              <a:rPr kumimoji="0" lang="zh-CN"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能够装入，将其装入到背包中，置</a:t>
            </a:r>
            <a:r>
              <a:rPr kumimoji="0" lang="en-US" altLang="zh-CN" sz="2300" b="1" i="1"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x</a:t>
            </a:r>
            <a:r>
              <a:rPr kumimoji="0" lang="en-US"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[1]=1</a:t>
            </a:r>
            <a:r>
              <a:rPr kumimoji="0" lang="zh-CN"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en-US"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weight=weight-</a:t>
            </a:r>
            <a:r>
              <a:rPr kumimoji="0" lang="en-US" altLang="zh-CN" sz="2300" b="1" i="1"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w</a:t>
            </a:r>
            <a:r>
              <a:rPr kumimoji="0" lang="en-US"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[1]=70</a:t>
            </a:r>
            <a:r>
              <a:rPr kumimoji="0" lang="zh-CN"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en-US" altLang="zh-CN" sz="2300" b="1" i="1"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i </a:t>
            </a:r>
            <a:r>
              <a:rPr kumimoji="0" lang="zh-CN"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增</a:t>
            </a:r>
            <a:r>
              <a:rPr kumimoji="0" lang="en-US"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1</a:t>
            </a:r>
            <a:r>
              <a:rPr kumimoji="0" lang="zh-CN"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即</a:t>
            </a:r>
            <a:r>
              <a:rPr kumimoji="0" lang="en-US" altLang="zh-CN" sz="2300" b="1" i="1"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i</a:t>
            </a:r>
            <a:r>
              <a:rPr kumimoji="0" lang="en-US"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=2</a:t>
            </a:r>
            <a:r>
              <a:rPr kumimoji="0" lang="zh-CN"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p>
          <a:p>
            <a:pPr marL="0" marR="0" lvl="0" indent="0" algn="l" defTabSz="914400" rtl="0" eaLnBrk="1" fontAlgn="base" latinLnBrk="0" hangingPunct="1">
              <a:lnSpc>
                <a:spcPct val="150000"/>
              </a:lnSpc>
              <a:spcBef>
                <a:spcPct val="0"/>
              </a:spcBef>
              <a:spcAft>
                <a:spcPct val="0"/>
              </a:spcAft>
              <a:buClrTx/>
              <a:buSzTx/>
              <a:buFontTx/>
              <a:buNone/>
              <a:defRPr/>
            </a:pPr>
            <a:r>
              <a:rPr kumimoji="0" lang="en-US" altLang="zh-CN" sz="2300" b="1" i="1"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   </a:t>
            </a:r>
          </a:p>
        </p:txBody>
      </p:sp>
      <p:graphicFrame>
        <p:nvGraphicFramePr>
          <p:cNvPr id="4" name="Group 159"/>
          <p:cNvGraphicFramePr>
            <a:graphicFrameLocks noGrp="1"/>
          </p:cNvGraphicFramePr>
          <p:nvPr>
            <p:extLst>
              <p:ext uri="{D42A27DB-BD31-4B8C-83A1-F6EECF244321}">
                <p14:modId xmlns:p14="http://schemas.microsoft.com/office/powerpoint/2010/main" val="2695412252"/>
              </p:ext>
            </p:extLst>
          </p:nvPr>
        </p:nvGraphicFramePr>
        <p:xfrm>
          <a:off x="855663" y="1186761"/>
          <a:ext cx="8135937" cy="1767840"/>
        </p:xfrm>
        <a:graphic>
          <a:graphicData uri="http://schemas.openxmlformats.org/drawingml/2006/table">
            <a:tbl>
              <a:tblPr>
                <a:tableStyleId>{775DCB02-9BB8-47FD-8907-85C794F793BA}</a:tableStyleId>
              </a:tblPr>
              <a:tblGrid>
                <a:gridCol w="1355725">
                  <a:extLst>
                    <a:ext uri="{9D8B030D-6E8A-4147-A177-3AD203B41FA5}">
                      <a16:colId xmlns:a16="http://schemas.microsoft.com/office/drawing/2014/main" val="20000"/>
                    </a:ext>
                  </a:extLst>
                </a:gridCol>
                <a:gridCol w="1355725">
                  <a:extLst>
                    <a:ext uri="{9D8B030D-6E8A-4147-A177-3AD203B41FA5}">
                      <a16:colId xmlns:a16="http://schemas.microsoft.com/office/drawing/2014/main" val="20001"/>
                    </a:ext>
                  </a:extLst>
                </a:gridCol>
                <a:gridCol w="1355725">
                  <a:extLst>
                    <a:ext uri="{9D8B030D-6E8A-4147-A177-3AD203B41FA5}">
                      <a16:colId xmlns:a16="http://schemas.microsoft.com/office/drawing/2014/main" val="20002"/>
                    </a:ext>
                  </a:extLst>
                </a:gridCol>
                <a:gridCol w="1355725">
                  <a:extLst>
                    <a:ext uri="{9D8B030D-6E8A-4147-A177-3AD203B41FA5}">
                      <a16:colId xmlns:a16="http://schemas.microsoft.com/office/drawing/2014/main" val="20003"/>
                    </a:ext>
                  </a:extLst>
                </a:gridCol>
                <a:gridCol w="1355725">
                  <a:extLst>
                    <a:ext uri="{9D8B030D-6E8A-4147-A177-3AD203B41FA5}">
                      <a16:colId xmlns:a16="http://schemas.microsoft.com/office/drawing/2014/main" val="20004"/>
                    </a:ext>
                  </a:extLst>
                </a:gridCol>
                <a:gridCol w="1357312">
                  <a:extLst>
                    <a:ext uri="{9D8B030D-6E8A-4147-A177-3AD203B41FA5}">
                      <a16:colId xmlns:a16="http://schemas.microsoft.com/office/drawing/2014/main" val="20005"/>
                    </a:ext>
                  </a:extLst>
                </a:gridCol>
              </a:tblGrid>
              <a:tr h="2286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i="1" u="none" strike="noStrike" cap="none" normalizeH="0" baseline="0" dirty="0" err="1">
                          <a:ln>
                            <a:noFill/>
                          </a:ln>
                          <a:solidFill>
                            <a:srgbClr val="C00000"/>
                          </a:solidFill>
                          <a:effectLst/>
                          <a:latin typeface="微软雅黑" panose="020B0503020204020204" charset="-122"/>
                          <a:ea typeface="微软雅黑" panose="020B0503020204020204" charset="-122"/>
                          <a:cs typeface="Consolas" panose="020B0609020204030204" pitchFamily="49" charset="0"/>
                        </a:rPr>
                        <a:t>i</a:t>
                      </a: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a:ln>
                            <a:noFill/>
                          </a:ln>
                          <a:solidFill>
                            <a:srgbClr val="C00000"/>
                          </a:solidFill>
                          <a:effectLst/>
                          <a:latin typeface="微软雅黑" panose="020B0503020204020204" charset="-122"/>
                          <a:ea typeface="微软雅黑" panose="020B0503020204020204" charset="-122"/>
                          <a:cs typeface="Consolas" panose="020B0609020204030204" pitchFamily="49" charset="0"/>
                        </a:rPr>
                        <a:t>1</a:t>
                      </a:r>
                      <a:endParaRPr kumimoji="0" lang="en-US" altLang="zh-CN" sz="2300" b="1" i="0" u="none" strike="noStrike" cap="none" normalizeH="0" baseline="0">
                        <a:ln>
                          <a:noFill/>
                        </a:ln>
                        <a:solidFill>
                          <a:srgbClr val="C00000"/>
                        </a:solidFill>
                        <a:effectLst/>
                        <a:latin typeface="微软雅黑" panose="020B0503020204020204" charset="-122"/>
                        <a:ea typeface="微软雅黑" panose="020B0503020204020204"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a:ln>
                            <a:noFill/>
                          </a:ln>
                          <a:solidFill>
                            <a:srgbClr val="C00000"/>
                          </a:solidFill>
                          <a:effectLst/>
                          <a:latin typeface="微软雅黑" panose="020B0503020204020204" charset="-122"/>
                          <a:ea typeface="微软雅黑" panose="020B0503020204020204" charset="-122"/>
                          <a:cs typeface="Consolas" panose="020B0609020204030204" pitchFamily="49" charset="0"/>
                        </a:rPr>
                        <a:t>2</a:t>
                      </a:r>
                      <a:endParaRPr kumimoji="0" lang="en-US" altLang="zh-CN" sz="2300" b="1" i="0" u="none" strike="noStrike" cap="none" normalizeH="0" baseline="0">
                        <a:ln>
                          <a:noFill/>
                        </a:ln>
                        <a:solidFill>
                          <a:srgbClr val="C00000"/>
                        </a:solidFill>
                        <a:effectLst/>
                        <a:latin typeface="微软雅黑" panose="020B0503020204020204" charset="-122"/>
                        <a:ea typeface="微软雅黑" panose="020B0503020204020204"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a:ln>
                            <a:noFill/>
                          </a:ln>
                          <a:solidFill>
                            <a:srgbClr val="C00000"/>
                          </a:solidFill>
                          <a:effectLst/>
                          <a:latin typeface="微软雅黑" panose="020B0503020204020204" charset="-122"/>
                          <a:ea typeface="微软雅黑" panose="020B0503020204020204" charset="-122"/>
                          <a:cs typeface="Consolas" panose="020B0609020204030204" pitchFamily="49" charset="0"/>
                        </a:rPr>
                        <a:t>3</a:t>
                      </a:r>
                      <a:endParaRPr kumimoji="0" lang="en-US" altLang="zh-CN" sz="2300" b="1" i="0" u="none" strike="noStrike" cap="none" normalizeH="0" baseline="0">
                        <a:ln>
                          <a:noFill/>
                        </a:ln>
                        <a:solidFill>
                          <a:srgbClr val="C00000"/>
                        </a:solidFill>
                        <a:effectLst/>
                        <a:latin typeface="微软雅黑" panose="020B0503020204020204" charset="-122"/>
                        <a:ea typeface="微软雅黑" panose="020B0503020204020204"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a:ln>
                            <a:noFill/>
                          </a:ln>
                          <a:solidFill>
                            <a:srgbClr val="C00000"/>
                          </a:solidFill>
                          <a:effectLst/>
                          <a:latin typeface="微软雅黑" panose="020B0503020204020204" charset="-122"/>
                          <a:ea typeface="微软雅黑" panose="020B0503020204020204" charset="-122"/>
                          <a:cs typeface="Consolas" panose="020B0609020204030204" pitchFamily="49" charset="0"/>
                        </a:rPr>
                        <a:t>4</a:t>
                      </a:r>
                      <a:endParaRPr kumimoji="0" lang="en-US" altLang="zh-CN" sz="2300" b="1" i="0" u="none" strike="noStrike" cap="none" normalizeH="0" baseline="0">
                        <a:ln>
                          <a:noFill/>
                        </a:ln>
                        <a:solidFill>
                          <a:srgbClr val="C00000"/>
                        </a:solidFill>
                        <a:effectLst/>
                        <a:latin typeface="微软雅黑" panose="020B0503020204020204" charset="-122"/>
                        <a:ea typeface="微软雅黑" panose="020B0503020204020204"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a:ln>
                            <a:noFill/>
                          </a:ln>
                          <a:solidFill>
                            <a:srgbClr val="C00000"/>
                          </a:solidFill>
                          <a:effectLst/>
                          <a:latin typeface="微软雅黑" panose="020B0503020204020204" charset="-122"/>
                          <a:ea typeface="微软雅黑" panose="020B0503020204020204" charset="-122"/>
                          <a:cs typeface="Consolas" panose="020B0609020204030204" pitchFamily="49" charset="0"/>
                        </a:rPr>
                        <a:t>5</a:t>
                      </a:r>
                      <a:endParaRPr kumimoji="0" lang="en-US" altLang="zh-CN" sz="2300" b="1" i="0" u="none" strike="noStrike" cap="none" normalizeH="0" baseline="0">
                        <a:ln>
                          <a:noFill/>
                        </a:ln>
                        <a:solidFill>
                          <a:srgbClr val="C00000"/>
                        </a:solidFill>
                        <a:effectLst/>
                        <a:latin typeface="微软雅黑" panose="020B0503020204020204" charset="-122"/>
                        <a:ea typeface="微软雅黑" panose="020B0503020204020204" charset="-122"/>
                        <a:cs typeface="Consolas" panose="020B0609020204030204" pitchFamily="49" charset="0"/>
                      </a:endParaRPr>
                    </a:p>
                  </a:txBody>
                  <a:tcPr horzOverflow="overflow"/>
                </a:tc>
                <a:extLst>
                  <a:ext uri="{0D108BD9-81ED-4DB2-BD59-A6C34878D82A}">
                    <a16:rowId xmlns:a16="http://schemas.microsoft.com/office/drawing/2014/main" val="10000"/>
                  </a:ext>
                </a:extLst>
              </a:tr>
              <a:tr h="2286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i="1" u="none" strike="noStrike" cap="none" normalizeH="0" baseline="0">
                          <a:ln>
                            <a:noFill/>
                          </a:ln>
                          <a:solidFill>
                            <a:srgbClr val="C00000"/>
                          </a:solidFill>
                          <a:effectLst/>
                          <a:latin typeface="微软雅黑" panose="020B0503020204020204" charset="-122"/>
                          <a:ea typeface="微软雅黑" panose="020B0503020204020204" charset="-122"/>
                          <a:cs typeface="Consolas" panose="020B0609020204030204" pitchFamily="49" charset="0"/>
                        </a:rPr>
                        <a:t>w</a:t>
                      </a:r>
                      <a:r>
                        <a:rPr kumimoji="0" lang="en-US" altLang="zh-CN" sz="2300" b="1" i="1" u="none" strike="noStrike" cap="none" normalizeH="0" baseline="-30000">
                          <a:ln>
                            <a:noFill/>
                          </a:ln>
                          <a:solidFill>
                            <a:srgbClr val="C00000"/>
                          </a:solidFill>
                          <a:effectLst/>
                          <a:latin typeface="微软雅黑" panose="020B0503020204020204" charset="-122"/>
                          <a:ea typeface="微软雅黑" panose="020B0503020204020204" charset="-122"/>
                          <a:cs typeface="Consolas" panose="020B0609020204030204" pitchFamily="49" charset="0"/>
                        </a:rPr>
                        <a:t>i</a:t>
                      </a:r>
                      <a:endParaRPr kumimoji="0" lang="en-US" altLang="zh-CN" sz="2300" b="1" i="1" u="none" strike="noStrike" cap="none" normalizeH="0" baseline="0">
                        <a:ln>
                          <a:noFill/>
                        </a:ln>
                        <a:solidFill>
                          <a:srgbClr val="C00000"/>
                        </a:solidFill>
                        <a:effectLst/>
                        <a:latin typeface="微软雅黑" panose="020B0503020204020204" charset="-122"/>
                        <a:ea typeface="微软雅黑" panose="020B0503020204020204"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rPr>
                        <a:t>30</a:t>
                      </a:r>
                      <a:endParaRPr kumimoji="0" lang="en-US" altLang="zh-CN" sz="2300" b="1" i="0"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dirty="0">
                          <a:ln>
                            <a:noFill/>
                          </a:ln>
                          <a:solidFill>
                            <a:srgbClr val="0000FF"/>
                          </a:solidFill>
                          <a:effectLst/>
                          <a:latin typeface="微软雅黑" panose="020B0503020204020204" charset="-122"/>
                          <a:ea typeface="微软雅黑" panose="020B0503020204020204" charset="-122"/>
                          <a:cs typeface="Consolas" panose="020B0609020204030204" pitchFamily="49" charset="0"/>
                        </a:rPr>
                        <a:t>10</a:t>
                      </a:r>
                      <a:endParaRPr kumimoji="0" lang="en-US" altLang="zh-CN" sz="2300" b="1" i="0" u="none" strike="noStrike" cap="none" normalizeH="0" baseline="0" dirty="0">
                        <a:ln>
                          <a:noFill/>
                        </a:ln>
                        <a:solidFill>
                          <a:srgbClr val="0000FF"/>
                        </a:solidFill>
                        <a:effectLst/>
                        <a:latin typeface="微软雅黑" panose="020B0503020204020204" charset="-122"/>
                        <a:ea typeface="微软雅黑" panose="020B0503020204020204"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rPr>
                        <a:t>20</a:t>
                      </a:r>
                      <a:endParaRPr kumimoji="0" lang="en-US" altLang="zh-CN" sz="2300" b="1" i="0"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rPr>
                        <a:t>50</a:t>
                      </a:r>
                      <a:endParaRPr kumimoji="0" lang="en-US" altLang="zh-CN" sz="2300" b="1" i="0"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rPr>
                        <a:t>40</a:t>
                      </a:r>
                      <a:endParaRPr kumimoji="0" lang="en-US" altLang="zh-CN" sz="2300" b="1" i="0"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endParaRPr>
                    </a:p>
                  </a:txBody>
                  <a:tcPr horzOverflow="overflow"/>
                </a:tc>
                <a:extLst>
                  <a:ext uri="{0D108BD9-81ED-4DB2-BD59-A6C34878D82A}">
                    <a16:rowId xmlns:a16="http://schemas.microsoft.com/office/drawing/2014/main" val="10001"/>
                  </a:ext>
                </a:extLst>
              </a:tr>
              <a:tr h="2286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i="1" u="none" strike="noStrike" cap="none" normalizeH="0" baseline="0">
                          <a:ln>
                            <a:noFill/>
                          </a:ln>
                          <a:solidFill>
                            <a:srgbClr val="C00000"/>
                          </a:solidFill>
                          <a:effectLst/>
                          <a:latin typeface="微软雅黑" panose="020B0503020204020204" charset="-122"/>
                          <a:ea typeface="微软雅黑" panose="020B0503020204020204" charset="-122"/>
                          <a:cs typeface="Consolas" panose="020B0609020204030204" pitchFamily="49" charset="0"/>
                        </a:rPr>
                        <a:t>v</a:t>
                      </a:r>
                      <a:r>
                        <a:rPr kumimoji="0" lang="en-US" altLang="zh-CN" sz="2300" b="1" i="1" u="none" strike="noStrike" cap="none" normalizeH="0" baseline="-30000">
                          <a:ln>
                            <a:noFill/>
                          </a:ln>
                          <a:solidFill>
                            <a:srgbClr val="C00000"/>
                          </a:solidFill>
                          <a:effectLst/>
                          <a:latin typeface="微软雅黑" panose="020B0503020204020204" charset="-122"/>
                          <a:ea typeface="微软雅黑" panose="020B0503020204020204" charset="-122"/>
                          <a:cs typeface="Consolas" panose="020B0609020204030204" pitchFamily="49" charset="0"/>
                        </a:rPr>
                        <a:t>i</a:t>
                      </a:r>
                      <a:endParaRPr kumimoji="0" lang="en-US" altLang="zh-CN" sz="2300" b="1" i="1" u="none" strike="noStrike" cap="none" normalizeH="0" baseline="0">
                        <a:ln>
                          <a:noFill/>
                        </a:ln>
                        <a:solidFill>
                          <a:srgbClr val="C00000"/>
                        </a:solidFill>
                        <a:effectLst/>
                        <a:latin typeface="微软雅黑" panose="020B0503020204020204" charset="-122"/>
                        <a:ea typeface="微软雅黑" panose="020B0503020204020204"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rPr>
                        <a:t>66</a:t>
                      </a:r>
                      <a:endParaRPr kumimoji="0" lang="en-US" altLang="zh-CN" sz="2300" b="1" i="0"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rPr>
                        <a:t>20</a:t>
                      </a:r>
                      <a:endParaRPr kumimoji="0" lang="en-US" altLang="zh-CN" sz="2300" b="1" i="0"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rPr>
                        <a:t>30</a:t>
                      </a:r>
                      <a:endParaRPr kumimoji="0" lang="en-US" altLang="zh-CN" sz="2300" b="1" i="0"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rPr>
                        <a:t>60</a:t>
                      </a:r>
                      <a:endParaRPr kumimoji="0" lang="en-US" altLang="zh-CN" sz="2300" b="1" i="0"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rPr>
                        <a:t>40</a:t>
                      </a:r>
                      <a:endParaRPr kumimoji="0" lang="en-US" altLang="zh-CN" sz="2300" b="1" i="0"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endParaRPr>
                    </a:p>
                  </a:txBody>
                  <a:tcPr horzOverflow="overflow"/>
                </a:tc>
                <a:extLst>
                  <a:ext uri="{0D108BD9-81ED-4DB2-BD59-A6C34878D82A}">
                    <a16:rowId xmlns:a16="http://schemas.microsoft.com/office/drawing/2014/main" val="10002"/>
                  </a:ext>
                </a:extLst>
              </a:tr>
              <a:tr h="2286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i="1" u="none" strike="noStrike" cap="none" normalizeH="0" baseline="0">
                          <a:ln>
                            <a:noFill/>
                          </a:ln>
                          <a:solidFill>
                            <a:srgbClr val="C00000"/>
                          </a:solidFill>
                          <a:effectLst/>
                          <a:latin typeface="微软雅黑" panose="020B0503020204020204" charset="-122"/>
                          <a:ea typeface="微软雅黑" panose="020B0503020204020204" charset="-122"/>
                          <a:cs typeface="Consolas" panose="020B0609020204030204" pitchFamily="49" charset="0"/>
                        </a:rPr>
                        <a:t>v</a:t>
                      </a:r>
                      <a:r>
                        <a:rPr kumimoji="0" lang="en-US" altLang="zh-CN" sz="2300" b="1" i="1" u="none" strike="noStrike" cap="none" normalizeH="0" baseline="-30000">
                          <a:ln>
                            <a:noFill/>
                          </a:ln>
                          <a:solidFill>
                            <a:srgbClr val="C00000"/>
                          </a:solidFill>
                          <a:effectLst/>
                          <a:latin typeface="微软雅黑" panose="020B0503020204020204" charset="-122"/>
                          <a:ea typeface="微软雅黑" panose="020B0503020204020204" charset="-122"/>
                          <a:cs typeface="Consolas" panose="020B0609020204030204" pitchFamily="49" charset="0"/>
                        </a:rPr>
                        <a:t>i</a:t>
                      </a:r>
                      <a:r>
                        <a:rPr kumimoji="0" lang="en-US" altLang="zh-CN" sz="2300" b="1" i="1" u="none" strike="noStrike" cap="none" normalizeH="0" baseline="0">
                          <a:ln>
                            <a:noFill/>
                          </a:ln>
                          <a:solidFill>
                            <a:srgbClr val="C00000"/>
                          </a:solidFill>
                          <a:effectLst/>
                          <a:latin typeface="微软雅黑" panose="020B0503020204020204" charset="-122"/>
                          <a:ea typeface="微软雅黑" panose="020B0503020204020204" charset="-122"/>
                          <a:cs typeface="Consolas" panose="020B0609020204030204" pitchFamily="49" charset="0"/>
                        </a:rPr>
                        <a:t>/w</a:t>
                      </a:r>
                      <a:r>
                        <a:rPr kumimoji="0" lang="en-US" altLang="zh-CN" sz="2300" b="1" i="1" u="none" strike="noStrike" cap="none" normalizeH="0" baseline="-30000">
                          <a:ln>
                            <a:noFill/>
                          </a:ln>
                          <a:solidFill>
                            <a:srgbClr val="C00000"/>
                          </a:solidFill>
                          <a:effectLst/>
                          <a:latin typeface="微软雅黑" panose="020B0503020204020204" charset="-122"/>
                          <a:ea typeface="微软雅黑" panose="020B0503020204020204" charset="-122"/>
                          <a:cs typeface="Consolas" panose="020B0609020204030204" pitchFamily="49" charset="0"/>
                        </a:rPr>
                        <a:t>i</a:t>
                      </a:r>
                      <a:endParaRPr kumimoji="0" lang="en-US" altLang="zh-CN" sz="2300" b="1" i="1" u="none" strike="noStrike" cap="none" normalizeH="0" baseline="0">
                        <a:ln>
                          <a:noFill/>
                        </a:ln>
                        <a:solidFill>
                          <a:srgbClr val="C00000"/>
                        </a:solidFill>
                        <a:effectLst/>
                        <a:latin typeface="微软雅黑" panose="020B0503020204020204" charset="-122"/>
                        <a:ea typeface="微软雅黑" panose="020B0503020204020204"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rPr>
                        <a:t>2.2</a:t>
                      </a:r>
                      <a:endParaRPr kumimoji="0" lang="en-US" altLang="zh-CN" sz="2300" b="1" i="0"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rPr>
                        <a:t>2.0</a:t>
                      </a:r>
                      <a:endParaRPr kumimoji="0" lang="en-US" altLang="zh-CN" sz="2300" b="1" i="0"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rPr>
                        <a:t>1.5</a:t>
                      </a:r>
                      <a:endParaRPr kumimoji="0" lang="en-US" altLang="zh-CN" sz="2300" b="1" i="0"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rPr>
                        <a:t>1.2</a:t>
                      </a:r>
                      <a:endParaRPr kumimoji="0" lang="en-US" altLang="zh-CN" sz="2300" b="1" i="0" u="none" strike="noStrike" cap="none" normalizeH="0" baseline="0">
                        <a:ln>
                          <a:noFill/>
                        </a:ln>
                        <a:solidFill>
                          <a:srgbClr val="0000FF"/>
                        </a:solidFill>
                        <a:effectLst/>
                        <a:latin typeface="微软雅黑" panose="020B0503020204020204" charset="-122"/>
                        <a:ea typeface="微软雅黑" panose="020B0503020204020204"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dirty="0">
                          <a:ln>
                            <a:noFill/>
                          </a:ln>
                          <a:solidFill>
                            <a:srgbClr val="0000FF"/>
                          </a:solidFill>
                          <a:effectLst/>
                          <a:latin typeface="微软雅黑" panose="020B0503020204020204" charset="-122"/>
                          <a:ea typeface="微软雅黑" panose="020B0503020204020204" charset="-122"/>
                          <a:cs typeface="Consolas" panose="020B0609020204030204" pitchFamily="49" charset="0"/>
                        </a:rPr>
                        <a:t>1.0</a:t>
                      </a:r>
                      <a:endParaRPr kumimoji="0" lang="en-US" altLang="zh-CN" sz="2300" b="1" i="0" u="none" strike="noStrike" cap="none" normalizeH="0" baseline="0" dirty="0">
                        <a:ln>
                          <a:noFill/>
                        </a:ln>
                        <a:solidFill>
                          <a:srgbClr val="0000FF"/>
                        </a:solidFill>
                        <a:effectLst/>
                        <a:latin typeface="微软雅黑" panose="020B0503020204020204" charset="-122"/>
                        <a:ea typeface="微软雅黑" panose="020B0503020204020204" charset="-122"/>
                        <a:cs typeface="Consolas" panose="020B0609020204030204" pitchFamily="49" charset="0"/>
                      </a:endParaRPr>
                    </a:p>
                  </a:txBody>
                  <a:tcPr horzOverflow="overflow"/>
                </a:tc>
                <a:extLst>
                  <a:ext uri="{0D108BD9-81ED-4DB2-BD59-A6C34878D82A}">
                    <a16:rowId xmlns:a16="http://schemas.microsoft.com/office/drawing/2014/main" val="10003"/>
                  </a:ext>
                </a:extLst>
              </a:tr>
            </a:tbl>
          </a:graphicData>
        </a:graphic>
      </p:graphicFrame>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715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4" name="文本框 3"/>
          <p:cNvSpPr txBox="1"/>
          <p:nvPr/>
        </p:nvSpPr>
        <p:spPr>
          <a:xfrm>
            <a:off x="1186517" y="1337945"/>
            <a:ext cx="7283450" cy="3758145"/>
          </a:xfrm>
          <a:prstGeom prst="rect">
            <a:avLst/>
          </a:prstGeom>
          <a:noFill/>
        </p:spPr>
        <p:txBody>
          <a:bodyPr wrap="square" rtlCol="0" anchor="t">
            <a:spAutoFit/>
          </a:bodyPr>
          <a:lstStyle/>
          <a:p>
            <a:pPr marL="0" marR="0" lvl="0" indent="0" algn="l" defTabSz="914400" rtl="0" eaLnBrk="1" fontAlgn="base" latinLnBrk="0" hangingPunct="1">
              <a:lnSpc>
                <a:spcPct val="150000"/>
              </a:lnSpc>
              <a:spcBef>
                <a:spcPct val="0"/>
              </a:spcBef>
              <a:spcAft>
                <a:spcPct val="0"/>
              </a:spcAft>
              <a:buClrTx/>
              <a:buSzTx/>
              <a:buFontTx/>
              <a:buNone/>
              <a:defRPr/>
            </a:pPr>
            <a:r>
              <a:rPr lang="en-US" altLang="zh-CN" sz="2300" i="1" noProof="0" dirty="0">
                <a:ln>
                  <a:noFill/>
                </a:ln>
                <a:solidFill>
                  <a:srgbClr val="0000FF"/>
                </a:solidFill>
                <a:effectLst/>
                <a:uLnTx/>
                <a:uFillTx/>
                <a:latin typeface="微软雅黑" panose="020B0503020204020204" charset="-122"/>
                <a:ea typeface="微软雅黑" panose="020B0503020204020204" charset="-122"/>
                <a:cs typeface="微软雅黑" panose="020B0503020204020204" charset="-122"/>
                <a:sym typeface="+mn-ea"/>
              </a:rPr>
              <a:t> </a:t>
            </a:r>
            <a:r>
              <a:rPr lang="en-US" altLang="zh-CN" sz="2300" b="1" i="1"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sym typeface="+mn-ea"/>
              </a:rPr>
              <a:t>w</a:t>
            </a:r>
            <a:r>
              <a:rPr lang="en-US" altLang="zh-CN" sz="2300" b="1"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sym typeface="+mn-ea"/>
              </a:rPr>
              <a:t>[2]&lt;weight</a:t>
            </a:r>
            <a:r>
              <a:rPr lang="zh-CN" altLang="zh-CN" sz="2300" b="1"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sym typeface="+mn-ea"/>
              </a:rPr>
              <a:t>成立，表明物品</a:t>
            </a:r>
            <a:r>
              <a:rPr lang="en-US" altLang="zh-CN" sz="2300" b="1"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sym typeface="+mn-ea"/>
              </a:rPr>
              <a:t>2</a:t>
            </a:r>
            <a:r>
              <a:rPr lang="zh-CN" altLang="zh-CN" sz="2300" b="1"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sym typeface="+mn-ea"/>
              </a:rPr>
              <a:t>能够装入，将其装入到背包中，置</a:t>
            </a:r>
            <a:r>
              <a:rPr lang="en-US" altLang="zh-CN" sz="2300" b="1" i="1"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sym typeface="+mn-ea"/>
              </a:rPr>
              <a:t>x</a:t>
            </a:r>
            <a:r>
              <a:rPr lang="en-US" altLang="zh-CN" sz="2300" b="1"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sym typeface="+mn-ea"/>
              </a:rPr>
              <a:t>[2]=1</a:t>
            </a:r>
            <a:r>
              <a:rPr lang="zh-CN" altLang="zh-CN" sz="2300" b="1"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sym typeface="+mn-ea"/>
              </a:rPr>
              <a:t>，</a:t>
            </a:r>
            <a:r>
              <a:rPr lang="en-US" altLang="zh-CN" sz="2300" b="1"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sym typeface="+mn-ea"/>
              </a:rPr>
              <a:t>weight=weight-</a:t>
            </a:r>
            <a:r>
              <a:rPr lang="en-US" altLang="zh-CN" sz="2300" b="1" i="1"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sym typeface="+mn-ea"/>
              </a:rPr>
              <a:t>w</a:t>
            </a:r>
            <a:r>
              <a:rPr lang="en-US" altLang="zh-CN" sz="2300" b="1"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sym typeface="+mn-ea"/>
              </a:rPr>
              <a:t>[2]=60</a:t>
            </a:r>
            <a:r>
              <a:rPr lang="zh-CN" altLang="zh-CN" sz="2300" b="1"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sym typeface="+mn-ea"/>
              </a:rPr>
              <a:t>，</a:t>
            </a:r>
            <a:r>
              <a:rPr lang="en-US" altLang="zh-CN" sz="2300" b="1" i="1"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sym typeface="+mn-ea"/>
              </a:rPr>
              <a:t>i </a:t>
            </a:r>
            <a:r>
              <a:rPr lang="zh-CN" altLang="zh-CN" sz="2300" b="1"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sym typeface="+mn-ea"/>
              </a:rPr>
              <a:t>增</a:t>
            </a:r>
            <a:r>
              <a:rPr lang="en-US" altLang="zh-CN" sz="2300" b="1"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sym typeface="+mn-ea"/>
              </a:rPr>
              <a:t>1</a:t>
            </a:r>
            <a:r>
              <a:rPr lang="zh-CN" altLang="zh-CN" sz="2300" b="1"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sym typeface="+mn-ea"/>
              </a:rPr>
              <a:t>即</a:t>
            </a:r>
            <a:r>
              <a:rPr lang="en-US" altLang="zh-CN" sz="2300" b="1" i="1"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sym typeface="+mn-ea"/>
              </a:rPr>
              <a:t>i</a:t>
            </a:r>
            <a:r>
              <a:rPr lang="en-US" altLang="zh-CN" sz="2300" b="1"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sym typeface="+mn-ea"/>
              </a:rPr>
              <a:t>=3</a:t>
            </a:r>
            <a:r>
              <a:rPr lang="zh-CN" altLang="zh-CN" sz="2300" b="1"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sym typeface="+mn-ea"/>
              </a:rPr>
              <a:t>。</a:t>
            </a:r>
            <a:endParaRPr kumimoji="0" lang="zh-CN"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endParaRPr>
          </a:p>
          <a:p>
            <a:pPr marL="0" marR="0" lvl="0" indent="0" algn="l" defTabSz="914400" rtl="0" eaLnBrk="1" fontAlgn="base" latinLnBrk="0" hangingPunct="1">
              <a:lnSpc>
                <a:spcPct val="150000"/>
              </a:lnSpc>
              <a:spcBef>
                <a:spcPct val="0"/>
              </a:spcBef>
              <a:spcAft>
                <a:spcPct val="0"/>
              </a:spcAft>
              <a:buClrTx/>
              <a:buSzTx/>
              <a:buFontTx/>
              <a:buNone/>
              <a:defRPr/>
            </a:pPr>
            <a:r>
              <a:rPr lang="en-US" altLang="zh-CN" sz="2300" b="1" i="1"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sym typeface="+mn-ea"/>
              </a:rPr>
              <a:t>    w</a:t>
            </a:r>
            <a:r>
              <a:rPr lang="en-US" altLang="zh-CN" sz="2300" b="1"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sym typeface="+mn-ea"/>
              </a:rPr>
              <a:t>[3]&lt;weight</a:t>
            </a:r>
            <a:r>
              <a:rPr lang="zh-CN" altLang="zh-CN" sz="2300" b="1"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sym typeface="+mn-ea"/>
              </a:rPr>
              <a:t>成立，表明物品</a:t>
            </a:r>
            <a:r>
              <a:rPr lang="en-US" altLang="zh-CN" sz="2300" b="1"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sym typeface="+mn-ea"/>
              </a:rPr>
              <a:t>3</a:t>
            </a:r>
            <a:r>
              <a:rPr lang="zh-CN" altLang="zh-CN" sz="2300" b="1"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sym typeface="+mn-ea"/>
              </a:rPr>
              <a:t>能够装入，将其装入到背包中，置</a:t>
            </a:r>
            <a:r>
              <a:rPr lang="en-US" altLang="zh-CN" sz="2300" b="1" i="1"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sym typeface="+mn-ea"/>
              </a:rPr>
              <a:t>x</a:t>
            </a:r>
            <a:r>
              <a:rPr lang="en-US" altLang="zh-CN" sz="2300" b="1"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sym typeface="+mn-ea"/>
              </a:rPr>
              <a:t>[3]=1</a:t>
            </a:r>
            <a:r>
              <a:rPr lang="zh-CN" altLang="zh-CN" sz="2300" b="1"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sym typeface="+mn-ea"/>
              </a:rPr>
              <a:t>，</a:t>
            </a:r>
            <a:r>
              <a:rPr lang="en-US" altLang="zh-CN" sz="2300" b="1"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sym typeface="+mn-ea"/>
              </a:rPr>
              <a:t>weight=weight-</a:t>
            </a:r>
            <a:r>
              <a:rPr lang="en-US" altLang="zh-CN" sz="2300" b="1" i="1"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sym typeface="+mn-ea"/>
              </a:rPr>
              <a:t>w</a:t>
            </a:r>
            <a:r>
              <a:rPr lang="en-US" altLang="zh-CN" sz="2300" b="1"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sym typeface="+mn-ea"/>
              </a:rPr>
              <a:t>[3]=50</a:t>
            </a:r>
            <a:r>
              <a:rPr lang="zh-CN" altLang="zh-CN" sz="2300" b="1"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sym typeface="+mn-ea"/>
              </a:rPr>
              <a:t>，</a:t>
            </a:r>
            <a:r>
              <a:rPr lang="en-US" altLang="zh-CN" sz="2300" b="1" i="1"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sym typeface="+mn-ea"/>
              </a:rPr>
              <a:t>i </a:t>
            </a:r>
            <a:r>
              <a:rPr lang="zh-CN" altLang="zh-CN" sz="2300" b="1"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sym typeface="+mn-ea"/>
              </a:rPr>
              <a:t>增</a:t>
            </a:r>
            <a:r>
              <a:rPr lang="en-US" altLang="zh-CN" sz="2300" b="1"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sym typeface="+mn-ea"/>
              </a:rPr>
              <a:t>1</a:t>
            </a:r>
            <a:r>
              <a:rPr lang="zh-CN" altLang="zh-CN" sz="2300" b="1"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sym typeface="+mn-ea"/>
              </a:rPr>
              <a:t>即</a:t>
            </a:r>
            <a:r>
              <a:rPr lang="en-US" altLang="zh-CN" sz="2300" b="1" i="1"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sym typeface="+mn-ea"/>
              </a:rPr>
              <a:t>i</a:t>
            </a:r>
            <a:r>
              <a:rPr lang="en-US" altLang="zh-CN" sz="2300" b="1"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sym typeface="+mn-ea"/>
              </a:rPr>
              <a:t>=4</a:t>
            </a:r>
            <a:r>
              <a:rPr lang="zh-CN" altLang="zh-CN" sz="2300" b="1"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sym typeface="+mn-ea"/>
              </a:rPr>
              <a:t>。</a:t>
            </a:r>
            <a:endParaRPr kumimoji="0" lang="zh-CN"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endParaRPr>
          </a:p>
          <a:p>
            <a:pPr marL="0" marR="0" lvl="0" indent="0" algn="l" defTabSz="914400" rtl="0" eaLnBrk="1" fontAlgn="base" latinLnBrk="0" hangingPunct="1">
              <a:lnSpc>
                <a:spcPct val="150000"/>
              </a:lnSpc>
              <a:spcBef>
                <a:spcPct val="0"/>
              </a:spcBef>
              <a:spcAft>
                <a:spcPct val="0"/>
              </a:spcAft>
              <a:buClrTx/>
              <a:buSzTx/>
              <a:buFontTx/>
              <a:buNone/>
              <a:defRPr/>
            </a:pPr>
            <a:r>
              <a:rPr lang="en-US" altLang="zh-CN" sz="2300" b="1" i="1"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sym typeface="+mn-ea"/>
              </a:rPr>
              <a:t>    w</a:t>
            </a:r>
            <a:r>
              <a:rPr lang="en-US" altLang="zh-CN" sz="2300" b="1"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sym typeface="+mn-ea"/>
              </a:rPr>
              <a:t>[4]&lt;weight</a:t>
            </a:r>
            <a:r>
              <a:rPr lang="zh-CN" altLang="zh-CN" sz="2300" b="1"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sym typeface="+mn-ea"/>
              </a:rPr>
              <a:t>不成立，且</a:t>
            </a:r>
            <a:r>
              <a:rPr lang="en-US" altLang="zh-CN" sz="2300" b="1"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sym typeface="+mn-ea"/>
              </a:rPr>
              <a:t>weight&gt;0</a:t>
            </a:r>
            <a:r>
              <a:rPr lang="zh-CN" altLang="zh-CN" sz="2300" b="1"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sym typeface="+mn-ea"/>
              </a:rPr>
              <a:t>，表明只能将物品</a:t>
            </a:r>
            <a:r>
              <a:rPr lang="en-US" altLang="zh-CN" sz="2300" b="1"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sym typeface="+mn-ea"/>
              </a:rPr>
              <a:t>4</a:t>
            </a:r>
            <a:r>
              <a:rPr lang="zh-CN" altLang="zh-CN" sz="2300" b="1"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sym typeface="+mn-ea"/>
              </a:rPr>
              <a:t>部分装入，装入比例</a:t>
            </a:r>
            <a:r>
              <a:rPr lang="en-US" altLang="zh-CN" sz="2300" b="1"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sym typeface="+mn-ea"/>
              </a:rPr>
              <a:t>=weight/</a:t>
            </a:r>
            <a:r>
              <a:rPr lang="en-US" altLang="zh-CN" sz="2300" b="1" i="1"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sym typeface="+mn-ea"/>
              </a:rPr>
              <a:t>w</a:t>
            </a:r>
            <a:r>
              <a:rPr lang="en-US" altLang="zh-CN" sz="2300" b="1"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sym typeface="+mn-ea"/>
              </a:rPr>
              <a:t>[4]=40/50=80%</a:t>
            </a:r>
            <a:r>
              <a:rPr lang="zh-CN" altLang="zh-CN" sz="2300" b="1"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sym typeface="+mn-ea"/>
              </a:rPr>
              <a:t>，置</a:t>
            </a:r>
            <a:r>
              <a:rPr lang="en-US" altLang="zh-CN" sz="2300" b="1" i="1"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sym typeface="+mn-ea"/>
              </a:rPr>
              <a:t>x</a:t>
            </a:r>
            <a:r>
              <a:rPr lang="en-US" altLang="zh-CN" sz="2300" b="1"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sym typeface="+mn-ea"/>
              </a:rPr>
              <a:t>[4]=0.8</a:t>
            </a:r>
            <a:r>
              <a:rPr lang="zh-CN" altLang="en-US" sz="2300" b="1"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sym typeface="+mn-ea"/>
              </a:rPr>
              <a:t>。</a:t>
            </a:r>
            <a:endParaRPr kumimoji="0" lang="en-US"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endParaRPr>
          </a:p>
          <a:p>
            <a:pPr marL="0" marR="0" lvl="0" indent="0" algn="l" defTabSz="914400" rtl="0" eaLnBrk="1" fontAlgn="base" latinLnBrk="0" hangingPunct="1">
              <a:lnSpc>
                <a:spcPct val="150000"/>
              </a:lnSpc>
              <a:spcBef>
                <a:spcPct val="0"/>
              </a:spcBef>
              <a:spcAft>
                <a:spcPct val="0"/>
              </a:spcAft>
              <a:buClrTx/>
              <a:buSzTx/>
              <a:buFontTx/>
              <a:buNone/>
              <a:defRPr/>
            </a:pPr>
            <a:r>
              <a:rPr lang="en-US" altLang="zh-CN" sz="2300" b="1"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sym typeface="+mn-ea"/>
              </a:rPr>
              <a:t>    </a:t>
            </a:r>
            <a:r>
              <a:rPr lang="zh-CN" altLang="zh-CN" sz="2300" b="1"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sym typeface="+mn-ea"/>
              </a:rPr>
              <a:t>算法结束，得到</a:t>
            </a:r>
            <a:r>
              <a:rPr lang="zh-CN" altLang="en-US" sz="2300" b="1" dirty="0">
                <a:solidFill>
                  <a:srgbClr val="0000FF"/>
                </a:solidFill>
                <a:latin typeface="华文楷体" panose="02010600040101010101" pitchFamily="2" charset="-122"/>
                <a:ea typeface="华文楷体" panose="02010600040101010101" pitchFamily="2" charset="-122"/>
                <a:sym typeface="+mn-ea"/>
              </a:rPr>
              <a:t>X={1，1，1，0.8，0}</a:t>
            </a:r>
            <a:r>
              <a:rPr lang="zh-CN" altLang="zh-CN" sz="2300" b="1"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sym typeface="+mn-ea"/>
              </a:rPr>
              <a:t>。</a:t>
            </a:r>
          </a:p>
        </p:txBody>
      </p:sp>
    </p:spTree>
  </p:cSld>
  <p:clrMapOvr>
    <a:overrideClrMapping bg1="lt1" tx1="dk1" bg2="lt2" tx2="dk2" accent1="accent1" accent2="accent2" accent3="accent3" accent4="accent4" accent5="accent5" accent6="accent6" hlink="hlink" folHlink="folHlink"/>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176130" name="Text Box 2"/>
          <p:cNvSpPr txBox="1">
            <a:spLocks noChangeArrowheads="1"/>
          </p:cNvSpPr>
          <p:nvPr/>
        </p:nvSpPr>
        <p:spPr bwMode="auto">
          <a:xfrm>
            <a:off x="947770" y="1247995"/>
            <a:ext cx="7807960" cy="5345430"/>
          </a:xfrm>
          <a:prstGeom prst="rect">
            <a:avLst/>
          </a:prstGeom>
          <a:solidFill>
            <a:schemeClr val="bg1">
              <a:lumMod val="9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5"/>
          </a:lnRef>
          <a:fillRef idx="2">
            <a:schemeClr val="accent5"/>
          </a:fillRef>
          <a:effectRef idx="1">
            <a:schemeClr val="accent5"/>
          </a:effectRef>
          <a:fontRef idx="minor">
            <a:schemeClr val="dk1"/>
          </a:fontRef>
        </p:style>
        <p:txBody>
          <a:bodyPr wrap="square" lIns="180000" tIns="180000" rIns="180000" bIns="18000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FF0000"/>
                </a:solidFill>
                <a:effectLst/>
                <a:uLnTx/>
                <a:uFillTx/>
                <a:latin typeface="Consolas" panose="020B0609020204030204" pitchFamily="49" charset="0"/>
                <a:ea typeface="仿宋" panose="02010609060101010101" pitchFamily="49" charset="-122"/>
                <a:cs typeface="Consolas" panose="020B0609020204030204" pitchFamily="49" charset="0"/>
              </a:rPr>
              <a:t>//</a:t>
            </a:r>
            <a:r>
              <a:rPr kumimoji="0" lang="zh-CN" altLang="zh-CN" sz="1800" b="1" i="0" u="none" strike="noStrike" kern="1200" cap="none" spc="0" normalizeH="0" baseline="0" noProof="0">
                <a:ln>
                  <a:noFill/>
                </a:ln>
                <a:solidFill>
                  <a:srgbClr val="FF0000"/>
                </a:solidFill>
                <a:effectLst/>
                <a:uLnTx/>
                <a:uFillTx/>
                <a:latin typeface="Consolas" panose="020B0609020204030204" pitchFamily="49" charset="0"/>
                <a:ea typeface="仿宋" panose="02010609060101010101" pitchFamily="49" charset="-122"/>
                <a:cs typeface="Consolas" panose="020B0609020204030204" pitchFamily="49" charset="0"/>
              </a:rPr>
              <a:t>问题表示</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int n=5;</a:t>
            </a:r>
            <a:endParaRPr kumimoji="0" lang="zh-CN" altLang="zh-CN" sz="1800" b="1" i="0" u="none" strike="noStrike" kern="1200" cap="none" spc="0" normalizeH="0" baseline="0" noProof="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double W=100;				</a:t>
            </a:r>
            <a:r>
              <a:rPr kumimoji="0" lang="en-US" altLang="zh-CN" sz="1800" b="1" i="0" u="none" strike="noStrike" kern="1200" cap="none" spc="0" normalizeH="0" baseline="0" noProof="0">
                <a:ln>
                  <a:noFill/>
                </a:ln>
                <a:solidFill>
                  <a:srgbClr val="00B0F0"/>
                </a:solidFill>
                <a:effectLst/>
                <a:uLnTx/>
                <a:uFillTx/>
                <a:latin typeface="Consolas" panose="020B0609020204030204" pitchFamily="49" charset="0"/>
                <a:ea typeface="仿宋" panose="02010609060101010101" pitchFamily="49" charset="-122"/>
                <a:cs typeface="Consolas" panose="020B0609020204030204" pitchFamily="49" charset="0"/>
              </a:rPr>
              <a:t>//</a:t>
            </a:r>
            <a:r>
              <a:rPr kumimoji="0" lang="zh-CN" altLang="zh-CN" sz="1800" b="1" i="0" u="none" strike="noStrike" kern="1200" cap="none" spc="0" normalizeH="0" baseline="0" noProof="0">
                <a:ln>
                  <a:noFill/>
                </a:ln>
                <a:solidFill>
                  <a:srgbClr val="00B0F0"/>
                </a:solidFill>
                <a:effectLst/>
                <a:uLnTx/>
                <a:uFillTx/>
                <a:latin typeface="Consolas" panose="020B0609020204030204" pitchFamily="49" charset="0"/>
                <a:ea typeface="仿宋" panose="02010609060101010101" pitchFamily="49" charset="-122"/>
                <a:cs typeface="Consolas" panose="020B0609020204030204" pitchFamily="49" charset="0"/>
              </a:rPr>
              <a:t>限重</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struct NodeType</a:t>
            </a:r>
            <a:endParaRPr kumimoji="0" lang="zh-CN" altLang="zh-CN" sz="1800" b="1" i="0" u="none" strike="noStrike" kern="1200" cap="none" spc="0" normalizeH="0" baseline="0" noProof="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  double w;</a:t>
            </a:r>
            <a:endParaRPr kumimoji="0" lang="zh-CN" altLang="zh-CN" sz="1800" b="1" i="0" u="none" strike="noStrike" kern="1200" cap="none" spc="0" normalizeH="0" baseline="0" noProof="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   double v;</a:t>
            </a:r>
            <a:endParaRPr kumimoji="0" lang="zh-CN" altLang="zh-CN" sz="1800" b="1" i="0" u="none" strike="noStrike" kern="1200" cap="none" spc="0" normalizeH="0" baseline="0" noProof="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   double p;				</a:t>
            </a:r>
            <a:r>
              <a:rPr kumimoji="0" lang="en-US" altLang="zh-CN" sz="1800" b="1" i="0" u="none" strike="noStrike" kern="1200" cap="none" spc="0" normalizeH="0" baseline="0" noProof="0">
                <a:ln>
                  <a:noFill/>
                </a:ln>
                <a:solidFill>
                  <a:srgbClr val="00B0F0"/>
                </a:solidFill>
                <a:effectLst/>
                <a:uLnTx/>
                <a:uFillTx/>
                <a:latin typeface="Consolas" panose="020B0609020204030204" pitchFamily="49" charset="0"/>
                <a:ea typeface="仿宋" panose="02010609060101010101" pitchFamily="49" charset="-122"/>
                <a:cs typeface="Consolas" panose="020B0609020204030204" pitchFamily="49" charset="0"/>
              </a:rPr>
              <a:t>//p=v/w</a:t>
            </a:r>
            <a:endParaRPr kumimoji="0" lang="zh-CN" altLang="zh-CN" sz="1800" b="1" i="0" u="none" strike="noStrike" kern="1200" cap="none" spc="0" normalizeH="0" baseline="0" noProof="0">
              <a:ln>
                <a:noFill/>
              </a:ln>
              <a:solidFill>
                <a:srgbClr val="00B0F0"/>
              </a:solidFill>
              <a:effectLst/>
              <a:uLnTx/>
              <a:uFillTx/>
              <a:latin typeface="Consolas" panose="020B0609020204030204" pitchFamily="49" charset="0"/>
              <a:ea typeface="仿宋" panose="02010609060101010101" pitchFamily="49" charset="-122"/>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   bool operator&lt;(const NodeType &amp;s) const</a:t>
            </a:r>
            <a:endParaRPr kumimoji="0" lang="zh-CN" altLang="zh-CN" sz="1800" b="1" i="0" u="none" strike="noStrike" kern="1200" cap="none" spc="0" normalizeH="0" baseline="0" noProof="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   {</a:t>
            </a:r>
            <a:endParaRPr kumimoji="0" lang="zh-CN" altLang="zh-CN" sz="1800" b="1" i="0" u="none" strike="noStrike" kern="1200" cap="none" spc="0" normalizeH="0" baseline="0" noProof="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	return p&gt;s.p;			</a:t>
            </a:r>
            <a:r>
              <a:rPr kumimoji="0" lang="en-US" altLang="zh-CN" sz="1800" b="1" i="0" u="none" strike="noStrike" kern="1200" cap="none" spc="0" normalizeH="0" baseline="0" noProof="0">
                <a:ln>
                  <a:noFill/>
                </a:ln>
                <a:solidFill>
                  <a:srgbClr val="00B0F0"/>
                </a:solidFill>
                <a:effectLst/>
                <a:uLnTx/>
                <a:uFillTx/>
                <a:latin typeface="Consolas" panose="020B0609020204030204" pitchFamily="49" charset="0"/>
                <a:ea typeface="仿宋" panose="02010609060101010101" pitchFamily="49" charset="-122"/>
                <a:cs typeface="Consolas" panose="020B0609020204030204" pitchFamily="49" charset="0"/>
              </a:rPr>
              <a:t>//</a:t>
            </a:r>
            <a:r>
              <a:rPr kumimoji="0" lang="zh-CN" altLang="zh-CN" sz="1800" b="1" i="0" u="none" strike="noStrike" kern="1200" cap="none" spc="0" normalizeH="0" baseline="0" noProof="0">
                <a:ln>
                  <a:noFill/>
                </a:ln>
                <a:solidFill>
                  <a:srgbClr val="00B0F0"/>
                </a:solidFill>
                <a:effectLst/>
                <a:uLnTx/>
                <a:uFillTx/>
                <a:latin typeface="Consolas" panose="020B0609020204030204" pitchFamily="49" charset="0"/>
                <a:ea typeface="仿宋" panose="02010609060101010101" pitchFamily="49" charset="-122"/>
                <a:cs typeface="Consolas" panose="020B0609020204030204" pitchFamily="49" charset="0"/>
              </a:rPr>
              <a:t>按</a:t>
            </a:r>
            <a:r>
              <a:rPr kumimoji="0" lang="en-US" altLang="zh-CN" sz="1800" b="1" i="0" u="none" strike="noStrike" kern="1200" cap="none" spc="0" normalizeH="0" baseline="0" noProof="0">
                <a:ln>
                  <a:noFill/>
                </a:ln>
                <a:solidFill>
                  <a:srgbClr val="00B0F0"/>
                </a:solidFill>
                <a:effectLst/>
                <a:uLnTx/>
                <a:uFillTx/>
                <a:latin typeface="Consolas" panose="020B0609020204030204" pitchFamily="49" charset="0"/>
                <a:ea typeface="仿宋" panose="02010609060101010101" pitchFamily="49" charset="-122"/>
                <a:cs typeface="Consolas" panose="020B0609020204030204" pitchFamily="49" charset="0"/>
              </a:rPr>
              <a:t>p</a:t>
            </a:r>
            <a:r>
              <a:rPr kumimoji="0" lang="zh-CN" altLang="zh-CN" sz="1800" b="1" i="0" u="none" strike="noStrike" kern="1200" cap="none" spc="0" normalizeH="0" baseline="0" noProof="0">
                <a:ln>
                  <a:noFill/>
                </a:ln>
                <a:solidFill>
                  <a:srgbClr val="00B0F0"/>
                </a:solidFill>
                <a:effectLst/>
                <a:uLnTx/>
                <a:uFillTx/>
                <a:latin typeface="Consolas" panose="020B0609020204030204" pitchFamily="49" charset="0"/>
                <a:ea typeface="仿宋" panose="02010609060101010101" pitchFamily="49" charset="-122"/>
                <a:cs typeface="Consolas" panose="020B0609020204030204" pitchFamily="49" charset="0"/>
              </a:rPr>
              <a:t>递减排序</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   }</a:t>
            </a:r>
            <a:endParaRPr kumimoji="0" lang="zh-CN" altLang="zh-CN" sz="1800" b="1" i="0" u="none" strike="noStrike" kern="1200" cap="none" spc="0" normalizeH="0" baseline="0" noProof="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a:t>
            </a:r>
            <a:endParaRPr kumimoji="0" lang="zh-CN" altLang="zh-CN" sz="1800" b="1" i="0" u="none" strike="noStrike" kern="1200" cap="none" spc="0" normalizeH="0" baseline="0" noProof="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NodeType A[]={{0},{10,20},{20,30},{30,66},{40,40},{50,60}};						</a:t>
            </a:r>
            <a:r>
              <a:rPr kumimoji="0" lang="en-US" altLang="zh-CN" sz="1800" b="1" i="0" u="none" strike="noStrike" kern="1200" cap="none" spc="0" normalizeH="0" baseline="0" noProof="0">
                <a:ln>
                  <a:noFill/>
                </a:ln>
                <a:solidFill>
                  <a:srgbClr val="00B0F0"/>
                </a:solidFill>
                <a:effectLst/>
                <a:uLnTx/>
                <a:uFillTx/>
                <a:latin typeface="Consolas" panose="020B0609020204030204" pitchFamily="49" charset="0"/>
                <a:ea typeface="仿宋" panose="02010609060101010101" pitchFamily="49" charset="-122"/>
                <a:cs typeface="Consolas" panose="020B0609020204030204" pitchFamily="49" charset="0"/>
              </a:rPr>
              <a:t>//</a:t>
            </a:r>
            <a:r>
              <a:rPr kumimoji="0" lang="zh-CN" altLang="zh-CN" sz="1800" b="1" i="0" u="none" strike="noStrike" kern="1200" cap="none" spc="0" normalizeH="0" baseline="0" noProof="0">
                <a:ln>
                  <a:noFill/>
                </a:ln>
                <a:solidFill>
                  <a:srgbClr val="00B0F0"/>
                </a:solidFill>
                <a:effectLst/>
                <a:uLnTx/>
                <a:uFillTx/>
                <a:latin typeface="Consolas" panose="020B0609020204030204" pitchFamily="49" charset="0"/>
                <a:ea typeface="仿宋" panose="02010609060101010101" pitchFamily="49" charset="-122"/>
                <a:cs typeface="Consolas" panose="020B0609020204030204" pitchFamily="49" charset="0"/>
              </a:rPr>
              <a:t>下标</a:t>
            </a:r>
            <a:r>
              <a:rPr kumimoji="0" lang="en-US" altLang="zh-CN" sz="1800" b="1" i="0" u="none" strike="noStrike" kern="1200" cap="none" spc="0" normalizeH="0" baseline="0" noProof="0">
                <a:ln>
                  <a:noFill/>
                </a:ln>
                <a:solidFill>
                  <a:srgbClr val="00B0F0"/>
                </a:solidFill>
                <a:effectLst/>
                <a:uLnTx/>
                <a:uFillTx/>
                <a:latin typeface="Consolas" panose="020B0609020204030204" pitchFamily="49" charset="0"/>
                <a:ea typeface="仿宋" panose="02010609060101010101" pitchFamily="49" charset="-122"/>
                <a:cs typeface="Consolas" panose="020B0609020204030204" pitchFamily="49" charset="0"/>
              </a:rPr>
              <a:t>0</a:t>
            </a:r>
            <a:r>
              <a:rPr kumimoji="0" lang="zh-CN" altLang="zh-CN" sz="1800" b="1" i="0" u="none" strike="noStrike" kern="1200" cap="none" spc="0" normalizeH="0" baseline="0" noProof="0">
                <a:ln>
                  <a:noFill/>
                </a:ln>
                <a:solidFill>
                  <a:srgbClr val="00B0F0"/>
                </a:solidFill>
                <a:effectLst/>
                <a:uLnTx/>
                <a:uFillTx/>
                <a:latin typeface="Consolas" panose="020B0609020204030204" pitchFamily="49" charset="0"/>
                <a:ea typeface="仿宋" panose="02010609060101010101" pitchFamily="49" charset="-122"/>
                <a:cs typeface="Consolas" panose="020B0609020204030204" pitchFamily="49" charset="0"/>
              </a:rPr>
              <a:t>不用</a:t>
            </a:r>
          </a:p>
          <a:p>
            <a:pPr marL="0" marR="0" lvl="0" indent="0" algn="l" defTabSz="914400" rtl="0" eaLnBrk="1" fontAlgn="base" latinLnBrk="0" hangingPunct="1">
              <a:lnSpc>
                <a:spcPct val="20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FF0000"/>
                </a:solidFill>
                <a:effectLst/>
                <a:uLnTx/>
                <a:uFillTx/>
                <a:latin typeface="Consolas" panose="020B0609020204030204" pitchFamily="49" charset="0"/>
                <a:ea typeface="仿宋" panose="02010609060101010101" pitchFamily="49" charset="-122"/>
                <a:cs typeface="Consolas" panose="020B0609020204030204" pitchFamily="49" charset="0"/>
              </a:rPr>
              <a:t>//</a:t>
            </a:r>
            <a:r>
              <a:rPr kumimoji="0" lang="zh-CN" altLang="zh-CN" sz="1800" b="1" i="0" u="none" strike="noStrike" kern="1200" cap="none" spc="0" normalizeH="0" baseline="0" noProof="0">
                <a:ln>
                  <a:noFill/>
                </a:ln>
                <a:solidFill>
                  <a:srgbClr val="FF0000"/>
                </a:solidFill>
                <a:effectLst/>
                <a:uLnTx/>
                <a:uFillTx/>
                <a:latin typeface="Consolas" panose="020B0609020204030204" pitchFamily="49" charset="0"/>
                <a:ea typeface="仿宋" panose="02010609060101010101" pitchFamily="49" charset="-122"/>
                <a:cs typeface="Consolas" panose="020B0609020204030204" pitchFamily="49" charset="0"/>
              </a:rPr>
              <a:t>求解结果表示</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double V;				</a:t>
            </a:r>
            <a:r>
              <a:rPr kumimoji="0" lang="en-US" altLang="zh-CN" sz="1800" b="1" i="0" u="none" strike="noStrike" kern="1200" cap="none" spc="0" normalizeH="0" baseline="0" noProof="0">
                <a:ln>
                  <a:noFill/>
                </a:ln>
                <a:solidFill>
                  <a:srgbClr val="00B0F0"/>
                </a:solidFill>
                <a:effectLst/>
                <a:uLnTx/>
                <a:uFillTx/>
                <a:latin typeface="Consolas" panose="020B0609020204030204" pitchFamily="49" charset="0"/>
                <a:ea typeface="仿宋" panose="02010609060101010101" pitchFamily="49" charset="-122"/>
                <a:cs typeface="Consolas" panose="020B0609020204030204" pitchFamily="49" charset="0"/>
              </a:rPr>
              <a:t>//</a:t>
            </a:r>
            <a:r>
              <a:rPr kumimoji="0" lang="zh-CN" altLang="zh-CN" sz="1800" b="1" i="0" u="none" strike="noStrike" kern="1200" cap="none" spc="0" normalizeH="0" baseline="0" noProof="0">
                <a:ln>
                  <a:noFill/>
                </a:ln>
                <a:solidFill>
                  <a:srgbClr val="00B0F0"/>
                </a:solidFill>
                <a:effectLst/>
                <a:uLnTx/>
                <a:uFillTx/>
                <a:latin typeface="Consolas" panose="020B0609020204030204" pitchFamily="49" charset="0"/>
                <a:ea typeface="仿宋" panose="02010609060101010101" pitchFamily="49" charset="-122"/>
                <a:cs typeface="Consolas" panose="020B0609020204030204" pitchFamily="49" charset="0"/>
              </a:rPr>
              <a:t>最大价值</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double x[MAXN];</a:t>
            </a:r>
            <a:endParaRPr kumimoji="0" lang="zh-CN" altLang="zh-CN" sz="1800" b="1" i="0" u="none" strike="noStrike" kern="1200" cap="none" spc="0" normalizeH="0" baseline="0" noProof="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endParaRPr>
          </a:p>
        </p:txBody>
      </p:sp>
    </p:spTree>
  </p:cSld>
  <p:clrMapOvr>
    <a:overrideClrMapping bg1="lt1" tx1="dk1" bg2="lt2" tx2="dk2" accent1="accent1" accent2="accent2" accent3="accent3" accent4="accent4" accent5="accent5" accent6="accent6" hlink="hlink" folHlink="folHlink"/>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897436" y="1214314"/>
            <a:ext cx="7280275" cy="5345430"/>
          </a:xfrm>
          <a:prstGeom prst="rect">
            <a:avLst/>
          </a:prstGeom>
          <a:solidFill>
            <a:schemeClr val="bg1">
              <a:lumMod val="9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5"/>
          </a:lnRef>
          <a:fillRef idx="2">
            <a:schemeClr val="accent5"/>
          </a:fillRef>
          <a:effectRef idx="1">
            <a:schemeClr val="accent5"/>
          </a:effectRef>
          <a:fontRef idx="minor">
            <a:schemeClr val="dk1"/>
          </a:fontRef>
        </p:style>
        <p:txBody>
          <a:bodyPr wrap="square" lIns="180000" tIns="180000" bIns="180000"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FF0000"/>
                </a:solidFill>
                <a:effectLst/>
                <a:uLnTx/>
                <a:uFillTx/>
                <a:latin typeface="Consolas" panose="020B0609020204030204" pitchFamily="49" charset="0"/>
                <a:ea typeface="仿宋" panose="02010609060101010101" pitchFamily="49" charset="-122"/>
                <a:cs typeface="Consolas" panose="020B0609020204030204" pitchFamily="49" charset="0"/>
              </a:rPr>
              <a:t>void Knap()			//</a:t>
            </a:r>
            <a:r>
              <a:rPr kumimoji="0" lang="zh-CN" altLang="zh-CN" sz="1800" b="1" i="0" u="none" strike="noStrike" kern="1200" cap="none" spc="0" normalizeH="0" baseline="0" noProof="0">
                <a:ln>
                  <a:noFill/>
                </a:ln>
                <a:solidFill>
                  <a:srgbClr val="FF0000"/>
                </a:solidFill>
                <a:effectLst/>
                <a:uLnTx/>
                <a:uFillTx/>
                <a:latin typeface="Consolas" panose="020B0609020204030204" pitchFamily="49" charset="0"/>
                <a:ea typeface="仿宋" panose="02010609060101010101" pitchFamily="49" charset="-122"/>
                <a:cs typeface="Consolas" panose="020B0609020204030204" pitchFamily="49" charset="0"/>
              </a:rPr>
              <a:t>求解背包问题并返回总价值</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  V=0;				</a:t>
            </a:r>
            <a:r>
              <a:rPr kumimoji="0" lang="en-US" altLang="zh-CN" sz="1800" b="1" i="0" u="none" strike="noStrike" kern="1200" cap="none" spc="0" normalizeH="0" baseline="0" noProof="0">
                <a:ln>
                  <a:noFill/>
                </a:ln>
                <a:solidFill>
                  <a:srgbClr val="00B0F0"/>
                </a:solidFill>
                <a:effectLst/>
                <a:uLnTx/>
                <a:uFillTx/>
                <a:latin typeface="Consolas" panose="020B0609020204030204" pitchFamily="49" charset="0"/>
                <a:ea typeface="仿宋" panose="02010609060101010101" pitchFamily="49" charset="-122"/>
                <a:cs typeface="Consolas" panose="020B0609020204030204" pitchFamily="49" charset="0"/>
              </a:rPr>
              <a:t>//V</a:t>
            </a:r>
            <a:r>
              <a:rPr kumimoji="0" lang="zh-CN" altLang="zh-CN" sz="1800" b="1" i="0" u="none" strike="noStrike" kern="1200" cap="none" spc="0" normalizeH="0" baseline="0" noProof="0">
                <a:ln>
                  <a:noFill/>
                </a:ln>
                <a:solidFill>
                  <a:srgbClr val="00B0F0"/>
                </a:solidFill>
                <a:effectLst/>
                <a:uLnTx/>
                <a:uFillTx/>
                <a:latin typeface="Consolas" panose="020B0609020204030204" pitchFamily="49" charset="0"/>
                <a:ea typeface="仿宋" panose="02010609060101010101" pitchFamily="49" charset="-122"/>
                <a:cs typeface="Consolas" panose="020B0609020204030204" pitchFamily="49" charset="0"/>
              </a:rPr>
              <a:t>初始化为</a:t>
            </a:r>
            <a:r>
              <a:rPr kumimoji="0" lang="en-US" altLang="zh-CN" sz="1800" b="1" i="0" u="none" strike="noStrike" kern="1200" cap="none" spc="0" normalizeH="0" baseline="0" noProof="0">
                <a:ln>
                  <a:noFill/>
                </a:ln>
                <a:solidFill>
                  <a:srgbClr val="00B0F0"/>
                </a:solidFill>
                <a:effectLst/>
                <a:uLnTx/>
                <a:uFillTx/>
                <a:latin typeface="Consolas" panose="020B0609020204030204" pitchFamily="49" charset="0"/>
                <a:ea typeface="仿宋" panose="02010609060101010101" pitchFamily="49" charset="-122"/>
                <a:cs typeface="Consolas" panose="020B0609020204030204" pitchFamily="49" charset="0"/>
              </a:rPr>
              <a:t>0</a:t>
            </a:r>
            <a:endParaRPr kumimoji="0" lang="zh-CN" altLang="zh-CN" sz="1800" b="1" i="0" u="none" strike="noStrike" kern="1200" cap="none" spc="0" normalizeH="0" baseline="0" noProof="0">
              <a:ln>
                <a:noFill/>
              </a:ln>
              <a:solidFill>
                <a:srgbClr val="00B0F0"/>
              </a:solidFill>
              <a:effectLst/>
              <a:uLnTx/>
              <a:uFillTx/>
              <a:latin typeface="Consolas" panose="020B0609020204030204" pitchFamily="49" charset="0"/>
              <a:ea typeface="仿宋" panose="02010609060101010101" pitchFamily="49" charset="-122"/>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   double weight=W;		</a:t>
            </a:r>
            <a:r>
              <a:rPr kumimoji="0" lang="en-US" altLang="zh-CN" sz="1800" b="1" i="0" u="none" strike="noStrike" kern="1200" cap="none" spc="0" normalizeH="0" baseline="0" noProof="0">
                <a:ln>
                  <a:noFill/>
                </a:ln>
                <a:solidFill>
                  <a:srgbClr val="00B0F0"/>
                </a:solidFill>
                <a:effectLst/>
                <a:uLnTx/>
                <a:uFillTx/>
                <a:latin typeface="Consolas" panose="020B0609020204030204" pitchFamily="49" charset="0"/>
                <a:ea typeface="仿宋" panose="02010609060101010101" pitchFamily="49" charset="-122"/>
                <a:cs typeface="Consolas" panose="020B0609020204030204" pitchFamily="49" charset="0"/>
              </a:rPr>
              <a:t>//</a:t>
            </a:r>
            <a:r>
              <a:rPr kumimoji="0" lang="zh-CN" altLang="zh-CN" sz="1800" b="1" i="0" u="none" strike="noStrike" kern="1200" cap="none" spc="0" normalizeH="0" baseline="0" noProof="0">
                <a:ln>
                  <a:noFill/>
                </a:ln>
                <a:solidFill>
                  <a:srgbClr val="00B0F0"/>
                </a:solidFill>
                <a:effectLst/>
                <a:uLnTx/>
                <a:uFillTx/>
                <a:latin typeface="Consolas" panose="020B0609020204030204" pitchFamily="49" charset="0"/>
                <a:ea typeface="仿宋" panose="02010609060101010101" pitchFamily="49" charset="-122"/>
                <a:cs typeface="Consolas" panose="020B0609020204030204" pitchFamily="49" charset="0"/>
              </a:rPr>
              <a:t>背包中能装入的余下重量</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   memset(x,0,sizeof(x));	</a:t>
            </a:r>
            <a:r>
              <a:rPr kumimoji="0" lang="en-US" altLang="zh-CN" sz="1800" b="1" i="0" u="none" strike="noStrike" kern="1200" cap="none" spc="0" normalizeH="0" baseline="0" noProof="0">
                <a:ln>
                  <a:noFill/>
                </a:ln>
                <a:solidFill>
                  <a:srgbClr val="00B0F0"/>
                </a:solidFill>
                <a:effectLst/>
                <a:uLnTx/>
                <a:uFillTx/>
                <a:latin typeface="Consolas" panose="020B0609020204030204" pitchFamily="49" charset="0"/>
                <a:ea typeface="仿宋" panose="02010609060101010101" pitchFamily="49" charset="-122"/>
                <a:cs typeface="Consolas" panose="020B0609020204030204" pitchFamily="49" charset="0"/>
              </a:rPr>
              <a:t>//</a:t>
            </a:r>
            <a:r>
              <a:rPr kumimoji="0" lang="zh-CN" altLang="zh-CN" sz="1800" b="1" i="0" u="none" strike="noStrike" kern="1200" cap="none" spc="0" normalizeH="0" baseline="0" noProof="0">
                <a:ln>
                  <a:noFill/>
                </a:ln>
                <a:solidFill>
                  <a:srgbClr val="00B0F0"/>
                </a:solidFill>
                <a:effectLst/>
                <a:uLnTx/>
                <a:uFillTx/>
                <a:latin typeface="Consolas" panose="020B0609020204030204" pitchFamily="49" charset="0"/>
                <a:ea typeface="仿宋" panose="02010609060101010101" pitchFamily="49" charset="-122"/>
                <a:cs typeface="Consolas" panose="020B0609020204030204" pitchFamily="49" charset="0"/>
              </a:rPr>
              <a:t>初始化</a:t>
            </a:r>
            <a:r>
              <a:rPr kumimoji="0" lang="en-US" altLang="zh-CN" sz="1800" b="1" i="0" u="none" strike="noStrike" kern="1200" cap="none" spc="0" normalizeH="0" baseline="0" noProof="0">
                <a:ln>
                  <a:noFill/>
                </a:ln>
                <a:solidFill>
                  <a:srgbClr val="00B0F0"/>
                </a:solidFill>
                <a:effectLst/>
                <a:uLnTx/>
                <a:uFillTx/>
                <a:latin typeface="Consolas" panose="020B0609020204030204" pitchFamily="49" charset="0"/>
                <a:ea typeface="仿宋" panose="02010609060101010101" pitchFamily="49" charset="-122"/>
                <a:cs typeface="Consolas" panose="020B0609020204030204" pitchFamily="49" charset="0"/>
              </a:rPr>
              <a:t>x</a:t>
            </a:r>
            <a:r>
              <a:rPr kumimoji="0" lang="zh-CN" altLang="zh-CN" sz="1800" b="1" i="0" u="none" strike="noStrike" kern="1200" cap="none" spc="0" normalizeH="0" baseline="0" noProof="0">
                <a:ln>
                  <a:noFill/>
                </a:ln>
                <a:solidFill>
                  <a:srgbClr val="00B0F0"/>
                </a:solidFill>
                <a:effectLst/>
                <a:uLnTx/>
                <a:uFillTx/>
                <a:latin typeface="Consolas" panose="020B0609020204030204" pitchFamily="49" charset="0"/>
                <a:ea typeface="仿宋" panose="02010609060101010101" pitchFamily="49" charset="-122"/>
                <a:cs typeface="Consolas" panose="020B0609020204030204" pitchFamily="49" charset="0"/>
              </a:rPr>
              <a:t>向量</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   int i=1;</a:t>
            </a:r>
            <a:endParaRPr kumimoji="0" lang="zh-CN" altLang="zh-CN" sz="1800" b="1" i="0" u="none" strike="noStrike" kern="1200" cap="none" spc="0" normalizeH="0" baseline="0" noProof="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endParaRPr>
          </a:p>
          <a:p>
            <a:pPr marL="0" marR="0" lvl="0" indent="0" algn="l" defTabSz="914400" rtl="0" eaLnBrk="1" fontAlgn="base" latinLnBrk="0" hangingPunct="1">
              <a:lnSpc>
                <a:spcPct val="20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   while (A[i].w&lt;weight)	</a:t>
            </a:r>
            <a:r>
              <a:rPr kumimoji="0" lang="en-US" altLang="zh-CN" sz="1800" b="1" i="0" u="none" strike="noStrike" kern="1200" cap="none" spc="0" normalizeH="0" baseline="0" noProof="0">
                <a:ln>
                  <a:noFill/>
                </a:ln>
                <a:solidFill>
                  <a:srgbClr val="00B0F0"/>
                </a:solidFill>
                <a:effectLst/>
                <a:uLnTx/>
                <a:uFillTx/>
                <a:latin typeface="Consolas" panose="020B0609020204030204" pitchFamily="49" charset="0"/>
                <a:ea typeface="仿宋" panose="02010609060101010101" pitchFamily="49" charset="-122"/>
                <a:cs typeface="Consolas" panose="020B0609020204030204" pitchFamily="49" charset="0"/>
              </a:rPr>
              <a:t>//</a:t>
            </a:r>
            <a:r>
              <a:rPr kumimoji="0" lang="zh-CN" altLang="zh-CN" sz="1800" b="1" i="0" u="none" strike="noStrike" kern="1200" cap="none" spc="0" normalizeH="0" baseline="0" noProof="0">
                <a:ln>
                  <a:noFill/>
                </a:ln>
                <a:solidFill>
                  <a:srgbClr val="00B0F0"/>
                </a:solidFill>
                <a:effectLst/>
                <a:uLnTx/>
                <a:uFillTx/>
                <a:latin typeface="Consolas" panose="020B0609020204030204" pitchFamily="49" charset="0"/>
                <a:ea typeface="仿宋" panose="02010609060101010101" pitchFamily="49" charset="-122"/>
                <a:cs typeface="Consolas" panose="020B0609020204030204" pitchFamily="49" charset="0"/>
              </a:rPr>
              <a:t>物品</a:t>
            </a:r>
            <a:r>
              <a:rPr kumimoji="0" lang="en-US" altLang="zh-CN" sz="1800" b="1" i="0" u="none" strike="noStrike" kern="1200" cap="none" spc="0" normalizeH="0" baseline="0" noProof="0">
                <a:ln>
                  <a:noFill/>
                </a:ln>
                <a:solidFill>
                  <a:srgbClr val="00B0F0"/>
                </a:solidFill>
                <a:effectLst/>
                <a:uLnTx/>
                <a:uFillTx/>
                <a:latin typeface="Consolas" panose="020B0609020204030204" pitchFamily="49" charset="0"/>
                <a:ea typeface="仿宋" panose="02010609060101010101" pitchFamily="49" charset="-122"/>
                <a:cs typeface="Consolas" panose="020B0609020204030204" pitchFamily="49" charset="0"/>
              </a:rPr>
              <a:t>i</a:t>
            </a:r>
            <a:r>
              <a:rPr kumimoji="0" lang="zh-CN" altLang="zh-CN" sz="1800" b="1" i="0" u="none" strike="noStrike" kern="1200" cap="none" spc="0" normalizeH="0" baseline="0" noProof="0">
                <a:ln>
                  <a:noFill/>
                </a:ln>
                <a:solidFill>
                  <a:srgbClr val="00B0F0"/>
                </a:solidFill>
                <a:effectLst/>
                <a:uLnTx/>
                <a:uFillTx/>
                <a:latin typeface="Consolas" panose="020B0609020204030204" pitchFamily="49" charset="0"/>
                <a:ea typeface="仿宋" panose="02010609060101010101" pitchFamily="49" charset="-122"/>
                <a:cs typeface="Consolas" panose="020B0609020204030204" pitchFamily="49" charset="0"/>
              </a:rPr>
              <a:t>能够全部装入时循环</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   {  x[i]=1;			</a:t>
            </a:r>
            <a:r>
              <a:rPr kumimoji="0" lang="en-US" altLang="zh-CN" sz="1800" b="1" i="0" u="none" strike="noStrike" kern="1200" cap="none" spc="0" normalizeH="0" baseline="0" noProof="0">
                <a:ln>
                  <a:noFill/>
                </a:ln>
                <a:solidFill>
                  <a:srgbClr val="00B0F0"/>
                </a:solidFill>
                <a:effectLst/>
                <a:uLnTx/>
                <a:uFillTx/>
                <a:latin typeface="Consolas" panose="020B0609020204030204" pitchFamily="49" charset="0"/>
                <a:ea typeface="仿宋" panose="02010609060101010101" pitchFamily="49" charset="-122"/>
                <a:cs typeface="Consolas" panose="020B0609020204030204" pitchFamily="49" charset="0"/>
              </a:rPr>
              <a:t>//</a:t>
            </a:r>
            <a:r>
              <a:rPr kumimoji="0" lang="zh-CN" altLang="zh-CN" sz="1800" b="1" i="0" u="none" strike="noStrike" kern="1200" cap="none" spc="0" normalizeH="0" baseline="0" noProof="0">
                <a:ln>
                  <a:noFill/>
                </a:ln>
                <a:solidFill>
                  <a:srgbClr val="00B0F0"/>
                </a:solidFill>
                <a:effectLst/>
                <a:uLnTx/>
                <a:uFillTx/>
                <a:latin typeface="Consolas" panose="020B0609020204030204" pitchFamily="49" charset="0"/>
                <a:ea typeface="仿宋" panose="02010609060101010101" pitchFamily="49" charset="-122"/>
                <a:cs typeface="Consolas" panose="020B0609020204030204" pitchFamily="49" charset="0"/>
              </a:rPr>
              <a:t>装入物品</a:t>
            </a:r>
            <a:r>
              <a:rPr kumimoji="0" lang="en-US" altLang="zh-CN" sz="1800" b="1" i="0" u="none" strike="noStrike" kern="1200" cap="none" spc="0" normalizeH="0" baseline="0" noProof="0">
                <a:ln>
                  <a:noFill/>
                </a:ln>
                <a:solidFill>
                  <a:srgbClr val="00B0F0"/>
                </a:solidFill>
                <a:effectLst/>
                <a:uLnTx/>
                <a:uFillTx/>
                <a:latin typeface="Consolas" panose="020B0609020204030204" pitchFamily="49" charset="0"/>
                <a:ea typeface="仿宋" panose="02010609060101010101" pitchFamily="49" charset="-122"/>
                <a:cs typeface="Consolas" panose="020B0609020204030204" pitchFamily="49" charset="0"/>
              </a:rPr>
              <a:t>i</a:t>
            </a:r>
            <a:endParaRPr kumimoji="0" lang="zh-CN" altLang="zh-CN" sz="1800" b="1" i="0" u="none" strike="noStrike" kern="1200" cap="none" spc="0" normalizeH="0" baseline="0" noProof="0">
              <a:ln>
                <a:noFill/>
              </a:ln>
              <a:solidFill>
                <a:srgbClr val="00B0F0"/>
              </a:solidFill>
              <a:effectLst/>
              <a:uLnTx/>
              <a:uFillTx/>
              <a:latin typeface="Consolas" panose="020B0609020204030204" pitchFamily="49" charset="0"/>
              <a:ea typeface="仿宋" panose="02010609060101010101" pitchFamily="49" charset="-122"/>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      weight-=A[i].w;		</a:t>
            </a:r>
            <a:r>
              <a:rPr kumimoji="0" lang="en-US" altLang="zh-CN" sz="1800" b="1" i="0" u="none" strike="noStrike" kern="1200" cap="none" spc="0" normalizeH="0" baseline="0" noProof="0">
                <a:ln>
                  <a:noFill/>
                </a:ln>
                <a:solidFill>
                  <a:srgbClr val="00B0F0"/>
                </a:solidFill>
                <a:effectLst/>
                <a:uLnTx/>
                <a:uFillTx/>
                <a:latin typeface="Consolas" panose="020B0609020204030204" pitchFamily="49" charset="0"/>
                <a:ea typeface="仿宋" panose="02010609060101010101" pitchFamily="49" charset="-122"/>
                <a:cs typeface="Consolas" panose="020B0609020204030204" pitchFamily="49" charset="0"/>
              </a:rPr>
              <a:t>//</a:t>
            </a:r>
            <a:r>
              <a:rPr kumimoji="0" lang="zh-CN" altLang="zh-CN" sz="1800" b="1" i="0" u="none" strike="noStrike" kern="1200" cap="none" spc="0" normalizeH="0" baseline="0" noProof="0">
                <a:ln>
                  <a:noFill/>
                </a:ln>
                <a:solidFill>
                  <a:srgbClr val="00B0F0"/>
                </a:solidFill>
                <a:effectLst/>
                <a:uLnTx/>
                <a:uFillTx/>
                <a:latin typeface="Consolas" panose="020B0609020204030204" pitchFamily="49" charset="0"/>
                <a:ea typeface="仿宋" panose="02010609060101010101" pitchFamily="49" charset="-122"/>
                <a:cs typeface="Consolas" panose="020B0609020204030204" pitchFamily="49" charset="0"/>
              </a:rPr>
              <a:t>减少背包中能装入的余下重量</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      V+=A[i].v;		</a:t>
            </a:r>
            <a:r>
              <a:rPr kumimoji="0" lang="en-US" altLang="zh-CN" sz="1800" b="1" i="0" u="none" strike="noStrike" kern="1200" cap="none" spc="0" normalizeH="0" baseline="0" noProof="0">
                <a:ln>
                  <a:noFill/>
                </a:ln>
                <a:solidFill>
                  <a:srgbClr val="00B0F0"/>
                </a:solidFill>
                <a:effectLst/>
                <a:uLnTx/>
                <a:uFillTx/>
                <a:latin typeface="Consolas" panose="020B0609020204030204" pitchFamily="49" charset="0"/>
                <a:ea typeface="仿宋" panose="02010609060101010101" pitchFamily="49" charset="-122"/>
                <a:cs typeface="Consolas" panose="020B0609020204030204" pitchFamily="49" charset="0"/>
              </a:rPr>
              <a:t>//</a:t>
            </a:r>
            <a:r>
              <a:rPr kumimoji="0" lang="zh-CN" altLang="zh-CN" sz="1800" b="1" i="0" u="none" strike="noStrike" kern="1200" cap="none" spc="0" normalizeH="0" baseline="0" noProof="0">
                <a:ln>
                  <a:noFill/>
                </a:ln>
                <a:solidFill>
                  <a:srgbClr val="00B0F0"/>
                </a:solidFill>
                <a:effectLst/>
                <a:uLnTx/>
                <a:uFillTx/>
                <a:latin typeface="Consolas" panose="020B0609020204030204" pitchFamily="49" charset="0"/>
                <a:ea typeface="仿宋" panose="02010609060101010101" pitchFamily="49" charset="-122"/>
                <a:cs typeface="Consolas" panose="020B0609020204030204" pitchFamily="49" charset="0"/>
              </a:rPr>
              <a:t>累计总价值</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      i++;			</a:t>
            </a:r>
            <a:r>
              <a:rPr kumimoji="0" lang="en-US" altLang="zh-CN" sz="1800" b="1" i="0" u="none" strike="noStrike" kern="1200" cap="none" spc="0" normalizeH="0" baseline="0" noProof="0">
                <a:ln>
                  <a:noFill/>
                </a:ln>
                <a:solidFill>
                  <a:srgbClr val="00B0F0"/>
                </a:solidFill>
                <a:effectLst/>
                <a:uLnTx/>
                <a:uFillTx/>
                <a:latin typeface="Consolas" panose="020B0609020204030204" pitchFamily="49" charset="0"/>
                <a:ea typeface="仿宋" panose="02010609060101010101" pitchFamily="49" charset="-122"/>
                <a:cs typeface="Consolas" panose="020B0609020204030204" pitchFamily="49" charset="0"/>
              </a:rPr>
              <a:t>//</a:t>
            </a:r>
            <a:r>
              <a:rPr kumimoji="0" lang="zh-CN" altLang="zh-CN" sz="1800" b="1" i="0" u="none" strike="noStrike" kern="1200" cap="none" spc="0" normalizeH="0" baseline="0" noProof="0">
                <a:ln>
                  <a:noFill/>
                </a:ln>
                <a:solidFill>
                  <a:srgbClr val="00B0F0"/>
                </a:solidFill>
                <a:effectLst/>
                <a:uLnTx/>
                <a:uFillTx/>
                <a:latin typeface="Consolas" panose="020B0609020204030204" pitchFamily="49" charset="0"/>
                <a:ea typeface="仿宋" panose="02010609060101010101" pitchFamily="49" charset="-122"/>
                <a:cs typeface="Consolas" panose="020B0609020204030204" pitchFamily="49" charset="0"/>
              </a:rPr>
              <a:t>继续循环</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   }</a:t>
            </a:r>
            <a:endParaRPr kumimoji="0" lang="zh-CN" altLang="zh-CN" sz="1800" b="1" i="0" u="none" strike="noStrike" kern="1200" cap="none" spc="0" normalizeH="0" baseline="0" noProof="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endParaRPr>
          </a:p>
          <a:p>
            <a:pPr marL="0" marR="0" lvl="0" indent="0" algn="l" defTabSz="914400" rtl="0" eaLnBrk="1" fontAlgn="base" latinLnBrk="0" hangingPunct="1">
              <a:lnSpc>
                <a:spcPct val="20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   if (weight&gt;0)		</a:t>
            </a:r>
            <a:r>
              <a:rPr kumimoji="0" lang="en-US" altLang="zh-CN" sz="1800" b="1" i="0" u="none" strike="noStrike" kern="1200" cap="none" spc="0" normalizeH="0" baseline="0" noProof="0">
                <a:ln>
                  <a:noFill/>
                </a:ln>
                <a:solidFill>
                  <a:srgbClr val="00B0F0"/>
                </a:solidFill>
                <a:effectLst/>
                <a:uLnTx/>
                <a:uFillTx/>
                <a:latin typeface="Consolas" panose="020B0609020204030204" pitchFamily="49" charset="0"/>
                <a:ea typeface="仿宋" panose="02010609060101010101" pitchFamily="49" charset="-122"/>
                <a:cs typeface="Consolas" panose="020B0609020204030204" pitchFamily="49" charset="0"/>
              </a:rPr>
              <a:t>//</a:t>
            </a:r>
            <a:r>
              <a:rPr kumimoji="0" lang="zh-CN" altLang="zh-CN" sz="1800" b="1" i="0" u="none" strike="noStrike" kern="1200" cap="none" spc="0" normalizeH="0" baseline="0" noProof="0">
                <a:ln>
                  <a:noFill/>
                </a:ln>
                <a:solidFill>
                  <a:srgbClr val="00B0F0"/>
                </a:solidFill>
                <a:effectLst/>
                <a:uLnTx/>
                <a:uFillTx/>
                <a:latin typeface="Consolas" panose="020B0609020204030204" pitchFamily="49" charset="0"/>
                <a:ea typeface="仿宋" panose="02010609060101010101" pitchFamily="49" charset="-122"/>
                <a:cs typeface="Consolas" panose="020B0609020204030204" pitchFamily="49" charset="0"/>
              </a:rPr>
              <a:t>当余下重量大于</a:t>
            </a:r>
            <a:r>
              <a:rPr kumimoji="0" lang="en-US" altLang="zh-CN" sz="1800" b="1" i="0" u="none" strike="noStrike" kern="1200" cap="none" spc="0" normalizeH="0" baseline="0" noProof="0">
                <a:ln>
                  <a:noFill/>
                </a:ln>
                <a:solidFill>
                  <a:srgbClr val="00B0F0"/>
                </a:solidFill>
                <a:effectLst/>
                <a:uLnTx/>
                <a:uFillTx/>
                <a:latin typeface="Consolas" panose="020B0609020204030204" pitchFamily="49" charset="0"/>
                <a:ea typeface="仿宋" panose="02010609060101010101" pitchFamily="49" charset="-122"/>
                <a:cs typeface="Consolas" panose="020B0609020204030204" pitchFamily="49" charset="0"/>
              </a:rPr>
              <a:t>0</a:t>
            </a:r>
            <a:endParaRPr kumimoji="0" lang="zh-CN" altLang="zh-CN" sz="1800" b="1" i="0" u="none" strike="noStrike" kern="1200" cap="none" spc="0" normalizeH="0" baseline="0" noProof="0">
              <a:ln>
                <a:noFill/>
              </a:ln>
              <a:solidFill>
                <a:srgbClr val="00B0F0"/>
              </a:solidFill>
              <a:effectLst/>
              <a:uLnTx/>
              <a:uFillTx/>
              <a:latin typeface="Consolas" panose="020B0609020204030204" pitchFamily="49" charset="0"/>
              <a:ea typeface="仿宋" panose="02010609060101010101" pitchFamily="49" charset="-122"/>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   {  x[i]=weight/A[i].w;	</a:t>
            </a:r>
            <a:r>
              <a:rPr kumimoji="0" lang="en-US" altLang="zh-CN" sz="1800" b="1" i="0" u="none" strike="noStrike" kern="1200" cap="none" spc="0" normalizeH="0" baseline="0" noProof="0">
                <a:ln>
                  <a:noFill/>
                </a:ln>
                <a:solidFill>
                  <a:srgbClr val="00B0F0"/>
                </a:solidFill>
                <a:effectLst/>
                <a:uLnTx/>
                <a:uFillTx/>
                <a:latin typeface="Consolas" panose="020B0609020204030204" pitchFamily="49" charset="0"/>
                <a:ea typeface="仿宋" panose="02010609060101010101" pitchFamily="49" charset="-122"/>
                <a:cs typeface="Consolas" panose="020B0609020204030204" pitchFamily="49" charset="0"/>
              </a:rPr>
              <a:t>//</a:t>
            </a:r>
            <a:r>
              <a:rPr kumimoji="0" lang="zh-CN" altLang="zh-CN" sz="1800" b="1" i="0" u="none" strike="noStrike" kern="1200" cap="none" spc="0" normalizeH="0" baseline="0" noProof="0">
                <a:ln>
                  <a:noFill/>
                </a:ln>
                <a:solidFill>
                  <a:srgbClr val="00B0F0"/>
                </a:solidFill>
                <a:effectLst/>
                <a:uLnTx/>
                <a:uFillTx/>
                <a:latin typeface="Consolas" panose="020B0609020204030204" pitchFamily="49" charset="0"/>
                <a:ea typeface="仿宋" panose="02010609060101010101" pitchFamily="49" charset="-122"/>
                <a:cs typeface="Consolas" panose="020B0609020204030204" pitchFamily="49" charset="0"/>
              </a:rPr>
              <a:t>将物品</a:t>
            </a:r>
            <a:r>
              <a:rPr kumimoji="0" lang="en-US" altLang="zh-CN" sz="1800" b="1" i="0" u="none" strike="noStrike" kern="1200" cap="none" spc="0" normalizeH="0" baseline="0" noProof="0">
                <a:ln>
                  <a:noFill/>
                </a:ln>
                <a:solidFill>
                  <a:srgbClr val="00B0F0"/>
                </a:solidFill>
                <a:effectLst/>
                <a:uLnTx/>
                <a:uFillTx/>
                <a:latin typeface="Consolas" panose="020B0609020204030204" pitchFamily="49" charset="0"/>
                <a:ea typeface="仿宋" panose="02010609060101010101" pitchFamily="49" charset="-122"/>
                <a:cs typeface="Consolas" panose="020B0609020204030204" pitchFamily="49" charset="0"/>
              </a:rPr>
              <a:t>i</a:t>
            </a:r>
            <a:r>
              <a:rPr kumimoji="0" lang="zh-CN" altLang="zh-CN" sz="1800" b="1" i="0" u="none" strike="noStrike" kern="1200" cap="none" spc="0" normalizeH="0" baseline="0" noProof="0">
                <a:ln>
                  <a:noFill/>
                </a:ln>
                <a:solidFill>
                  <a:srgbClr val="00B0F0"/>
                </a:solidFill>
                <a:effectLst/>
                <a:uLnTx/>
                <a:uFillTx/>
                <a:latin typeface="Consolas" panose="020B0609020204030204" pitchFamily="49" charset="0"/>
                <a:ea typeface="仿宋" panose="02010609060101010101" pitchFamily="49" charset="-122"/>
                <a:cs typeface="Consolas" panose="020B0609020204030204" pitchFamily="49" charset="0"/>
              </a:rPr>
              <a:t>的一部分装入</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      V+=x[i]*A[i].v;		</a:t>
            </a:r>
            <a:r>
              <a:rPr kumimoji="0" lang="en-US" altLang="zh-CN" sz="1800" b="1" i="0" u="none" strike="noStrike" kern="1200" cap="none" spc="0" normalizeH="0" baseline="0" noProof="0">
                <a:ln>
                  <a:noFill/>
                </a:ln>
                <a:solidFill>
                  <a:srgbClr val="00B0F0"/>
                </a:solidFill>
                <a:effectLst/>
                <a:uLnTx/>
                <a:uFillTx/>
                <a:latin typeface="Consolas" panose="020B0609020204030204" pitchFamily="49" charset="0"/>
                <a:ea typeface="仿宋" panose="02010609060101010101" pitchFamily="49" charset="-122"/>
                <a:cs typeface="Consolas" panose="020B0609020204030204" pitchFamily="49" charset="0"/>
              </a:rPr>
              <a:t>//</a:t>
            </a:r>
            <a:r>
              <a:rPr kumimoji="0" lang="zh-CN" altLang="zh-CN" sz="1800" b="1" i="0" u="none" strike="noStrike" kern="1200" cap="none" spc="0" normalizeH="0" baseline="0" noProof="0">
                <a:ln>
                  <a:noFill/>
                </a:ln>
                <a:solidFill>
                  <a:srgbClr val="00B0F0"/>
                </a:solidFill>
                <a:effectLst/>
                <a:uLnTx/>
                <a:uFillTx/>
                <a:latin typeface="Consolas" panose="020B0609020204030204" pitchFamily="49" charset="0"/>
                <a:ea typeface="仿宋" panose="02010609060101010101" pitchFamily="49" charset="-122"/>
                <a:cs typeface="Consolas" panose="020B0609020204030204" pitchFamily="49" charset="0"/>
              </a:rPr>
              <a:t>累计总价值</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   }</a:t>
            </a:r>
            <a:endParaRPr kumimoji="0" lang="zh-CN" altLang="zh-CN" sz="1800" b="1" i="0" u="none" strike="noStrike" kern="1200" cap="none" spc="0" normalizeH="0" baseline="0" noProof="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a:t>
            </a:r>
            <a:endParaRPr kumimoji="0" lang="zh-CN" altLang="zh-CN" sz="1800" b="1" i="0" u="none" strike="noStrike" kern="1200" cap="none" spc="0" normalizeH="0" baseline="0" noProof="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11" end="1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12" end="1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13" end="1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903246" y="1287122"/>
            <a:ext cx="7849870" cy="5140325"/>
          </a:xfrm>
          <a:prstGeom prst="rect">
            <a:avLst/>
          </a:prstGeom>
          <a:solidFill>
            <a:schemeClr val="bg1">
              <a:lumMod val="9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5"/>
          </a:lnRef>
          <a:fillRef idx="2">
            <a:schemeClr val="accent5"/>
          </a:fillRef>
          <a:effectRef idx="1">
            <a:schemeClr val="accent5"/>
          </a:effectRef>
          <a:fontRef idx="minor">
            <a:schemeClr val="dk1"/>
          </a:fontRef>
        </p:style>
        <p:txBody>
          <a:bodyPr wrap="square" lIns="216000" tIns="216000" bIns="216000"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dirty="0">
                <a:ln>
                  <a:noFill/>
                </a:ln>
                <a:solidFill>
                  <a:srgbClr val="FF0000"/>
                </a:solidFill>
                <a:effectLst/>
                <a:uLnTx/>
                <a:uFillTx/>
                <a:latin typeface="Consolas" panose="020B0609020204030204" pitchFamily="49" charset="0"/>
                <a:ea typeface="仿宋" panose="02010609060101010101" pitchFamily="49" charset="-122"/>
                <a:cs typeface="Consolas" panose="020B0609020204030204" pitchFamily="49" charset="0"/>
              </a:rPr>
              <a:t>void main()</a:t>
            </a:r>
            <a:endParaRPr kumimoji="0" lang="zh-CN" altLang="zh-CN" sz="1800" b="1" i="0" u="none" strike="noStrike" kern="1200" cap="none" spc="0" normalizeH="0" baseline="0" noProof="0" dirty="0">
              <a:ln>
                <a:noFill/>
              </a:ln>
              <a:solidFill>
                <a:srgbClr val="FF0000"/>
              </a:solidFill>
              <a:effectLst/>
              <a:uLnTx/>
              <a:uFillTx/>
              <a:latin typeface="Consolas" panose="020B0609020204030204" pitchFamily="49" charset="0"/>
              <a:ea typeface="仿宋" panose="02010609060101010101" pitchFamily="49" charset="-122"/>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  </a:t>
            </a:r>
            <a:r>
              <a:rPr kumimoji="0" lang="en-US" altLang="zh-CN" sz="1800" b="1" i="0" u="none" strike="noStrike" kern="1200" cap="none" spc="0" normalizeH="0" baseline="0" noProof="0" dirty="0" err="1">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printf</a:t>
            </a:r>
            <a:r>
              <a:rPr kumimoji="0" lang="en-US"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a:t>
            </a:r>
            <a:r>
              <a:rPr kumimoji="0" lang="zh-CN"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求解过程</a:t>
            </a:r>
            <a:r>
              <a:rPr kumimoji="0" lang="en-US"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\n");</a:t>
            </a:r>
            <a:endParaRPr kumimoji="0" lang="zh-CN"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   for (int </a:t>
            </a:r>
            <a:r>
              <a:rPr kumimoji="0" lang="en-US" altLang="zh-CN" sz="1800" b="1" i="0" u="none" strike="noStrike" kern="1200" cap="none" spc="0" normalizeH="0" baseline="0" noProof="0" dirty="0" err="1">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i</a:t>
            </a:r>
            <a:r>
              <a:rPr kumimoji="0" lang="en-US"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=1;i&lt;=</a:t>
            </a:r>
            <a:r>
              <a:rPr kumimoji="0" lang="en-US" altLang="zh-CN" sz="1800" b="1" i="0" u="none" strike="noStrike" kern="1200" cap="none" spc="0" normalizeH="0" baseline="0" noProof="0" dirty="0" err="1">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n;i</a:t>
            </a:r>
            <a:r>
              <a:rPr kumimoji="0" lang="en-US"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		//</a:t>
            </a:r>
            <a:r>
              <a:rPr kumimoji="0" lang="zh-CN"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求</a:t>
            </a:r>
            <a:r>
              <a:rPr kumimoji="0" lang="en-US"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v/w</a:t>
            </a:r>
            <a:endParaRPr kumimoji="0" lang="zh-CN"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     A[</a:t>
            </a:r>
            <a:r>
              <a:rPr kumimoji="0" lang="en-US" altLang="zh-CN" sz="1800" b="1" i="0" u="none" strike="noStrike" kern="1200" cap="none" spc="0" normalizeH="0" baseline="0" noProof="0" dirty="0" err="1">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i</a:t>
            </a:r>
            <a:r>
              <a:rPr kumimoji="0" lang="en-US"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].p=A[</a:t>
            </a:r>
            <a:r>
              <a:rPr kumimoji="0" lang="en-US" altLang="zh-CN" sz="1800" b="1" i="0" u="none" strike="noStrike" kern="1200" cap="none" spc="0" normalizeH="0" baseline="0" noProof="0" dirty="0" err="1">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i</a:t>
            </a:r>
            <a:r>
              <a:rPr kumimoji="0" lang="en-US"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].v/A[</a:t>
            </a:r>
            <a:r>
              <a:rPr kumimoji="0" lang="en-US" altLang="zh-CN" sz="1800" b="1" i="0" u="none" strike="noStrike" kern="1200" cap="none" spc="0" normalizeH="0" baseline="0" noProof="0" dirty="0" err="1">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i</a:t>
            </a:r>
            <a:r>
              <a:rPr kumimoji="0" lang="en-US"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].w;</a:t>
            </a:r>
            <a:endParaRPr kumimoji="0" lang="zh-CN"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   </a:t>
            </a:r>
            <a:r>
              <a:rPr kumimoji="0" lang="en-US" altLang="zh-CN" sz="1800" b="1" i="0" u="none" strike="noStrike" kern="1200" cap="none" spc="0" normalizeH="0" baseline="0" noProof="0" dirty="0" err="1">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printf</a:t>
            </a:r>
            <a:r>
              <a:rPr kumimoji="0" lang="en-US"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("(1)</a:t>
            </a:r>
            <a:r>
              <a:rPr kumimoji="0" lang="zh-CN"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排序前</a:t>
            </a:r>
            <a:r>
              <a:rPr kumimoji="0" lang="en-US"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\n");</a:t>
            </a:r>
            <a:r>
              <a:rPr kumimoji="0" lang="en-US" altLang="zh-CN" sz="1800" b="1" i="0" u="none" strike="noStrike" kern="1200" cap="none" spc="0" normalizeH="0" baseline="0" noProof="0" dirty="0" err="1">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dispA</a:t>
            </a:r>
            <a:r>
              <a:rPr kumimoji="0" lang="en-US"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a:t>
            </a:r>
            <a:endParaRPr kumimoji="0" lang="zh-CN"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endParaRPr>
          </a:p>
          <a:p>
            <a:pPr marL="0" marR="0" lvl="0" indent="0" algn="l" defTabSz="914400" rtl="0" eaLnBrk="1" fontAlgn="base" latinLnBrk="0" hangingPunct="1">
              <a:lnSpc>
                <a:spcPct val="150000"/>
              </a:lnSpc>
              <a:spcBef>
                <a:spcPct val="0"/>
              </a:spcBef>
              <a:spcAft>
                <a:spcPct val="0"/>
              </a:spcAft>
              <a:buClrTx/>
              <a:buSzTx/>
              <a:buFontTx/>
              <a:buNone/>
              <a:defRPr/>
            </a:pPr>
            <a:r>
              <a:rPr kumimoji="0" lang="en-US" altLang="zh-CN" sz="1800" b="1" i="0" u="none" strike="noStrike" kern="1200" cap="none" spc="0" normalizeH="0" baseline="0" noProof="0" dirty="0">
                <a:ln>
                  <a:noFill/>
                </a:ln>
                <a:solidFill>
                  <a:srgbClr val="FF0000"/>
                </a:solidFill>
                <a:effectLst/>
                <a:uLnTx/>
                <a:uFillTx/>
                <a:latin typeface="Consolas" panose="020B0609020204030204" pitchFamily="49" charset="0"/>
                <a:ea typeface="仿宋" panose="02010609060101010101" pitchFamily="49" charset="-122"/>
                <a:cs typeface="Consolas" panose="020B0609020204030204" pitchFamily="49" charset="0"/>
              </a:rPr>
              <a:t>   sort(A+1,A+n+1);	</a:t>
            </a:r>
            <a:r>
              <a:rPr kumimoji="0" lang="en-US"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		//A[1..n]</a:t>
            </a:r>
            <a:r>
              <a:rPr kumimoji="0" lang="zh-CN"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排序</a:t>
            </a:r>
          </a:p>
          <a:p>
            <a:pPr marL="0" marR="0" lvl="0" indent="0" algn="l" defTabSz="914400" rtl="0" eaLnBrk="1" fontAlgn="base" latinLnBrk="0" hangingPunct="1">
              <a:lnSpc>
                <a:spcPct val="150000"/>
              </a:lnSpc>
              <a:spcBef>
                <a:spcPct val="0"/>
              </a:spcBef>
              <a:spcAft>
                <a:spcPct val="0"/>
              </a:spcAft>
              <a:buClrTx/>
              <a:buSzTx/>
              <a:buFontTx/>
              <a:buNone/>
              <a:defRPr/>
            </a:pPr>
            <a:r>
              <a:rPr kumimoji="0" lang="en-US"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   </a:t>
            </a:r>
            <a:r>
              <a:rPr kumimoji="0" lang="en-US" altLang="zh-CN" sz="1800" b="1" i="0" u="none" strike="noStrike" kern="1200" cap="none" spc="0" normalizeH="0" baseline="0" noProof="0" dirty="0" err="1">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printf</a:t>
            </a:r>
            <a:r>
              <a:rPr kumimoji="0" lang="en-US"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("(2)</a:t>
            </a:r>
            <a:r>
              <a:rPr kumimoji="0" lang="zh-CN"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排序后</a:t>
            </a:r>
            <a:r>
              <a:rPr kumimoji="0" lang="en-US"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\n"); </a:t>
            </a:r>
            <a:r>
              <a:rPr kumimoji="0" lang="en-US" altLang="zh-CN" sz="1800" b="1" i="0" u="none" strike="noStrike" kern="1200" cap="none" spc="0" normalizeH="0" baseline="0" noProof="0" dirty="0" err="1">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dispA</a:t>
            </a:r>
            <a:r>
              <a:rPr kumimoji="0" lang="en-US"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a:t>
            </a:r>
            <a:endParaRPr kumimoji="0" lang="zh-CN"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endParaRPr>
          </a:p>
          <a:p>
            <a:pPr marL="0" marR="0" lvl="0" indent="0" algn="l" defTabSz="914400" rtl="0" eaLnBrk="1" fontAlgn="base" latinLnBrk="0" hangingPunct="1">
              <a:lnSpc>
                <a:spcPct val="150000"/>
              </a:lnSpc>
              <a:spcBef>
                <a:spcPct val="0"/>
              </a:spcBef>
              <a:spcAft>
                <a:spcPct val="0"/>
              </a:spcAft>
              <a:buClrTx/>
              <a:buSzTx/>
              <a:buFontTx/>
              <a:buNone/>
              <a:defRPr/>
            </a:pPr>
            <a:r>
              <a:rPr kumimoji="0" lang="en-US"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   </a:t>
            </a:r>
            <a:r>
              <a:rPr kumimoji="0" lang="en-US" altLang="zh-CN" sz="1800" b="1" i="0" u="none" strike="noStrike" kern="1200" cap="none" spc="0" normalizeH="0" baseline="0" noProof="0" dirty="0">
                <a:ln>
                  <a:noFill/>
                </a:ln>
                <a:solidFill>
                  <a:srgbClr val="FF0000"/>
                </a:solidFill>
                <a:effectLst/>
                <a:uLnTx/>
                <a:uFillTx/>
                <a:latin typeface="Consolas" panose="020B0609020204030204" pitchFamily="49" charset="0"/>
                <a:ea typeface="仿宋" panose="02010609060101010101" pitchFamily="49" charset="-122"/>
                <a:cs typeface="Consolas" panose="020B0609020204030204" pitchFamily="49" charset="0"/>
              </a:rPr>
              <a:t>Knap();</a:t>
            </a:r>
            <a:endParaRPr kumimoji="0" lang="zh-CN" altLang="zh-CN" sz="1800" b="1" i="0" u="none" strike="noStrike" kern="1200" cap="none" spc="0" normalizeH="0" baseline="0" noProof="0" dirty="0">
              <a:ln>
                <a:noFill/>
              </a:ln>
              <a:solidFill>
                <a:srgbClr val="FF0000"/>
              </a:solidFill>
              <a:effectLst/>
              <a:uLnTx/>
              <a:uFillTx/>
              <a:latin typeface="Consolas" panose="020B0609020204030204" pitchFamily="49" charset="0"/>
              <a:ea typeface="仿宋" panose="02010609060101010101" pitchFamily="49" charset="-122"/>
              <a:cs typeface="Consolas" panose="020B0609020204030204" pitchFamily="49" charset="0"/>
            </a:endParaRPr>
          </a:p>
          <a:p>
            <a:pPr marL="0" marR="0" lvl="0" indent="0" algn="l" defTabSz="914400" rtl="0" eaLnBrk="1" fontAlgn="base" latinLnBrk="0" hangingPunct="1">
              <a:lnSpc>
                <a:spcPct val="150000"/>
              </a:lnSpc>
              <a:spcBef>
                <a:spcPct val="0"/>
              </a:spcBef>
              <a:spcAft>
                <a:spcPct val="0"/>
              </a:spcAft>
              <a:buClrTx/>
              <a:buSzTx/>
              <a:buFontTx/>
              <a:buNone/>
              <a:defRPr/>
            </a:pPr>
            <a:r>
              <a:rPr kumimoji="0" lang="en-US"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   </a:t>
            </a:r>
            <a:r>
              <a:rPr kumimoji="0" lang="en-US" altLang="zh-CN" sz="1800" b="1" i="0" u="none" strike="noStrike" kern="1200" cap="none" spc="0" normalizeH="0" baseline="0" noProof="0" dirty="0" err="1">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printf</a:t>
            </a:r>
            <a:r>
              <a:rPr kumimoji="0" lang="en-US"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("(3)</a:t>
            </a:r>
            <a:r>
              <a:rPr kumimoji="0" lang="zh-CN"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求解结果</a:t>
            </a:r>
            <a:r>
              <a:rPr kumimoji="0" lang="en-US"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\n");		//</a:t>
            </a:r>
            <a:r>
              <a:rPr kumimoji="0" lang="zh-CN"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输出结果</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   </a:t>
            </a:r>
            <a:r>
              <a:rPr kumimoji="0" lang="en-US" altLang="zh-CN" sz="1800" b="1" i="0" u="none" strike="noStrike" kern="1200" cap="none" spc="0" normalizeH="0" baseline="0" noProof="0" dirty="0" err="1">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printf</a:t>
            </a:r>
            <a:r>
              <a:rPr kumimoji="0" lang="en-US"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    x: [");</a:t>
            </a:r>
            <a:endParaRPr kumimoji="0" lang="zh-CN"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   for (int j=1;j&lt;=</a:t>
            </a:r>
            <a:r>
              <a:rPr kumimoji="0" lang="en-US" altLang="zh-CN" sz="1800" b="1" i="0" u="none" strike="noStrike" kern="1200" cap="none" spc="0" normalizeH="0" baseline="0" noProof="0" dirty="0" err="1">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n;j</a:t>
            </a:r>
            <a:r>
              <a:rPr kumimoji="0" lang="en-US"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a:t>
            </a:r>
            <a:endParaRPr kumimoji="0" lang="zh-CN"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      </a:t>
            </a:r>
            <a:r>
              <a:rPr kumimoji="0" lang="en-US" altLang="zh-CN" sz="1800" b="1" i="0" u="none" strike="noStrike" kern="1200" cap="none" spc="0" normalizeH="0" baseline="0" noProof="0" dirty="0" err="1">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printf</a:t>
            </a:r>
            <a:r>
              <a:rPr kumimoji="0" lang="en-US"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("%g, ",x[j]);</a:t>
            </a:r>
            <a:endParaRPr kumimoji="0" lang="zh-CN"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   </a:t>
            </a:r>
            <a:r>
              <a:rPr kumimoji="0" lang="en-US" altLang="zh-CN" sz="1800" b="1" i="0" u="none" strike="noStrike" kern="1200" cap="none" spc="0" normalizeH="0" baseline="0" noProof="0" dirty="0" err="1">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printf</a:t>
            </a:r>
            <a:r>
              <a:rPr kumimoji="0" lang="en-US"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("%g]\</a:t>
            </a:r>
            <a:r>
              <a:rPr kumimoji="0" lang="en-US" altLang="zh-CN" sz="1800" b="1" i="0" u="none" strike="noStrike" kern="1200" cap="none" spc="0" normalizeH="0" baseline="0" noProof="0" dirty="0" err="1">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n",x</a:t>
            </a:r>
            <a:r>
              <a:rPr kumimoji="0" lang="en-US"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[n]);</a:t>
            </a:r>
            <a:endParaRPr kumimoji="0" lang="zh-CN"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   </a:t>
            </a:r>
            <a:r>
              <a:rPr kumimoji="0" lang="en-US" altLang="zh-CN" sz="1800" b="1" i="0" u="none" strike="noStrike" kern="1200" cap="none" spc="0" normalizeH="0" baseline="0" noProof="0" dirty="0" err="1">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printf</a:t>
            </a:r>
            <a:r>
              <a:rPr kumimoji="0" lang="en-US"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    </a:t>
            </a:r>
            <a:r>
              <a:rPr kumimoji="0" lang="zh-CN"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总价值</a:t>
            </a:r>
            <a:r>
              <a:rPr kumimoji="0" lang="en-US"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=%g\</a:t>
            </a:r>
            <a:r>
              <a:rPr kumimoji="0" lang="en-US" altLang="zh-CN" sz="1800" b="1" i="0" u="none" strike="noStrike" kern="1200" cap="none" spc="0" normalizeH="0" baseline="0" noProof="0" dirty="0" err="1">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n",V</a:t>
            </a:r>
            <a:r>
              <a:rPr kumimoji="0" lang="en-US"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a:t>
            </a:r>
            <a:endParaRPr kumimoji="0" lang="zh-CN"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rPr>
              <a:t>}</a:t>
            </a:r>
            <a:endParaRPr kumimoji="0" lang="zh-CN" altLang="zh-CN" sz="1800" b="1" i="0" u="none" strike="noStrike" kern="1200" cap="none" spc="0" normalizeH="0" baseline="0" noProof="0" dirty="0">
              <a:ln>
                <a:noFill/>
              </a:ln>
              <a:solidFill>
                <a:srgbClr val="0000FF"/>
              </a:solidFill>
              <a:effectLst/>
              <a:uLnTx/>
              <a:uFillTx/>
              <a:latin typeface="Consolas" panose="020B0609020204030204" pitchFamily="49" charset="0"/>
              <a:ea typeface="仿宋" panose="02010609060101010101" pitchFamily="49" charset="-122"/>
              <a:cs typeface="Consolas" panose="020B0609020204030204" pitchFamily="49" charset="0"/>
            </a:endParaRPr>
          </a:p>
        </p:txBody>
      </p:sp>
    </p:spTree>
  </p:cSld>
  <p:clrMapOvr>
    <a:overrideClrMapping bg1="lt1" tx1="dk1" bg2="lt2" tx2="dk2" accent1="accent1" accent2="accent2" accent3="accent3" accent4="accent4" accent5="accent5" accent6="accent6" hlink="hlink" folHlink="folHlink"/>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173058" name="Text Box 2"/>
          <p:cNvSpPr txBox="1">
            <a:spLocks noChangeArrowheads="1"/>
          </p:cNvSpPr>
          <p:nvPr/>
        </p:nvSpPr>
        <p:spPr bwMode="auto">
          <a:xfrm>
            <a:off x="696595" y="1187450"/>
            <a:ext cx="7735570" cy="1103572"/>
          </a:xfrm>
          <a:prstGeom prst="rect">
            <a:avLst/>
          </a:prstGeom>
          <a:noFill/>
          <a:ln w="9525">
            <a:noFill/>
            <a:miter lim="800000"/>
          </a:ln>
          <a:effectLst/>
        </p:spPr>
        <p:txBody>
          <a:bodyPr wrap="square">
            <a:spAutoFit/>
          </a:bodyPr>
          <a:lstStyle/>
          <a:p>
            <a:pPr marL="0" marR="0" lvl="0" indent="0" algn="l" defTabSz="914400" rtl="0" eaLnBrk="1" fontAlgn="base" latinLnBrk="0" hangingPunct="1">
              <a:lnSpc>
                <a:spcPct val="150000"/>
              </a:lnSpc>
              <a:spcBef>
                <a:spcPct val="50000"/>
              </a:spcBef>
              <a:spcAft>
                <a:spcPct val="0"/>
              </a:spcAft>
              <a:buClrTx/>
              <a:buSzTx/>
              <a:buFontTx/>
              <a:buNone/>
              <a:defRPr/>
            </a:pPr>
            <a:r>
              <a:rPr kumimoji="0" lang="zh-CN" altLang="en-US" sz="2300" i="0" u="none" strike="noStrike" kern="1200" cap="none" spc="0" normalizeH="0" baseline="0" noProof="0" dirty="0">
                <a:ln>
                  <a:noFill/>
                </a:ln>
                <a:solidFill>
                  <a:srgbClr val="0033CC"/>
                </a:solidFill>
                <a:effectLst/>
                <a:uLnTx/>
                <a:uFillTx/>
                <a:latin typeface="微软雅黑" panose="020B0503020204020204" charset="-122"/>
                <a:ea typeface="微软雅黑" panose="020B0503020204020204" charset="-122"/>
                <a:cs typeface="微软雅黑" panose="020B0503020204020204" charset="-122"/>
              </a:rPr>
              <a:t>　　</a:t>
            </a:r>
            <a:r>
              <a:rPr kumimoji="0" lang="en-US" altLang="zh-CN" sz="2300" b="1" i="0" u="none" strike="noStrike" kern="120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zh-CN" altLang="en-US" sz="2300" b="1" i="0" u="none" strike="noStrike" kern="120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cs typeface="微软雅黑" panose="020B0503020204020204" charset="-122"/>
              </a:rPr>
              <a:t>算法分析</a:t>
            </a:r>
            <a:r>
              <a:rPr kumimoji="0" lang="en-US" altLang="zh-CN" sz="2300" b="1" i="0" u="none" strike="noStrike" kern="120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zh-CN" altLang="en-US"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排序的时间复杂性为</a:t>
            </a:r>
            <a:r>
              <a:rPr kumimoji="0" lang="en-US"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O(</a:t>
            </a:r>
            <a:r>
              <a:rPr kumimoji="0" lang="en-US" altLang="zh-CN" sz="2300" b="1" i="1"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n</a:t>
            </a:r>
            <a:r>
              <a:rPr kumimoji="0" lang="en-US"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log</a:t>
            </a:r>
            <a:r>
              <a:rPr kumimoji="0" lang="en-US" altLang="zh-CN" sz="2300" b="1" i="0" u="none" strike="noStrike" kern="1200" cap="none" spc="0" normalizeH="0" baseline="-2500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2</a:t>
            </a:r>
            <a:r>
              <a:rPr kumimoji="0" lang="en-US" altLang="zh-CN" sz="2300" b="1" i="1"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n</a:t>
            </a:r>
            <a:r>
              <a:rPr kumimoji="0" lang="en-US"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zh-CN" altLang="en-US"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en-US"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while</a:t>
            </a:r>
            <a:r>
              <a:rPr kumimoji="0" lang="zh-CN" altLang="en-US"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循环的时间为</a:t>
            </a:r>
            <a:r>
              <a:rPr kumimoji="0" lang="en-US"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O(</a:t>
            </a:r>
            <a:r>
              <a:rPr kumimoji="0" lang="en-US" altLang="zh-CN" sz="2300" b="1" i="1"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n</a:t>
            </a:r>
            <a:r>
              <a:rPr kumimoji="0" lang="en-US"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zh-CN" altLang="en-US"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，所以本算法的时间复杂度为</a:t>
            </a:r>
            <a:r>
              <a:rPr kumimoji="0" lang="en-US"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O(</a:t>
            </a:r>
            <a:r>
              <a:rPr kumimoji="0" lang="en-US" altLang="zh-CN" sz="2300" b="1" i="1" u="none" strike="noStrike" kern="1200" cap="none" spc="0" normalizeH="0" baseline="0" noProof="0" dirty="0" err="1">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n</a:t>
            </a:r>
            <a:r>
              <a:rPr kumimoji="0" lang="en-US" altLang="zh-CN" sz="2300" b="1" i="0" u="none" strike="noStrike" kern="1200" cap="none" spc="0" normalizeH="0" baseline="0" noProof="0" dirty="0" err="1">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log</a:t>
            </a:r>
            <a:r>
              <a:rPr kumimoji="0" lang="en-US" altLang="zh-CN" sz="2300" b="1" i="0" u="none" strike="noStrike" kern="1200" cap="none" spc="0" normalizeH="0" baseline="-25000" noProof="0" dirty="0" err="1">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2</a:t>
            </a:r>
            <a:r>
              <a:rPr kumimoji="0" lang="en-US" altLang="zh-CN" sz="2300" b="1" i="1" u="none" strike="noStrike" kern="1200" cap="none" spc="0" normalizeH="0" baseline="0" noProof="0" dirty="0" err="1">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n</a:t>
            </a:r>
            <a:r>
              <a:rPr kumimoji="0" lang="en-US" altLang="zh-CN"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r>
              <a:rPr kumimoji="0" lang="zh-CN" altLang="en-US" sz="23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微软雅黑" panose="020B0503020204020204" charset="-122"/>
              </a:rPr>
              <a:t>。</a:t>
            </a:r>
          </a:p>
        </p:txBody>
      </p:sp>
    </p:spTree>
  </p:cSld>
  <p:clrMapOvr>
    <a:overrideClrMapping bg1="lt1" tx1="dk1" bg2="lt2" tx2="dk2" accent1="accent1" accent2="accent2" accent3="accent3" accent4="accent4" accent5="accent5" accent6="accent6" hlink="hlink" folHlink="folHlink"/>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172035" name="Text Box 3"/>
          <p:cNvSpPr txBox="1">
            <a:spLocks noChangeArrowheads="1"/>
          </p:cNvSpPr>
          <p:nvPr/>
        </p:nvSpPr>
        <p:spPr bwMode="auto">
          <a:xfrm>
            <a:off x="845820" y="1218267"/>
            <a:ext cx="7920038" cy="3984625"/>
          </a:xfrm>
          <a:prstGeom prst="rect">
            <a:avLst/>
          </a:prstGeom>
          <a:noFill/>
          <a:ln w="9525">
            <a:noFill/>
            <a:miter lim="800000"/>
          </a:ln>
          <a:effectLst/>
        </p:spPr>
        <p:txBody>
          <a:bodyPr>
            <a:spAutoFit/>
          </a:bodyPr>
          <a:lstStyle/>
          <a:p>
            <a:pPr>
              <a:lnSpc>
                <a:spcPct val="150000"/>
              </a:lnSpc>
              <a:spcBef>
                <a:spcPct val="50000"/>
              </a:spcBef>
            </a:pPr>
            <a:r>
              <a:rPr lang="zh-CN" altLang="en-US" sz="2300" b="1" dirty="0">
                <a:solidFill>
                  <a:srgbClr val="0000FF"/>
                </a:solidFill>
                <a:latin typeface="微软雅黑" panose="020B0503020204020204" charset="-122"/>
                <a:ea typeface="微软雅黑" panose="020B0503020204020204" charset="-122"/>
                <a:cs typeface="微软雅黑" panose="020B0503020204020204" charset="-122"/>
              </a:rPr>
              <a:t>　</a:t>
            </a:r>
            <a:r>
              <a:rPr lang="zh-CN" altLang="en-US" sz="2300" dirty="0">
                <a:solidFill>
                  <a:srgbClr val="0000FF"/>
                </a:solidFill>
                <a:latin typeface="微软雅黑" panose="020B0503020204020204" charset="-122"/>
                <a:ea typeface="微软雅黑" panose="020B0503020204020204" charset="-122"/>
                <a:cs typeface="微软雅黑" panose="020B0503020204020204" charset="-122"/>
              </a:rPr>
              <a:t>　</a:t>
            </a:r>
            <a:r>
              <a:rPr lang="en-US" altLang="zh-CN" sz="2300" b="1" dirty="0">
                <a:solidFill>
                  <a:srgbClr val="FF0000"/>
                </a:solidFill>
                <a:latin typeface="华文楷体" panose="02010600040101010101" pitchFamily="2" charset="-122"/>
                <a:ea typeface="华文楷体" panose="02010600040101010101" pitchFamily="2" charset="-122"/>
                <a:cs typeface="微软雅黑" panose="020B0503020204020204" charset="-122"/>
              </a:rPr>
              <a:t>【</a:t>
            </a:r>
            <a:r>
              <a:rPr lang="zh-CN" altLang="en-US" sz="2300" b="1" dirty="0">
                <a:solidFill>
                  <a:srgbClr val="FF0000"/>
                </a:solidFill>
                <a:latin typeface="华文楷体" panose="02010600040101010101" pitchFamily="2" charset="-122"/>
                <a:ea typeface="华文楷体" panose="02010600040101010101" pitchFamily="2" charset="-122"/>
                <a:cs typeface="微软雅黑" panose="020B0503020204020204" charset="-122"/>
              </a:rPr>
              <a:t>问题描述</a:t>
            </a:r>
            <a:r>
              <a:rPr lang="en-US" altLang="zh-CN" sz="2300" b="1" dirty="0">
                <a:solidFill>
                  <a:srgbClr val="FF0000"/>
                </a:solidFill>
                <a:latin typeface="华文楷体" panose="02010600040101010101" pitchFamily="2" charset="-122"/>
                <a:ea typeface="华文楷体" panose="02010600040101010101" pitchFamily="2" charset="-122"/>
                <a:cs typeface="微软雅黑" panose="020B0503020204020204" charset="-122"/>
              </a:rPr>
              <a:t>】</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设有</a:t>
            </a:r>
            <a:r>
              <a:rPr lang="en-US" altLang="zh-CN" sz="2300" b="1" i="1" dirty="0">
                <a:solidFill>
                  <a:srgbClr val="0000FF"/>
                </a:solidFill>
                <a:latin typeface="华文楷体" panose="02010600040101010101" pitchFamily="2" charset="-122"/>
                <a:ea typeface="华文楷体" panose="02010600040101010101" pitchFamily="2" charset="-122"/>
                <a:cs typeface="微软雅黑" panose="020B0503020204020204" charset="-122"/>
              </a:rPr>
              <a:t>n</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个独立的作业</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{1</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2</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i="1" dirty="0">
                <a:solidFill>
                  <a:srgbClr val="0000FF"/>
                </a:solidFill>
                <a:latin typeface="华文楷体" panose="02010600040101010101" pitchFamily="2" charset="-122"/>
                <a:ea typeface="华文楷体" panose="02010600040101010101" pitchFamily="2" charset="-122"/>
                <a:cs typeface="微软雅黑" panose="020B0503020204020204" charset="-122"/>
              </a:rPr>
              <a:t>n</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，由</a:t>
            </a:r>
            <a:r>
              <a:rPr lang="en-US" altLang="zh-CN" sz="2300" b="1" i="1" dirty="0">
                <a:solidFill>
                  <a:srgbClr val="0000FF"/>
                </a:solidFill>
                <a:latin typeface="华文楷体" panose="02010600040101010101" pitchFamily="2" charset="-122"/>
                <a:ea typeface="华文楷体" panose="02010600040101010101" pitchFamily="2" charset="-122"/>
                <a:cs typeface="微软雅黑" panose="020B0503020204020204" charset="-122"/>
              </a:rPr>
              <a:t>m</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台相同的机器</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{1</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2</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 …</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i="1" dirty="0">
                <a:solidFill>
                  <a:srgbClr val="0000FF"/>
                </a:solidFill>
                <a:latin typeface="华文楷体" panose="02010600040101010101" pitchFamily="2" charset="-122"/>
                <a:ea typeface="华文楷体" panose="02010600040101010101" pitchFamily="2" charset="-122"/>
                <a:cs typeface="微软雅黑" panose="020B0503020204020204" charset="-122"/>
              </a:rPr>
              <a:t>m</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进行加工处理，作业</a:t>
            </a:r>
            <a:r>
              <a:rPr lang="en-US" altLang="zh-CN" sz="2300" b="1" dirty="0" err="1">
                <a:solidFill>
                  <a:srgbClr val="0000FF"/>
                </a:solidFill>
                <a:latin typeface="华文楷体" panose="02010600040101010101" pitchFamily="2" charset="-122"/>
                <a:ea typeface="华文楷体" panose="02010600040101010101" pitchFamily="2" charset="-122"/>
                <a:cs typeface="微软雅黑" panose="020B0503020204020204" charset="-122"/>
              </a:rPr>
              <a:t>i</a:t>
            </a:r>
            <a:r>
              <a:rPr lang="en-US" altLang="zh-CN" sz="2300" b="1" i="1" dirty="0">
                <a:solidFill>
                  <a:srgbClr val="0000FF"/>
                </a:solidFill>
                <a:latin typeface="华文楷体" panose="02010600040101010101" pitchFamily="2" charset="-122"/>
                <a:ea typeface="华文楷体" panose="02010600040101010101" pitchFamily="2" charset="-122"/>
                <a:cs typeface="微软雅黑" panose="020B0503020204020204" charset="-122"/>
              </a:rPr>
              <a:t> </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所需的处理时间为</a:t>
            </a:r>
            <a:r>
              <a:rPr lang="en-US" altLang="zh-CN" sz="2300" b="1" i="1" dirty="0" err="1">
                <a:solidFill>
                  <a:srgbClr val="0000FF"/>
                </a:solidFill>
                <a:latin typeface="华文楷体" panose="02010600040101010101" pitchFamily="2" charset="-122"/>
                <a:ea typeface="华文楷体" panose="02010600040101010101" pitchFamily="2" charset="-122"/>
                <a:cs typeface="微软雅黑" panose="020B0503020204020204" charset="-122"/>
              </a:rPr>
              <a:t>t</a:t>
            </a:r>
            <a:r>
              <a:rPr lang="en-US" altLang="zh-CN" sz="2300" b="1" i="1" baseline="-25000" dirty="0" err="1">
                <a:solidFill>
                  <a:srgbClr val="0000FF"/>
                </a:solidFill>
                <a:latin typeface="华文楷体" panose="02010600040101010101" pitchFamily="2" charset="-122"/>
                <a:ea typeface="华文楷体" panose="02010600040101010101" pitchFamily="2" charset="-122"/>
                <a:cs typeface="微软雅黑" panose="020B0503020204020204" charset="-122"/>
              </a:rPr>
              <a:t>i</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1≤</a:t>
            </a:r>
            <a:r>
              <a:rPr lang="en-US" altLang="zh-CN" sz="2300" b="1" i="1" dirty="0">
                <a:solidFill>
                  <a:srgbClr val="0000FF"/>
                </a:solidFill>
                <a:latin typeface="华文楷体" panose="02010600040101010101" pitchFamily="2" charset="-122"/>
                <a:ea typeface="华文楷体" panose="02010600040101010101" pitchFamily="2" charset="-122"/>
                <a:cs typeface="微软雅黑" panose="020B0503020204020204" charset="-122"/>
              </a:rPr>
              <a:t>i</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i="1" dirty="0">
                <a:solidFill>
                  <a:srgbClr val="0000FF"/>
                </a:solidFill>
                <a:latin typeface="华文楷体" panose="02010600040101010101" pitchFamily="2" charset="-122"/>
                <a:ea typeface="华文楷体" panose="02010600040101010101" pitchFamily="2" charset="-122"/>
                <a:cs typeface="微软雅黑" panose="020B0503020204020204" charset="-122"/>
              </a:rPr>
              <a:t>n</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），每个作业均可在任何一台机器上加工处理，但未完工前不允许中断，任何作业也不能拆分成更小的子作业。</a:t>
            </a:r>
          </a:p>
          <a:p>
            <a:pPr>
              <a:lnSpc>
                <a:spcPct val="150000"/>
              </a:lnSpc>
              <a:spcBef>
                <a:spcPct val="50000"/>
              </a:spcBef>
            </a:pP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　　多机调度问题要求给出一种作业调度方案，使所给的</a:t>
            </a:r>
            <a:r>
              <a:rPr lang="en-US" altLang="zh-CN" sz="2300" b="1" i="1" dirty="0">
                <a:solidFill>
                  <a:srgbClr val="0000FF"/>
                </a:solidFill>
                <a:latin typeface="华文楷体" panose="02010600040101010101" pitchFamily="2" charset="-122"/>
                <a:ea typeface="华文楷体" panose="02010600040101010101" pitchFamily="2" charset="-122"/>
                <a:cs typeface="微软雅黑" panose="020B0503020204020204" charset="-122"/>
              </a:rPr>
              <a:t>n</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个作业在尽可能短的时间内由</a:t>
            </a:r>
            <a:r>
              <a:rPr lang="en-US" altLang="zh-CN" sz="2300" b="1" i="1" dirty="0">
                <a:solidFill>
                  <a:srgbClr val="0000FF"/>
                </a:solidFill>
                <a:latin typeface="华文楷体" panose="02010600040101010101" pitchFamily="2" charset="-122"/>
                <a:ea typeface="华文楷体" panose="02010600040101010101" pitchFamily="2" charset="-122"/>
                <a:cs typeface="微软雅黑" panose="020B0503020204020204" charset="-122"/>
              </a:rPr>
              <a:t>m</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台机器加工处理完成。</a:t>
            </a:r>
          </a:p>
        </p:txBody>
      </p:sp>
      <p:sp>
        <p:nvSpPr>
          <p:cNvPr id="2" name="基础扎实 / Strong Preparation">
            <a:extLst>
              <a:ext uri="{FF2B5EF4-FFF2-40B4-BE49-F238E27FC236}">
                <a16:creationId xmlns:a16="http://schemas.microsoft.com/office/drawing/2014/main" id="{27C00D38-F298-CF92-4B1A-245A85B3913A}"/>
              </a:ext>
            </a:extLst>
          </p:cNvPr>
          <p:cNvSpPr txBox="1"/>
          <p:nvPr/>
        </p:nvSpPr>
        <p:spPr>
          <a:xfrm>
            <a:off x="2605230" y="367895"/>
            <a:ext cx="5868878" cy="561530"/>
          </a:xfrm>
          <a:prstGeom prst="rect">
            <a:avLst/>
          </a:prstGeom>
          <a:noFill/>
          <a:ln>
            <a:noFill/>
          </a:ln>
        </p:spPr>
        <p:txBody>
          <a:bodyPr wrap="square" lIns="68533" tIns="34266" rIns="68533" bIns="34266" rtlCol="0">
            <a:spAutoFit/>
          </a:bodyPr>
          <a:lstStyle/>
          <a:p>
            <a:pPr algn="ctr" defTabSz="950405" fontAlgn="auto">
              <a:spcBef>
                <a:spcPts val="0"/>
              </a:spcBef>
              <a:spcAft>
                <a:spcPts val="0"/>
              </a:spcAft>
              <a:buClr>
                <a:prstClr val="white"/>
              </a:buClr>
              <a:defRPr/>
            </a:pPr>
            <a:r>
              <a:rPr lang="en-US" altLang="zh-CN" sz="3199" b="1" spc="50" dirty="0">
                <a:ln w="11430"/>
                <a:solidFill>
                  <a:srgbClr val="006600"/>
                </a:solidFill>
                <a:latin typeface="华文楷体" panose="02010600040101010101" pitchFamily="2" charset="-122"/>
                <a:ea typeface="华文楷体" panose="02010600040101010101" pitchFamily="2" charset="-122"/>
                <a:sym typeface="Arial" panose="020B0604020202020204" pitchFamily="34" charset="0"/>
              </a:rPr>
              <a:t>6</a:t>
            </a:r>
            <a:r>
              <a:rPr lang="zh-CN" altLang="en-US" sz="3199" b="1" spc="50" dirty="0">
                <a:ln w="11430"/>
                <a:solidFill>
                  <a:srgbClr val="006600"/>
                </a:solidFill>
                <a:latin typeface="华文楷体" panose="02010600040101010101" pitchFamily="2" charset="-122"/>
                <a:ea typeface="华文楷体" panose="02010600040101010101" pitchFamily="2" charset="-122"/>
                <a:sym typeface="Arial" panose="020B0604020202020204" pitchFamily="34" charset="0"/>
              </a:rPr>
              <a:t>.</a:t>
            </a:r>
            <a:r>
              <a:rPr lang="en-US" altLang="zh-CN" sz="3199" b="1" spc="50" dirty="0">
                <a:ln w="11430"/>
                <a:solidFill>
                  <a:srgbClr val="006600"/>
                </a:solidFill>
                <a:latin typeface="华文楷体" panose="02010600040101010101" pitchFamily="2" charset="-122"/>
                <a:ea typeface="华文楷体" panose="02010600040101010101" pitchFamily="2" charset="-122"/>
                <a:sym typeface="Arial" panose="020B0604020202020204" pitchFamily="34" charset="0"/>
              </a:rPr>
              <a:t>4</a:t>
            </a:r>
            <a:r>
              <a:rPr lang="zh-CN" altLang="en-US" sz="3199" b="1" spc="50" dirty="0">
                <a:ln w="11430"/>
                <a:solidFill>
                  <a:srgbClr val="006600"/>
                </a:solidFill>
                <a:latin typeface="华文楷体" panose="02010600040101010101" pitchFamily="2" charset="-122"/>
                <a:ea typeface="华文楷体" panose="02010600040101010101" pitchFamily="2" charset="-122"/>
                <a:sym typeface="Arial" panose="020B0604020202020204" pitchFamily="34" charset="0"/>
              </a:rPr>
              <a:t> 求解多机调度问题</a:t>
            </a:r>
          </a:p>
        </p:txBody>
      </p:sp>
    </p:spTree>
    <p:extLst>
      <p:ext uri="{BB962C8B-B14F-4D97-AF65-F5344CB8AC3E}">
        <p14:creationId xmlns:p14="http://schemas.microsoft.com/office/powerpoint/2010/main" val="526281192"/>
      </p:ext>
    </p:extLst>
  </p:cSld>
  <p:clrMapOvr>
    <a:overrideClrMapping bg1="lt1" tx1="dk1" bg2="lt2" tx2="dk2" accent1="accent1" accent2="accent2" accent3="accent3" accent4="accent4" accent5="accent5" accent6="accent6" hlink="hlink" folHlink="folHlink"/>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171010" name="Text Box 2"/>
          <p:cNvSpPr txBox="1">
            <a:spLocks noChangeArrowheads="1"/>
          </p:cNvSpPr>
          <p:nvPr/>
        </p:nvSpPr>
        <p:spPr bwMode="auto">
          <a:xfrm>
            <a:off x="1507901" y="1125855"/>
            <a:ext cx="7915910" cy="4606290"/>
          </a:xfrm>
          <a:prstGeom prst="rect">
            <a:avLst/>
          </a:prstGeom>
          <a:solidFill>
            <a:schemeClr val="accent6">
              <a:lumMod val="20000"/>
              <a:lumOff val="80000"/>
            </a:schemeClr>
          </a:solidFill>
          <a:ln w="9525">
            <a:noFill/>
            <a:miter lim="800000"/>
          </a:ln>
          <a:effectLst/>
        </p:spPr>
        <p:txBody>
          <a:bodyPr wrap="square" lIns="144000" tIns="180000" bIns="180000">
            <a:spAutoFit/>
          </a:bodyPr>
          <a:lstStyle/>
          <a:p>
            <a:pPr>
              <a:lnSpc>
                <a:spcPct val="150000"/>
              </a:lnSpc>
            </a:pPr>
            <a:r>
              <a:rPr lang="zh-CN" altLang="en-US" sz="2300" dirty="0">
                <a:solidFill>
                  <a:srgbClr val="0000FF"/>
                </a:solidFill>
                <a:latin typeface="微软雅黑" panose="020B0503020204020204" charset="-122"/>
                <a:ea typeface="微软雅黑" panose="020B0503020204020204" charset="-122"/>
                <a:cs typeface="微软雅黑" panose="020B0503020204020204" charset="-122"/>
              </a:rPr>
              <a:t>　　</a:t>
            </a:r>
            <a:r>
              <a:rPr lang="en-US" altLang="zh-CN" sz="2300" b="1" dirty="0">
                <a:solidFill>
                  <a:srgbClr val="FF0000"/>
                </a:solidFill>
                <a:latin typeface="华文楷体" panose="02010600040101010101" pitchFamily="2" charset="-122"/>
                <a:ea typeface="华文楷体" panose="02010600040101010101" pitchFamily="2" charset="-122"/>
                <a:cs typeface="微软雅黑" panose="020B0503020204020204" charset="-122"/>
              </a:rPr>
              <a:t>【</a:t>
            </a:r>
            <a:r>
              <a:rPr lang="zh-CN" altLang="en-US" sz="2300" b="1" dirty="0">
                <a:solidFill>
                  <a:srgbClr val="FF0000"/>
                </a:solidFill>
                <a:latin typeface="华文楷体" panose="02010600040101010101" pitchFamily="2" charset="-122"/>
                <a:ea typeface="华文楷体" panose="02010600040101010101" pitchFamily="2" charset="-122"/>
                <a:cs typeface="微软雅黑" panose="020B0503020204020204" charset="-122"/>
              </a:rPr>
              <a:t>问题求解</a:t>
            </a:r>
            <a:r>
              <a:rPr lang="en-US" altLang="zh-CN" sz="2300" b="1" dirty="0">
                <a:solidFill>
                  <a:srgbClr val="FF0000"/>
                </a:solidFill>
                <a:latin typeface="华文楷体" panose="02010600040101010101" pitchFamily="2" charset="-122"/>
                <a:ea typeface="华文楷体" panose="02010600040101010101" pitchFamily="2" charset="-122"/>
                <a:cs typeface="微软雅黑" panose="020B0503020204020204" charset="-122"/>
              </a:rPr>
              <a:t>】</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贪心法求解多机调度问题的贪心策略是最长处理时间作业优先，即把处理时间最长的作业分配给最先空闲的机器，这样可以保证处理时间长的作业优先处理，从而在整体上获得尽可能短的处理时间。</a:t>
            </a:r>
          </a:p>
          <a:p>
            <a:pPr>
              <a:lnSpc>
                <a:spcPct val="150000"/>
              </a:lnSpc>
            </a:pP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　　按照最长处理时间作业优先的贪心策略，当</a:t>
            </a:r>
            <a:r>
              <a:rPr lang="en-US" altLang="zh-CN" sz="2300" b="1" i="1" dirty="0" err="1">
                <a:solidFill>
                  <a:srgbClr val="0000FF"/>
                </a:solidFill>
                <a:latin typeface="华文楷体" panose="02010600040101010101" pitchFamily="2" charset="-122"/>
                <a:ea typeface="华文楷体" panose="02010600040101010101" pitchFamily="2" charset="-122"/>
                <a:cs typeface="微软雅黑" panose="020B0503020204020204" charset="-122"/>
              </a:rPr>
              <a:t>m</a:t>
            </a:r>
            <a:r>
              <a:rPr lang="en-US" altLang="zh-CN" sz="2300" b="1" dirty="0" err="1">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i="1" dirty="0" err="1">
                <a:solidFill>
                  <a:srgbClr val="0000FF"/>
                </a:solidFill>
                <a:latin typeface="华文楷体" panose="02010600040101010101" pitchFamily="2" charset="-122"/>
                <a:ea typeface="华文楷体" panose="02010600040101010101" pitchFamily="2" charset="-122"/>
                <a:cs typeface="微软雅黑" panose="020B0503020204020204" charset="-122"/>
              </a:rPr>
              <a:t>n</a:t>
            </a:r>
            <a:r>
              <a:rPr lang="en-US" altLang="zh-CN" sz="2300" b="1" i="1" dirty="0">
                <a:solidFill>
                  <a:srgbClr val="0000FF"/>
                </a:solidFill>
                <a:latin typeface="华文楷体" panose="02010600040101010101" pitchFamily="2" charset="-122"/>
                <a:ea typeface="华文楷体" panose="02010600040101010101" pitchFamily="2" charset="-122"/>
                <a:cs typeface="微软雅黑" panose="020B0503020204020204" charset="-122"/>
              </a:rPr>
              <a:t> </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时，只要将机器</a:t>
            </a:r>
            <a:r>
              <a:rPr lang="en-US" altLang="zh-CN" sz="2300" b="1" dirty="0" err="1">
                <a:solidFill>
                  <a:srgbClr val="0000FF"/>
                </a:solidFill>
                <a:latin typeface="华文楷体" panose="02010600040101010101" pitchFamily="2" charset="-122"/>
                <a:ea typeface="华文楷体" panose="02010600040101010101" pitchFamily="2" charset="-122"/>
                <a:cs typeface="微软雅黑" panose="020B0503020204020204" charset="-122"/>
              </a:rPr>
              <a:t>i</a:t>
            </a:r>
            <a:r>
              <a:rPr lang="en-US" altLang="zh-CN" sz="2300" b="1" i="1" dirty="0">
                <a:solidFill>
                  <a:srgbClr val="0000FF"/>
                </a:solidFill>
                <a:latin typeface="华文楷体" panose="02010600040101010101" pitchFamily="2" charset="-122"/>
                <a:ea typeface="华文楷体" panose="02010600040101010101" pitchFamily="2" charset="-122"/>
                <a:cs typeface="微软雅黑" panose="020B0503020204020204" charset="-122"/>
              </a:rPr>
              <a:t> </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的</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[0</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i="1" dirty="0" err="1">
                <a:solidFill>
                  <a:srgbClr val="0000FF"/>
                </a:solidFill>
                <a:latin typeface="华文楷体" panose="02010600040101010101" pitchFamily="2" charset="-122"/>
                <a:ea typeface="华文楷体" panose="02010600040101010101" pitchFamily="2" charset="-122"/>
                <a:cs typeface="微软雅黑" panose="020B0503020204020204" charset="-122"/>
              </a:rPr>
              <a:t>t</a:t>
            </a:r>
            <a:r>
              <a:rPr lang="en-US" altLang="zh-CN" sz="2300" b="1" i="1" baseline="-25000" dirty="0" err="1">
                <a:solidFill>
                  <a:srgbClr val="0000FF"/>
                </a:solidFill>
                <a:latin typeface="华文楷体" panose="02010600040101010101" pitchFamily="2" charset="-122"/>
                <a:ea typeface="华文楷体" panose="02010600040101010101" pitchFamily="2" charset="-122"/>
                <a:cs typeface="微软雅黑" panose="020B0503020204020204" charset="-122"/>
              </a:rPr>
              <a:t>i</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时间区间分配给作业</a:t>
            </a:r>
            <a:r>
              <a:rPr lang="en-US" altLang="zh-CN" sz="2300" b="1" i="1" dirty="0" err="1">
                <a:solidFill>
                  <a:srgbClr val="0000FF"/>
                </a:solidFill>
                <a:latin typeface="华文楷体" panose="02010600040101010101" pitchFamily="2" charset="-122"/>
                <a:ea typeface="华文楷体" panose="02010600040101010101" pitchFamily="2" charset="-122"/>
                <a:cs typeface="微软雅黑" panose="020B0503020204020204" charset="-122"/>
              </a:rPr>
              <a:t>i</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即可；</a:t>
            </a:r>
          </a:p>
          <a:p>
            <a:pPr>
              <a:lnSpc>
                <a:spcPct val="150000"/>
              </a:lnSpc>
            </a:pP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　　当</a:t>
            </a:r>
            <a:r>
              <a:rPr lang="en-US" altLang="zh-CN" sz="2300" b="1" i="1" dirty="0">
                <a:solidFill>
                  <a:srgbClr val="0000FF"/>
                </a:solidFill>
                <a:latin typeface="华文楷体" panose="02010600040101010101" pitchFamily="2" charset="-122"/>
                <a:ea typeface="华文楷体" panose="02010600040101010101" pitchFamily="2" charset="-122"/>
                <a:cs typeface="微软雅黑" panose="020B0503020204020204" charset="-122"/>
              </a:rPr>
              <a:t>m</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&lt;</a:t>
            </a:r>
            <a:r>
              <a:rPr lang="en-US" altLang="zh-CN" sz="2300" b="1" i="1" dirty="0">
                <a:solidFill>
                  <a:srgbClr val="0000FF"/>
                </a:solidFill>
                <a:latin typeface="华文楷体" panose="02010600040101010101" pitchFamily="2" charset="-122"/>
                <a:ea typeface="华文楷体" panose="02010600040101010101" pitchFamily="2" charset="-122"/>
                <a:cs typeface="微软雅黑" panose="020B0503020204020204" charset="-122"/>
              </a:rPr>
              <a:t>n</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时，首先将</a:t>
            </a:r>
            <a:r>
              <a:rPr lang="en-US" altLang="zh-CN" sz="2300" b="1" i="1" dirty="0">
                <a:solidFill>
                  <a:srgbClr val="0000FF"/>
                </a:solidFill>
                <a:latin typeface="华文楷体" panose="02010600040101010101" pitchFamily="2" charset="-122"/>
                <a:ea typeface="华文楷体" panose="02010600040101010101" pitchFamily="2" charset="-122"/>
                <a:cs typeface="微软雅黑" panose="020B0503020204020204" charset="-122"/>
              </a:rPr>
              <a:t>n</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个作业依其所需的处理时间从大到小排序，然后依此顺序将作业分配给空闲的处理机。</a:t>
            </a:r>
          </a:p>
        </p:txBody>
      </p:sp>
      <p:sp>
        <p:nvSpPr>
          <p:cNvPr id="4" name="标题 1"/>
          <p:cNvSpPr>
            <a:spLocks noGrp="1"/>
          </p:cNvSpPr>
          <p:nvPr/>
        </p:nvSpPr>
        <p:spPr>
          <a:xfrm>
            <a:off x="522515" y="618494"/>
            <a:ext cx="8196613" cy="619189"/>
          </a:xfrm>
          <a:prstGeom prst="rect">
            <a:avLst/>
          </a:prstGeom>
          <a:noFill/>
          <a:ln w="9525">
            <a:noFill/>
          </a:ln>
        </p:spPr>
        <p:txBody>
          <a:bodyPr vert="horz" lIns="91440" tIns="45720" rIns="91440" bIns="45720" anchor="ctr" anchorCtr="0">
            <a:norm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endParaRPr lang="zh-CN" altLang="en-US"/>
          </a:p>
        </p:txBody>
      </p:sp>
      <p:sp>
        <p:nvSpPr>
          <p:cNvPr id="5" name="内容占位符 2"/>
          <p:cNvSpPr>
            <a:spLocks noGrp="1"/>
          </p:cNvSpPr>
          <p:nvPr/>
        </p:nvSpPr>
        <p:spPr>
          <a:xfrm>
            <a:off x="522516" y="1358380"/>
            <a:ext cx="8196612" cy="4932219"/>
          </a:xfrm>
          <a:prstGeom prst="rect">
            <a:avLst/>
          </a:prstGeom>
          <a:noFill/>
          <a:ln w="9525">
            <a:noFill/>
          </a:ln>
        </p:spPr>
        <p:txBody>
          <a:bodyPr vert="horz" lIns="91440" tIns="45720" rIns="91440" bIns="45720" anchor="t" anchorCtr="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a:p>
        </p:txBody>
      </p:sp>
    </p:spTree>
    <p:extLst>
      <p:ext uri="{BB962C8B-B14F-4D97-AF65-F5344CB8AC3E}">
        <p14:creationId xmlns:p14="http://schemas.microsoft.com/office/powerpoint/2010/main" val="3259486568"/>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1010">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101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bg>
      <p:bgPr>
        <a:blipFill>
          <a:blip r:embed="rId5">
            <a:alphaModFix amt="67000"/>
          </a:blip>
          <a:tile tx="0" ty="0" sx="100000" sy="100000" flip="none" algn="tl"/>
        </a:blipFill>
        <a:effectLst/>
      </p:bgPr>
    </p:bg>
    <p:spTree>
      <p:nvGrpSpPr>
        <p:cNvPr id="1" name=""/>
        <p:cNvGrpSpPr/>
        <p:nvPr/>
      </p:nvGrpSpPr>
      <p:grpSpPr>
        <a:xfrm>
          <a:off x="0" y="0"/>
          <a:ext cx="0" cy="0"/>
          <a:chOff x="0" y="0"/>
          <a:chExt cx="0" cy="0"/>
        </a:xfrm>
      </p:grpSpPr>
      <p:sp>
        <p:nvSpPr>
          <p:cNvPr id="169986" name="Text Box 2"/>
          <p:cNvSpPr txBox="1">
            <a:spLocks noChangeArrowheads="1"/>
          </p:cNvSpPr>
          <p:nvPr/>
        </p:nvSpPr>
        <p:spPr bwMode="auto">
          <a:xfrm>
            <a:off x="915054" y="1433457"/>
            <a:ext cx="8280400" cy="911860"/>
          </a:xfrm>
          <a:prstGeom prst="rect">
            <a:avLst/>
          </a:prstGeom>
          <a:solidFill>
            <a:schemeClr val="accent6">
              <a:lumMod val="20000"/>
              <a:lumOff val="80000"/>
            </a:schemeClr>
          </a:solidFill>
          <a:ln w="9525">
            <a:noFill/>
            <a:miter lim="800000"/>
          </a:ln>
          <a:effectLst/>
        </p:spPr>
        <p:txBody>
          <a:bodyPr>
            <a:spAutoFit/>
          </a:bodyPr>
          <a:lstStyle/>
          <a:p>
            <a:pPr>
              <a:lnSpc>
                <a:spcPts val="3200"/>
              </a:lnSpc>
              <a:spcBef>
                <a:spcPts val="0"/>
              </a:spcBef>
            </a:pPr>
            <a:r>
              <a:rPr lang="zh-CN" altLang="en-US" sz="2300" b="1" dirty="0">
                <a:solidFill>
                  <a:srgbClr val="0033CC"/>
                </a:solidFill>
                <a:latin typeface="华文楷体" panose="02010600040101010101" pitchFamily="2" charset="-122"/>
                <a:ea typeface="华文楷体" panose="02010600040101010101" pitchFamily="2" charset="-122"/>
                <a:cs typeface="微软雅黑" panose="020B0503020204020204" charset="-122"/>
              </a:rPr>
              <a:t>　</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　</a:t>
            </a:r>
            <a:r>
              <a:rPr lang="zh-CN" altLang="en-US" sz="2300" b="1">
                <a:solidFill>
                  <a:srgbClr val="0000FF"/>
                </a:solidFill>
                <a:latin typeface="华文楷体" panose="02010600040101010101" pitchFamily="2" charset="-122"/>
                <a:ea typeface="华文楷体" panose="02010600040101010101" pitchFamily="2" charset="-122"/>
                <a:cs typeface="微软雅黑" panose="020B0503020204020204" charset="-122"/>
              </a:rPr>
              <a:t>例如，有</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7</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个独立的作业</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{1</a:t>
            </a:r>
            <a:r>
              <a:rPr lang="zh-CN" altLang="en-US" sz="2300" b="1">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2</a:t>
            </a:r>
            <a:r>
              <a:rPr lang="zh-CN" altLang="en-US" sz="2300" b="1">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3</a:t>
            </a:r>
            <a:r>
              <a:rPr lang="zh-CN" altLang="en-US" sz="2300" b="1">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4</a:t>
            </a:r>
            <a:r>
              <a:rPr lang="zh-CN" altLang="en-US" sz="2300" b="1">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5</a:t>
            </a:r>
            <a:r>
              <a:rPr lang="zh-CN" altLang="en-US" sz="2300" b="1">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6</a:t>
            </a:r>
            <a:r>
              <a:rPr lang="zh-CN" altLang="en-US" sz="2300" b="1">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7}</a:t>
            </a:r>
            <a:r>
              <a:rPr lang="zh-CN" altLang="en-US" sz="2300" b="1">
                <a:solidFill>
                  <a:srgbClr val="0000FF"/>
                </a:solidFill>
                <a:latin typeface="华文楷体" panose="02010600040101010101" pitchFamily="2" charset="-122"/>
                <a:ea typeface="华文楷体" panose="02010600040101010101" pitchFamily="2" charset="-122"/>
                <a:cs typeface="微软雅黑" panose="020B0503020204020204" charset="-122"/>
              </a:rPr>
              <a:t>，由</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3</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台机器</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{1</a:t>
            </a:r>
            <a:r>
              <a:rPr lang="zh-CN" altLang="en-US" sz="2300" b="1">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2</a:t>
            </a:r>
            <a:r>
              <a:rPr lang="zh-CN" altLang="en-US" sz="2300" b="1">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3</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加工</a:t>
            </a:r>
            <a:r>
              <a:rPr lang="zh-CN" altLang="en-US" sz="2300" b="1">
                <a:solidFill>
                  <a:srgbClr val="0000FF"/>
                </a:solidFill>
                <a:latin typeface="华文楷体" panose="02010600040101010101" pitchFamily="2" charset="-122"/>
                <a:ea typeface="华文楷体" panose="02010600040101010101" pitchFamily="2" charset="-122"/>
                <a:cs typeface="微软雅黑" panose="020B0503020204020204" charset="-122"/>
              </a:rPr>
              <a:t>处理，各</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作业所需的处理时</a:t>
            </a:r>
            <a:r>
              <a:rPr lang="zh-CN" altLang="en-US" sz="2300" b="1">
                <a:solidFill>
                  <a:srgbClr val="0000FF"/>
                </a:solidFill>
                <a:latin typeface="华文楷体" panose="02010600040101010101" pitchFamily="2" charset="-122"/>
                <a:ea typeface="华文楷体" panose="02010600040101010101" pitchFamily="2" charset="-122"/>
                <a:cs typeface="微软雅黑" panose="020B0503020204020204" charset="-122"/>
              </a:rPr>
              <a:t>间如下：</a:t>
            </a:r>
            <a:endPar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endParaRPr>
          </a:p>
        </p:txBody>
      </p:sp>
      <p:graphicFrame>
        <p:nvGraphicFramePr>
          <p:cNvPr id="170092" name="Group 108"/>
          <p:cNvGraphicFramePr>
            <a:graphicFrameLocks noGrp="1"/>
          </p:cNvGraphicFramePr>
          <p:nvPr>
            <p:custDataLst>
              <p:tags r:id="rId2"/>
            </p:custDataLst>
            <p:extLst>
              <p:ext uri="{D42A27DB-BD31-4B8C-83A1-F6EECF244321}">
                <p14:modId xmlns:p14="http://schemas.microsoft.com/office/powerpoint/2010/main" val="1647853699"/>
              </p:ext>
            </p:extLst>
          </p:nvPr>
        </p:nvGraphicFramePr>
        <p:xfrm>
          <a:off x="1126826" y="2528832"/>
          <a:ext cx="6965315" cy="1031875"/>
        </p:xfrm>
        <a:graphic>
          <a:graphicData uri="http://schemas.openxmlformats.org/drawingml/2006/table">
            <a:tbl>
              <a:tblPr>
                <a:tableStyleId>{775DCB02-9BB8-47FD-8907-85C794F793BA}</a:tableStyleId>
              </a:tblPr>
              <a:tblGrid>
                <a:gridCol w="2355215">
                  <a:extLst>
                    <a:ext uri="{9D8B030D-6E8A-4147-A177-3AD203B41FA5}">
                      <a16:colId xmlns:a16="http://schemas.microsoft.com/office/drawing/2014/main" val="20000"/>
                    </a:ext>
                  </a:extLst>
                </a:gridCol>
                <a:gridCol w="629285">
                  <a:extLst>
                    <a:ext uri="{9D8B030D-6E8A-4147-A177-3AD203B41FA5}">
                      <a16:colId xmlns:a16="http://schemas.microsoft.com/office/drawing/2014/main" val="20001"/>
                    </a:ext>
                  </a:extLst>
                </a:gridCol>
                <a:gridCol w="795655">
                  <a:extLst>
                    <a:ext uri="{9D8B030D-6E8A-4147-A177-3AD203B41FA5}">
                      <a16:colId xmlns:a16="http://schemas.microsoft.com/office/drawing/2014/main" val="20002"/>
                    </a:ext>
                  </a:extLst>
                </a:gridCol>
                <a:gridCol w="612775">
                  <a:extLst>
                    <a:ext uri="{9D8B030D-6E8A-4147-A177-3AD203B41FA5}">
                      <a16:colId xmlns:a16="http://schemas.microsoft.com/office/drawing/2014/main" val="20003"/>
                    </a:ext>
                  </a:extLst>
                </a:gridCol>
                <a:gridCol w="795020">
                  <a:extLst>
                    <a:ext uri="{9D8B030D-6E8A-4147-A177-3AD203B41FA5}">
                      <a16:colId xmlns:a16="http://schemas.microsoft.com/office/drawing/2014/main" val="20004"/>
                    </a:ext>
                  </a:extLst>
                </a:gridCol>
                <a:gridCol w="591185">
                  <a:extLst>
                    <a:ext uri="{9D8B030D-6E8A-4147-A177-3AD203B41FA5}">
                      <a16:colId xmlns:a16="http://schemas.microsoft.com/office/drawing/2014/main" val="20005"/>
                    </a:ext>
                  </a:extLst>
                </a:gridCol>
                <a:gridCol w="593725">
                  <a:extLst>
                    <a:ext uri="{9D8B030D-6E8A-4147-A177-3AD203B41FA5}">
                      <a16:colId xmlns:a16="http://schemas.microsoft.com/office/drawing/2014/main" val="20006"/>
                    </a:ext>
                  </a:extLst>
                </a:gridCol>
                <a:gridCol w="592455">
                  <a:extLst>
                    <a:ext uri="{9D8B030D-6E8A-4147-A177-3AD203B41FA5}">
                      <a16:colId xmlns:a16="http://schemas.microsoft.com/office/drawing/2014/main" val="20007"/>
                    </a:ext>
                  </a:extLst>
                </a:gridCol>
              </a:tblGrid>
              <a:tr h="441960">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300" b="1" u="none" strike="noStrike" cap="none" normalizeH="0" baseline="0" dirty="0">
                          <a:ln>
                            <a:noFill/>
                          </a:ln>
                          <a:solidFill>
                            <a:srgbClr val="006600"/>
                          </a:solidFill>
                          <a:effectLst/>
                          <a:latin typeface="华文楷体" panose="02010600040101010101" pitchFamily="2" charset="-122"/>
                          <a:ea typeface="华文楷体" panose="02010600040101010101" pitchFamily="2" charset="-122"/>
                          <a:cs typeface="Consolas" panose="020B0609020204030204" pitchFamily="49" charset="0"/>
                        </a:rPr>
                        <a:t>作业编号</a:t>
                      </a:r>
                      <a:endParaRPr kumimoji="0" lang="zh-CN" altLang="en-US" sz="2300" b="1" i="0" u="none" strike="noStrike" cap="none" normalizeH="0" baseline="0" dirty="0">
                        <a:ln>
                          <a:noFill/>
                        </a:ln>
                        <a:solidFill>
                          <a:srgbClr val="006600"/>
                        </a:solidFill>
                        <a:effectLst/>
                        <a:latin typeface="华文楷体" panose="02010600040101010101" pitchFamily="2" charset="-122"/>
                        <a:ea typeface="华文楷体" panose="02010600040101010101" pitchFamily="2"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a:ln>
                            <a:noFill/>
                          </a:ln>
                          <a:solidFill>
                            <a:srgbClr val="006600"/>
                          </a:solidFill>
                          <a:effectLst/>
                          <a:latin typeface="微软雅黑" panose="020B0503020204020204" charset="-122"/>
                          <a:ea typeface="微软雅黑" panose="020B0503020204020204" charset="-122"/>
                          <a:cs typeface="Consolas" panose="020B0609020204030204" pitchFamily="49" charset="0"/>
                        </a:rPr>
                        <a:t>1</a:t>
                      </a:r>
                      <a:endParaRPr kumimoji="0" lang="en-US" altLang="zh-CN" sz="2300" b="1" i="0" u="none" strike="noStrike" cap="none" normalizeH="0" baseline="0">
                        <a:ln>
                          <a:noFill/>
                        </a:ln>
                        <a:solidFill>
                          <a:srgbClr val="006600"/>
                        </a:solidFill>
                        <a:effectLst/>
                        <a:latin typeface="微软雅黑" panose="020B0503020204020204" charset="-122"/>
                        <a:ea typeface="微软雅黑" panose="020B0503020204020204"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a:ln>
                            <a:noFill/>
                          </a:ln>
                          <a:solidFill>
                            <a:srgbClr val="006600"/>
                          </a:solidFill>
                          <a:effectLst/>
                          <a:latin typeface="微软雅黑" panose="020B0503020204020204" charset="-122"/>
                          <a:ea typeface="微软雅黑" panose="020B0503020204020204" charset="-122"/>
                          <a:cs typeface="Consolas" panose="020B0609020204030204" pitchFamily="49" charset="0"/>
                        </a:rPr>
                        <a:t>2</a:t>
                      </a:r>
                      <a:endParaRPr kumimoji="0" lang="en-US" altLang="zh-CN" sz="2300" b="1" i="0" u="none" strike="noStrike" cap="none" normalizeH="0" baseline="0">
                        <a:ln>
                          <a:noFill/>
                        </a:ln>
                        <a:solidFill>
                          <a:srgbClr val="006600"/>
                        </a:solidFill>
                        <a:effectLst/>
                        <a:latin typeface="微软雅黑" panose="020B0503020204020204" charset="-122"/>
                        <a:ea typeface="微软雅黑" panose="020B0503020204020204"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a:ln>
                            <a:noFill/>
                          </a:ln>
                          <a:solidFill>
                            <a:srgbClr val="006600"/>
                          </a:solidFill>
                          <a:effectLst/>
                          <a:latin typeface="微软雅黑" panose="020B0503020204020204" charset="-122"/>
                          <a:ea typeface="微软雅黑" panose="020B0503020204020204" charset="-122"/>
                          <a:cs typeface="Consolas" panose="020B0609020204030204" pitchFamily="49" charset="0"/>
                        </a:rPr>
                        <a:t>3</a:t>
                      </a:r>
                      <a:endParaRPr kumimoji="0" lang="en-US" altLang="zh-CN" sz="2300" b="1" i="0" u="none" strike="noStrike" cap="none" normalizeH="0" baseline="0">
                        <a:ln>
                          <a:noFill/>
                        </a:ln>
                        <a:solidFill>
                          <a:srgbClr val="006600"/>
                        </a:solidFill>
                        <a:effectLst/>
                        <a:latin typeface="微软雅黑" panose="020B0503020204020204" charset="-122"/>
                        <a:ea typeface="微软雅黑" panose="020B0503020204020204"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a:ln>
                            <a:noFill/>
                          </a:ln>
                          <a:solidFill>
                            <a:srgbClr val="006600"/>
                          </a:solidFill>
                          <a:effectLst/>
                          <a:latin typeface="微软雅黑" panose="020B0503020204020204" charset="-122"/>
                          <a:ea typeface="微软雅黑" panose="020B0503020204020204" charset="-122"/>
                          <a:cs typeface="Consolas" panose="020B0609020204030204" pitchFamily="49" charset="0"/>
                        </a:rPr>
                        <a:t>4</a:t>
                      </a:r>
                      <a:endParaRPr kumimoji="0" lang="en-US" altLang="zh-CN" sz="2300" b="1" i="0" u="none" strike="noStrike" cap="none" normalizeH="0" baseline="0">
                        <a:ln>
                          <a:noFill/>
                        </a:ln>
                        <a:solidFill>
                          <a:srgbClr val="006600"/>
                        </a:solidFill>
                        <a:effectLst/>
                        <a:latin typeface="微软雅黑" panose="020B0503020204020204" charset="-122"/>
                        <a:ea typeface="微软雅黑" panose="020B0503020204020204"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a:ln>
                            <a:noFill/>
                          </a:ln>
                          <a:solidFill>
                            <a:srgbClr val="006600"/>
                          </a:solidFill>
                          <a:effectLst/>
                          <a:latin typeface="微软雅黑" panose="020B0503020204020204" charset="-122"/>
                          <a:ea typeface="微软雅黑" panose="020B0503020204020204" charset="-122"/>
                          <a:cs typeface="Consolas" panose="020B0609020204030204" pitchFamily="49" charset="0"/>
                        </a:rPr>
                        <a:t>5</a:t>
                      </a:r>
                      <a:endParaRPr kumimoji="0" lang="en-US" altLang="zh-CN" sz="2300" b="1" i="0" u="none" strike="noStrike" cap="none" normalizeH="0" baseline="0">
                        <a:ln>
                          <a:noFill/>
                        </a:ln>
                        <a:solidFill>
                          <a:srgbClr val="006600"/>
                        </a:solidFill>
                        <a:effectLst/>
                        <a:latin typeface="微软雅黑" panose="020B0503020204020204" charset="-122"/>
                        <a:ea typeface="微软雅黑" panose="020B0503020204020204"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a:ln>
                            <a:noFill/>
                          </a:ln>
                          <a:solidFill>
                            <a:srgbClr val="006600"/>
                          </a:solidFill>
                          <a:effectLst/>
                          <a:latin typeface="微软雅黑" panose="020B0503020204020204" charset="-122"/>
                          <a:ea typeface="微软雅黑" panose="020B0503020204020204" charset="-122"/>
                          <a:cs typeface="Consolas" panose="020B0609020204030204" pitchFamily="49" charset="0"/>
                        </a:rPr>
                        <a:t>6</a:t>
                      </a:r>
                      <a:endParaRPr kumimoji="0" lang="en-US" altLang="zh-CN" sz="2300" b="1" i="0" u="none" strike="noStrike" cap="none" normalizeH="0" baseline="0">
                        <a:ln>
                          <a:noFill/>
                        </a:ln>
                        <a:solidFill>
                          <a:srgbClr val="006600"/>
                        </a:solidFill>
                        <a:effectLst/>
                        <a:latin typeface="微软雅黑" panose="020B0503020204020204" charset="-122"/>
                        <a:ea typeface="微软雅黑" panose="020B0503020204020204"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a:ln>
                            <a:noFill/>
                          </a:ln>
                          <a:solidFill>
                            <a:srgbClr val="006600"/>
                          </a:solidFill>
                          <a:effectLst/>
                          <a:latin typeface="微软雅黑" panose="020B0503020204020204" charset="-122"/>
                          <a:ea typeface="微软雅黑" panose="020B0503020204020204" charset="-122"/>
                          <a:cs typeface="Consolas" panose="020B0609020204030204" pitchFamily="49" charset="0"/>
                        </a:rPr>
                        <a:t>7</a:t>
                      </a:r>
                      <a:endParaRPr kumimoji="0" lang="en-US" altLang="zh-CN" sz="2300" b="1" i="0" u="none" strike="noStrike" cap="none" normalizeH="0" baseline="0">
                        <a:ln>
                          <a:noFill/>
                        </a:ln>
                        <a:solidFill>
                          <a:srgbClr val="006600"/>
                        </a:solidFill>
                        <a:effectLst/>
                        <a:latin typeface="微软雅黑" panose="020B0503020204020204" charset="-122"/>
                        <a:ea typeface="微软雅黑" panose="020B0503020204020204" charset="-122"/>
                        <a:cs typeface="Consolas" panose="020B0609020204030204" pitchFamily="49" charset="0"/>
                      </a:endParaRPr>
                    </a:p>
                  </a:txBody>
                  <a:tcPr horzOverflow="overflow"/>
                </a:tc>
                <a:extLst>
                  <a:ext uri="{0D108BD9-81ED-4DB2-BD59-A6C34878D82A}">
                    <a16:rowId xmlns:a16="http://schemas.microsoft.com/office/drawing/2014/main" val="10000"/>
                  </a:ext>
                </a:extLst>
              </a:tr>
              <a:tr h="589915">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300" b="1" u="none" strike="noStrike" cap="none" normalizeH="0" baseline="0" dirty="0">
                          <a:ln>
                            <a:noFill/>
                          </a:ln>
                          <a:solidFill>
                            <a:srgbClr val="006600"/>
                          </a:solidFill>
                          <a:effectLst/>
                          <a:latin typeface="华文楷体" panose="02010600040101010101" pitchFamily="2" charset="-122"/>
                          <a:ea typeface="华文楷体" panose="02010600040101010101" pitchFamily="2" charset="-122"/>
                          <a:cs typeface="Consolas" panose="020B0609020204030204" pitchFamily="49" charset="0"/>
                        </a:rPr>
                        <a:t>作业的处理时间</a:t>
                      </a:r>
                      <a:endParaRPr kumimoji="0" lang="zh-CN" altLang="en-US" sz="2300" b="1" i="0" u="none" strike="noStrike" cap="none" normalizeH="0" baseline="0" dirty="0">
                        <a:ln>
                          <a:noFill/>
                        </a:ln>
                        <a:solidFill>
                          <a:srgbClr val="006600"/>
                        </a:solidFill>
                        <a:effectLst/>
                        <a:latin typeface="华文楷体" panose="02010600040101010101" pitchFamily="2" charset="-122"/>
                        <a:ea typeface="华文楷体" panose="02010600040101010101" pitchFamily="2"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dirty="0">
                          <a:ln>
                            <a:noFill/>
                          </a:ln>
                          <a:solidFill>
                            <a:srgbClr val="0000FF"/>
                          </a:solidFill>
                          <a:effectLst/>
                          <a:latin typeface="微软雅黑" panose="020B0503020204020204" charset="-122"/>
                          <a:ea typeface="微软雅黑" panose="020B0503020204020204" charset="-122"/>
                          <a:cs typeface="Consolas" panose="020B0609020204030204" pitchFamily="49" charset="0"/>
                        </a:rPr>
                        <a:t>2</a:t>
                      </a:r>
                      <a:endParaRPr kumimoji="0" lang="en-US" altLang="zh-CN" sz="2300" b="1" i="0" u="none" strike="noStrike" cap="none" normalizeH="0" baseline="0" dirty="0">
                        <a:ln>
                          <a:noFill/>
                        </a:ln>
                        <a:solidFill>
                          <a:srgbClr val="0000FF"/>
                        </a:solidFill>
                        <a:effectLst/>
                        <a:latin typeface="微软雅黑" panose="020B0503020204020204" charset="-122"/>
                        <a:ea typeface="微软雅黑" panose="020B0503020204020204"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dirty="0">
                          <a:ln>
                            <a:noFill/>
                          </a:ln>
                          <a:solidFill>
                            <a:srgbClr val="0000FF"/>
                          </a:solidFill>
                          <a:effectLst/>
                          <a:latin typeface="微软雅黑" panose="020B0503020204020204" charset="-122"/>
                          <a:ea typeface="微软雅黑" panose="020B0503020204020204" charset="-122"/>
                          <a:cs typeface="Consolas" panose="020B0609020204030204" pitchFamily="49" charset="0"/>
                        </a:rPr>
                        <a:t>14</a:t>
                      </a:r>
                      <a:endParaRPr kumimoji="0" lang="en-US" altLang="zh-CN" sz="2300" b="1" i="0" u="none" strike="noStrike" cap="none" normalizeH="0" baseline="0" dirty="0">
                        <a:ln>
                          <a:noFill/>
                        </a:ln>
                        <a:solidFill>
                          <a:srgbClr val="0000FF"/>
                        </a:solidFill>
                        <a:effectLst/>
                        <a:latin typeface="微软雅黑" panose="020B0503020204020204" charset="-122"/>
                        <a:ea typeface="微软雅黑" panose="020B0503020204020204"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dirty="0">
                          <a:ln>
                            <a:noFill/>
                          </a:ln>
                          <a:solidFill>
                            <a:srgbClr val="0000FF"/>
                          </a:solidFill>
                          <a:effectLst/>
                          <a:latin typeface="微软雅黑" panose="020B0503020204020204" charset="-122"/>
                          <a:ea typeface="微软雅黑" panose="020B0503020204020204" charset="-122"/>
                          <a:cs typeface="Consolas" panose="020B0609020204030204" pitchFamily="49" charset="0"/>
                        </a:rPr>
                        <a:t>4</a:t>
                      </a:r>
                      <a:endParaRPr kumimoji="0" lang="en-US" altLang="zh-CN" sz="2300" b="1" i="0" u="none" strike="noStrike" cap="none" normalizeH="0" baseline="0" dirty="0">
                        <a:ln>
                          <a:noFill/>
                        </a:ln>
                        <a:solidFill>
                          <a:srgbClr val="0000FF"/>
                        </a:solidFill>
                        <a:effectLst/>
                        <a:latin typeface="微软雅黑" panose="020B0503020204020204" charset="-122"/>
                        <a:ea typeface="微软雅黑" panose="020B0503020204020204"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dirty="0">
                          <a:ln>
                            <a:noFill/>
                          </a:ln>
                          <a:solidFill>
                            <a:srgbClr val="0000FF"/>
                          </a:solidFill>
                          <a:effectLst/>
                          <a:latin typeface="微软雅黑" panose="020B0503020204020204" charset="-122"/>
                          <a:ea typeface="微软雅黑" panose="020B0503020204020204" charset="-122"/>
                          <a:cs typeface="Consolas" panose="020B0609020204030204" pitchFamily="49" charset="0"/>
                        </a:rPr>
                        <a:t>16</a:t>
                      </a:r>
                      <a:endParaRPr kumimoji="0" lang="en-US" altLang="zh-CN" sz="2300" b="1" i="0" u="none" strike="noStrike" cap="none" normalizeH="0" baseline="0" dirty="0">
                        <a:ln>
                          <a:noFill/>
                        </a:ln>
                        <a:solidFill>
                          <a:srgbClr val="0000FF"/>
                        </a:solidFill>
                        <a:effectLst/>
                        <a:latin typeface="微软雅黑" panose="020B0503020204020204" charset="-122"/>
                        <a:ea typeface="微软雅黑" panose="020B0503020204020204"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dirty="0">
                          <a:ln>
                            <a:noFill/>
                          </a:ln>
                          <a:solidFill>
                            <a:srgbClr val="0000FF"/>
                          </a:solidFill>
                          <a:effectLst/>
                          <a:latin typeface="微软雅黑" panose="020B0503020204020204" charset="-122"/>
                          <a:ea typeface="微软雅黑" panose="020B0503020204020204" charset="-122"/>
                          <a:cs typeface="Consolas" panose="020B0609020204030204" pitchFamily="49" charset="0"/>
                        </a:rPr>
                        <a:t>6</a:t>
                      </a:r>
                      <a:endParaRPr kumimoji="0" lang="en-US" altLang="zh-CN" sz="2300" b="1" i="0" u="none" strike="noStrike" cap="none" normalizeH="0" baseline="0" dirty="0">
                        <a:ln>
                          <a:noFill/>
                        </a:ln>
                        <a:solidFill>
                          <a:srgbClr val="0000FF"/>
                        </a:solidFill>
                        <a:effectLst/>
                        <a:latin typeface="微软雅黑" panose="020B0503020204020204" charset="-122"/>
                        <a:ea typeface="微软雅黑" panose="020B0503020204020204"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dirty="0">
                          <a:ln>
                            <a:noFill/>
                          </a:ln>
                          <a:solidFill>
                            <a:srgbClr val="0000FF"/>
                          </a:solidFill>
                          <a:effectLst/>
                          <a:latin typeface="微软雅黑" panose="020B0503020204020204" charset="-122"/>
                          <a:ea typeface="微软雅黑" panose="020B0503020204020204" charset="-122"/>
                          <a:cs typeface="Consolas" panose="020B0609020204030204" pitchFamily="49" charset="0"/>
                        </a:rPr>
                        <a:t>5</a:t>
                      </a:r>
                      <a:endParaRPr kumimoji="0" lang="en-US" altLang="zh-CN" sz="2300" b="1" i="0" u="none" strike="noStrike" cap="none" normalizeH="0" baseline="0" dirty="0">
                        <a:ln>
                          <a:noFill/>
                        </a:ln>
                        <a:solidFill>
                          <a:srgbClr val="0000FF"/>
                        </a:solidFill>
                        <a:effectLst/>
                        <a:latin typeface="微软雅黑" panose="020B0503020204020204" charset="-122"/>
                        <a:ea typeface="微软雅黑" panose="020B0503020204020204"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300" b="1" u="none" strike="noStrike" cap="none" normalizeH="0" baseline="0" dirty="0">
                          <a:ln>
                            <a:noFill/>
                          </a:ln>
                          <a:solidFill>
                            <a:srgbClr val="0000FF"/>
                          </a:solidFill>
                          <a:effectLst/>
                          <a:latin typeface="微软雅黑" panose="020B0503020204020204" charset="-122"/>
                          <a:ea typeface="微软雅黑" panose="020B0503020204020204" charset="-122"/>
                          <a:cs typeface="Consolas" panose="020B0609020204030204" pitchFamily="49" charset="0"/>
                        </a:rPr>
                        <a:t>3</a:t>
                      </a:r>
                      <a:endParaRPr kumimoji="0" lang="en-US" altLang="zh-CN" sz="2300" b="1" i="0" u="none" strike="noStrike" cap="none" normalizeH="0" baseline="0" dirty="0">
                        <a:ln>
                          <a:noFill/>
                        </a:ln>
                        <a:solidFill>
                          <a:srgbClr val="0000FF"/>
                        </a:solidFill>
                        <a:effectLst/>
                        <a:latin typeface="微软雅黑" panose="020B0503020204020204" charset="-122"/>
                        <a:ea typeface="微软雅黑" panose="020B0503020204020204" charset="-122"/>
                        <a:cs typeface="Consolas" panose="020B0609020204030204" pitchFamily="49" charset="0"/>
                      </a:endParaRPr>
                    </a:p>
                  </a:txBody>
                  <a:tcPr horzOverflow="overflow"/>
                </a:tc>
                <a:extLst>
                  <a:ext uri="{0D108BD9-81ED-4DB2-BD59-A6C34878D82A}">
                    <a16:rowId xmlns:a16="http://schemas.microsoft.com/office/drawing/2014/main" val="10001"/>
                  </a:ext>
                </a:extLst>
              </a:tr>
            </a:tbl>
          </a:graphicData>
        </a:graphic>
      </p:graphicFrame>
      <p:sp>
        <p:nvSpPr>
          <p:cNvPr id="4" name="TextBox 3"/>
          <p:cNvSpPr txBox="1"/>
          <p:nvPr/>
        </p:nvSpPr>
        <p:spPr>
          <a:xfrm>
            <a:off x="948362" y="3712149"/>
            <a:ext cx="8429684" cy="445135"/>
          </a:xfrm>
          <a:prstGeom prst="rect">
            <a:avLst/>
          </a:prstGeom>
          <a:noFill/>
        </p:spPr>
        <p:txBody>
          <a:bodyPr wrap="square" rtlCol="0">
            <a:spAutoFit/>
          </a:bodyPr>
          <a:lstStyle/>
          <a:p>
            <a:r>
              <a:rPr lang="zh-CN" altLang="en-US" sz="2300" b="1" dirty="0">
                <a:solidFill>
                  <a:srgbClr val="0000FF"/>
                </a:solidFill>
                <a:latin typeface="华文楷体" panose="02010600040101010101" pitchFamily="2" charset="-122"/>
                <a:ea typeface="华文楷体" panose="02010600040101010101" pitchFamily="2" charset="-122"/>
                <a:cs typeface="Consolas" panose="020B0609020204030204" pitchFamily="49" charset="0"/>
              </a:rPr>
              <a:t>采用贪心法求解的过程如下：</a:t>
            </a:r>
          </a:p>
        </p:txBody>
      </p:sp>
      <p:sp>
        <p:nvSpPr>
          <p:cNvPr id="5" name="TextBox 4"/>
          <p:cNvSpPr txBox="1"/>
          <p:nvPr/>
        </p:nvSpPr>
        <p:spPr>
          <a:xfrm>
            <a:off x="1127461" y="4273177"/>
            <a:ext cx="7477760" cy="445135"/>
          </a:xfrm>
          <a:prstGeom prst="rect">
            <a:avLst/>
          </a:prstGeom>
          <a:noFill/>
        </p:spPr>
        <p:txBody>
          <a:bodyPr wrap="square" rtlCol="0">
            <a:spAutoFit/>
          </a:bodyPr>
          <a:lstStyle/>
          <a:p>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1</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7</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个作业按处理时间递减排序，其结果如下表所示。</a:t>
            </a:r>
          </a:p>
        </p:txBody>
      </p:sp>
      <p:graphicFrame>
        <p:nvGraphicFramePr>
          <p:cNvPr id="6" name="表格 5"/>
          <p:cNvGraphicFramePr>
            <a:graphicFrameLocks noGrp="1"/>
          </p:cNvGraphicFramePr>
          <p:nvPr>
            <p:custDataLst>
              <p:tags r:id="rId3"/>
            </p:custDataLst>
            <p:extLst>
              <p:ext uri="{D42A27DB-BD31-4B8C-83A1-F6EECF244321}">
                <p14:modId xmlns:p14="http://schemas.microsoft.com/office/powerpoint/2010/main" val="2222500156"/>
              </p:ext>
            </p:extLst>
          </p:nvPr>
        </p:nvGraphicFramePr>
        <p:xfrm>
          <a:off x="1126826" y="4835152"/>
          <a:ext cx="6965315" cy="1196340"/>
        </p:xfrm>
        <a:graphic>
          <a:graphicData uri="http://schemas.openxmlformats.org/drawingml/2006/table">
            <a:tbl>
              <a:tblPr>
                <a:tableStyleId>{775DCB02-9BB8-47FD-8907-85C794F793BA}</a:tableStyleId>
              </a:tblPr>
              <a:tblGrid>
                <a:gridCol w="2282825">
                  <a:extLst>
                    <a:ext uri="{9D8B030D-6E8A-4147-A177-3AD203B41FA5}">
                      <a16:colId xmlns:a16="http://schemas.microsoft.com/office/drawing/2014/main" val="20000"/>
                    </a:ext>
                  </a:extLst>
                </a:gridCol>
                <a:gridCol w="803275">
                  <a:extLst>
                    <a:ext uri="{9D8B030D-6E8A-4147-A177-3AD203B41FA5}">
                      <a16:colId xmlns:a16="http://schemas.microsoft.com/office/drawing/2014/main" val="20001"/>
                    </a:ext>
                  </a:extLst>
                </a:gridCol>
                <a:gridCol w="917575">
                  <a:extLst>
                    <a:ext uri="{9D8B030D-6E8A-4147-A177-3AD203B41FA5}">
                      <a16:colId xmlns:a16="http://schemas.microsoft.com/office/drawing/2014/main" val="20002"/>
                    </a:ext>
                  </a:extLst>
                </a:gridCol>
                <a:gridCol w="591820">
                  <a:extLst>
                    <a:ext uri="{9D8B030D-6E8A-4147-A177-3AD203B41FA5}">
                      <a16:colId xmlns:a16="http://schemas.microsoft.com/office/drawing/2014/main" val="20003"/>
                    </a:ext>
                  </a:extLst>
                </a:gridCol>
                <a:gridCol w="593090">
                  <a:extLst>
                    <a:ext uri="{9D8B030D-6E8A-4147-A177-3AD203B41FA5}">
                      <a16:colId xmlns:a16="http://schemas.microsoft.com/office/drawing/2014/main" val="20004"/>
                    </a:ext>
                  </a:extLst>
                </a:gridCol>
                <a:gridCol w="592455">
                  <a:extLst>
                    <a:ext uri="{9D8B030D-6E8A-4147-A177-3AD203B41FA5}">
                      <a16:colId xmlns:a16="http://schemas.microsoft.com/office/drawing/2014/main" val="20005"/>
                    </a:ext>
                  </a:extLst>
                </a:gridCol>
                <a:gridCol w="591820">
                  <a:extLst>
                    <a:ext uri="{9D8B030D-6E8A-4147-A177-3AD203B41FA5}">
                      <a16:colId xmlns:a16="http://schemas.microsoft.com/office/drawing/2014/main" val="20006"/>
                    </a:ext>
                  </a:extLst>
                </a:gridCol>
                <a:gridCol w="592455">
                  <a:extLst>
                    <a:ext uri="{9D8B030D-6E8A-4147-A177-3AD203B41FA5}">
                      <a16:colId xmlns:a16="http://schemas.microsoft.com/office/drawing/2014/main" val="20007"/>
                    </a:ext>
                  </a:extLst>
                </a:gridCol>
              </a:tblGrid>
              <a:tr h="529590">
                <a:tc>
                  <a:txBody>
                    <a:bodyPr/>
                    <a:lstStyle/>
                    <a:p>
                      <a:pPr indent="0" algn="just">
                        <a:lnSpc>
                          <a:spcPct val="150000"/>
                        </a:lnSpc>
                        <a:spcAft>
                          <a:spcPts val="0"/>
                        </a:spcAft>
                      </a:pPr>
                      <a:r>
                        <a:rPr lang="zh-CN" sz="2300" b="1" kern="100">
                          <a:solidFill>
                            <a:srgbClr val="006600"/>
                          </a:solidFill>
                          <a:latin typeface="华文楷体" panose="02010600040101010101" pitchFamily="2" charset="-122"/>
                          <a:ea typeface="华文楷体" panose="02010600040101010101" pitchFamily="2" charset="-122"/>
                          <a:cs typeface="Consolas" panose="020B0609020204030204" pitchFamily="49" charset="0"/>
                        </a:rPr>
                        <a:t>作业编号</a:t>
                      </a:r>
                    </a:p>
                  </a:txBody>
                  <a:tcPr marL="68580" marR="68580" marT="0" marB="0"/>
                </a:tc>
                <a:tc>
                  <a:txBody>
                    <a:bodyPr/>
                    <a:lstStyle/>
                    <a:p>
                      <a:pPr indent="0" algn="ctr">
                        <a:lnSpc>
                          <a:spcPct val="150000"/>
                        </a:lnSpc>
                        <a:spcAft>
                          <a:spcPts val="0"/>
                        </a:spcAft>
                      </a:pPr>
                      <a:r>
                        <a:rPr lang="en-US" sz="2300" b="1" kern="100">
                          <a:solidFill>
                            <a:srgbClr val="006600"/>
                          </a:solidFill>
                          <a:latin typeface="微软雅黑" panose="020B0503020204020204" charset="-122"/>
                          <a:ea typeface="微软雅黑" panose="020B0503020204020204" charset="-122"/>
                          <a:cs typeface="Consolas" panose="020B0609020204030204" pitchFamily="49" charset="0"/>
                        </a:rPr>
                        <a:t>4</a:t>
                      </a:r>
                    </a:p>
                  </a:txBody>
                  <a:tcPr marL="68580" marR="68580" marT="0" marB="0"/>
                </a:tc>
                <a:tc>
                  <a:txBody>
                    <a:bodyPr/>
                    <a:lstStyle/>
                    <a:p>
                      <a:pPr indent="0" algn="ctr">
                        <a:lnSpc>
                          <a:spcPct val="150000"/>
                        </a:lnSpc>
                        <a:spcAft>
                          <a:spcPts val="0"/>
                        </a:spcAft>
                      </a:pPr>
                      <a:r>
                        <a:rPr lang="en-US" sz="2300" b="1" kern="100">
                          <a:solidFill>
                            <a:srgbClr val="006600"/>
                          </a:solidFill>
                          <a:latin typeface="微软雅黑" panose="020B0503020204020204" charset="-122"/>
                          <a:ea typeface="微软雅黑" panose="020B0503020204020204" charset="-122"/>
                          <a:cs typeface="Consolas" panose="020B0609020204030204" pitchFamily="49" charset="0"/>
                        </a:rPr>
                        <a:t>2</a:t>
                      </a:r>
                    </a:p>
                  </a:txBody>
                  <a:tcPr marL="68580" marR="68580" marT="0" marB="0"/>
                </a:tc>
                <a:tc>
                  <a:txBody>
                    <a:bodyPr/>
                    <a:lstStyle/>
                    <a:p>
                      <a:pPr indent="0" algn="ctr">
                        <a:lnSpc>
                          <a:spcPct val="150000"/>
                        </a:lnSpc>
                        <a:spcAft>
                          <a:spcPts val="0"/>
                        </a:spcAft>
                      </a:pPr>
                      <a:r>
                        <a:rPr lang="en-US" sz="2300" b="1" kern="100">
                          <a:solidFill>
                            <a:srgbClr val="006600"/>
                          </a:solidFill>
                          <a:latin typeface="微软雅黑" panose="020B0503020204020204" charset="-122"/>
                          <a:ea typeface="微软雅黑" panose="020B0503020204020204" charset="-122"/>
                          <a:cs typeface="Consolas" panose="020B0609020204030204" pitchFamily="49" charset="0"/>
                        </a:rPr>
                        <a:t>5</a:t>
                      </a:r>
                    </a:p>
                  </a:txBody>
                  <a:tcPr marL="68580" marR="68580" marT="0" marB="0"/>
                </a:tc>
                <a:tc>
                  <a:txBody>
                    <a:bodyPr/>
                    <a:lstStyle/>
                    <a:p>
                      <a:pPr indent="0" algn="ctr">
                        <a:lnSpc>
                          <a:spcPct val="150000"/>
                        </a:lnSpc>
                        <a:spcAft>
                          <a:spcPts val="0"/>
                        </a:spcAft>
                      </a:pPr>
                      <a:r>
                        <a:rPr lang="en-US" sz="2300" b="1" kern="100">
                          <a:solidFill>
                            <a:srgbClr val="006600"/>
                          </a:solidFill>
                          <a:latin typeface="微软雅黑" panose="020B0503020204020204" charset="-122"/>
                          <a:ea typeface="微软雅黑" panose="020B0503020204020204" charset="-122"/>
                          <a:cs typeface="Consolas" panose="020B0609020204030204" pitchFamily="49" charset="0"/>
                        </a:rPr>
                        <a:t>6</a:t>
                      </a:r>
                    </a:p>
                  </a:txBody>
                  <a:tcPr marL="68580" marR="68580" marT="0" marB="0"/>
                </a:tc>
                <a:tc>
                  <a:txBody>
                    <a:bodyPr/>
                    <a:lstStyle/>
                    <a:p>
                      <a:pPr indent="0" algn="ctr">
                        <a:lnSpc>
                          <a:spcPct val="150000"/>
                        </a:lnSpc>
                        <a:spcAft>
                          <a:spcPts val="0"/>
                        </a:spcAft>
                      </a:pPr>
                      <a:r>
                        <a:rPr lang="en-US" sz="2300" b="1" kern="100">
                          <a:solidFill>
                            <a:srgbClr val="006600"/>
                          </a:solidFill>
                          <a:latin typeface="微软雅黑" panose="020B0503020204020204" charset="-122"/>
                          <a:ea typeface="微软雅黑" panose="020B0503020204020204" charset="-122"/>
                          <a:cs typeface="Consolas" panose="020B0609020204030204" pitchFamily="49" charset="0"/>
                        </a:rPr>
                        <a:t>3</a:t>
                      </a:r>
                    </a:p>
                  </a:txBody>
                  <a:tcPr marL="68580" marR="68580" marT="0" marB="0"/>
                </a:tc>
                <a:tc>
                  <a:txBody>
                    <a:bodyPr/>
                    <a:lstStyle/>
                    <a:p>
                      <a:pPr indent="0" algn="ctr">
                        <a:lnSpc>
                          <a:spcPct val="150000"/>
                        </a:lnSpc>
                        <a:spcAft>
                          <a:spcPts val="0"/>
                        </a:spcAft>
                      </a:pPr>
                      <a:r>
                        <a:rPr lang="en-US" sz="2300" b="1" kern="100">
                          <a:solidFill>
                            <a:srgbClr val="006600"/>
                          </a:solidFill>
                          <a:latin typeface="微软雅黑" panose="020B0503020204020204" charset="-122"/>
                          <a:ea typeface="微软雅黑" panose="020B0503020204020204" charset="-122"/>
                          <a:cs typeface="Consolas" panose="020B0609020204030204" pitchFamily="49" charset="0"/>
                        </a:rPr>
                        <a:t>7</a:t>
                      </a:r>
                    </a:p>
                  </a:txBody>
                  <a:tcPr marL="68580" marR="68580" marT="0" marB="0"/>
                </a:tc>
                <a:tc>
                  <a:txBody>
                    <a:bodyPr/>
                    <a:lstStyle/>
                    <a:p>
                      <a:pPr indent="0" algn="ctr">
                        <a:lnSpc>
                          <a:spcPct val="150000"/>
                        </a:lnSpc>
                        <a:spcAft>
                          <a:spcPts val="0"/>
                        </a:spcAft>
                      </a:pPr>
                      <a:r>
                        <a:rPr lang="en-US" sz="2300" b="1" kern="100">
                          <a:solidFill>
                            <a:srgbClr val="006600"/>
                          </a:solidFill>
                          <a:latin typeface="微软雅黑" panose="020B0503020204020204" charset="-122"/>
                          <a:ea typeface="微软雅黑" panose="020B0503020204020204" charset="-122"/>
                          <a:cs typeface="Consolas" panose="020B0609020204030204" pitchFamily="49" charset="0"/>
                        </a:rPr>
                        <a:t>1</a:t>
                      </a:r>
                    </a:p>
                  </a:txBody>
                  <a:tcPr marL="68580" marR="68580" marT="0" marB="0"/>
                </a:tc>
                <a:extLst>
                  <a:ext uri="{0D108BD9-81ED-4DB2-BD59-A6C34878D82A}">
                    <a16:rowId xmlns:a16="http://schemas.microsoft.com/office/drawing/2014/main" val="10000"/>
                  </a:ext>
                </a:extLst>
              </a:tr>
              <a:tr h="666750">
                <a:tc>
                  <a:txBody>
                    <a:bodyPr/>
                    <a:lstStyle/>
                    <a:p>
                      <a:pPr indent="0" algn="just">
                        <a:lnSpc>
                          <a:spcPct val="150000"/>
                        </a:lnSpc>
                        <a:spcAft>
                          <a:spcPts val="0"/>
                        </a:spcAft>
                      </a:pPr>
                      <a:r>
                        <a:rPr lang="zh-CN" sz="2300" b="1" kern="100" dirty="0">
                          <a:solidFill>
                            <a:srgbClr val="006600"/>
                          </a:solidFill>
                          <a:latin typeface="华文楷体" panose="02010600040101010101" pitchFamily="2" charset="-122"/>
                          <a:ea typeface="华文楷体" panose="02010600040101010101" pitchFamily="2" charset="-122"/>
                          <a:cs typeface="Consolas" panose="020B0609020204030204" pitchFamily="49" charset="0"/>
                        </a:rPr>
                        <a:t>作业的处理时间</a:t>
                      </a:r>
                    </a:p>
                  </a:txBody>
                  <a:tcPr marL="68580" marR="68580" marT="0" marB="0"/>
                </a:tc>
                <a:tc>
                  <a:txBody>
                    <a:bodyPr/>
                    <a:lstStyle/>
                    <a:p>
                      <a:pPr indent="0" algn="ctr">
                        <a:lnSpc>
                          <a:spcPct val="150000"/>
                        </a:lnSpc>
                        <a:spcAft>
                          <a:spcPts val="0"/>
                        </a:spcAft>
                      </a:pPr>
                      <a:r>
                        <a:rPr lang="en-US" sz="2300" b="1" kern="100">
                          <a:solidFill>
                            <a:srgbClr val="0000FF"/>
                          </a:solidFill>
                          <a:latin typeface="微软雅黑" panose="020B0503020204020204" charset="-122"/>
                          <a:ea typeface="微软雅黑" panose="020B0503020204020204" charset="-122"/>
                          <a:cs typeface="Consolas" panose="020B0609020204030204" pitchFamily="49" charset="0"/>
                        </a:rPr>
                        <a:t>16</a:t>
                      </a:r>
                    </a:p>
                  </a:txBody>
                  <a:tcPr marL="68580" marR="68580" marT="0" marB="0"/>
                </a:tc>
                <a:tc>
                  <a:txBody>
                    <a:bodyPr/>
                    <a:lstStyle/>
                    <a:p>
                      <a:pPr indent="0" algn="ctr">
                        <a:lnSpc>
                          <a:spcPct val="150000"/>
                        </a:lnSpc>
                        <a:spcAft>
                          <a:spcPts val="0"/>
                        </a:spcAft>
                      </a:pPr>
                      <a:r>
                        <a:rPr lang="en-US" sz="2300" b="1" kern="100">
                          <a:solidFill>
                            <a:srgbClr val="0000FF"/>
                          </a:solidFill>
                          <a:latin typeface="微软雅黑" panose="020B0503020204020204" charset="-122"/>
                          <a:ea typeface="微软雅黑" panose="020B0503020204020204" charset="-122"/>
                          <a:cs typeface="Consolas" panose="020B0609020204030204" pitchFamily="49" charset="0"/>
                        </a:rPr>
                        <a:t>14</a:t>
                      </a:r>
                    </a:p>
                  </a:txBody>
                  <a:tcPr marL="68580" marR="68580" marT="0" marB="0"/>
                </a:tc>
                <a:tc>
                  <a:txBody>
                    <a:bodyPr/>
                    <a:lstStyle/>
                    <a:p>
                      <a:pPr indent="0" algn="ctr">
                        <a:lnSpc>
                          <a:spcPct val="150000"/>
                        </a:lnSpc>
                        <a:spcAft>
                          <a:spcPts val="0"/>
                        </a:spcAft>
                      </a:pPr>
                      <a:r>
                        <a:rPr lang="en-US" sz="2300" b="1" kern="100">
                          <a:solidFill>
                            <a:srgbClr val="0000FF"/>
                          </a:solidFill>
                          <a:latin typeface="微软雅黑" panose="020B0503020204020204" charset="-122"/>
                          <a:ea typeface="微软雅黑" panose="020B0503020204020204" charset="-122"/>
                          <a:cs typeface="Consolas" panose="020B0609020204030204" pitchFamily="49" charset="0"/>
                        </a:rPr>
                        <a:t>6</a:t>
                      </a:r>
                    </a:p>
                  </a:txBody>
                  <a:tcPr marL="68580" marR="68580" marT="0" marB="0"/>
                </a:tc>
                <a:tc>
                  <a:txBody>
                    <a:bodyPr/>
                    <a:lstStyle/>
                    <a:p>
                      <a:pPr indent="0" algn="ctr">
                        <a:lnSpc>
                          <a:spcPct val="150000"/>
                        </a:lnSpc>
                        <a:spcAft>
                          <a:spcPts val="0"/>
                        </a:spcAft>
                      </a:pPr>
                      <a:r>
                        <a:rPr lang="en-US" sz="2300" b="1" kern="100">
                          <a:solidFill>
                            <a:srgbClr val="0000FF"/>
                          </a:solidFill>
                          <a:latin typeface="微软雅黑" panose="020B0503020204020204" charset="-122"/>
                          <a:ea typeface="微软雅黑" panose="020B0503020204020204" charset="-122"/>
                          <a:cs typeface="Consolas" panose="020B0609020204030204" pitchFamily="49" charset="0"/>
                        </a:rPr>
                        <a:t>5</a:t>
                      </a:r>
                    </a:p>
                  </a:txBody>
                  <a:tcPr marL="68580" marR="68580" marT="0" marB="0"/>
                </a:tc>
                <a:tc>
                  <a:txBody>
                    <a:bodyPr/>
                    <a:lstStyle/>
                    <a:p>
                      <a:pPr indent="0" algn="ctr">
                        <a:lnSpc>
                          <a:spcPct val="150000"/>
                        </a:lnSpc>
                        <a:spcAft>
                          <a:spcPts val="0"/>
                        </a:spcAft>
                      </a:pPr>
                      <a:r>
                        <a:rPr lang="en-US" sz="2300" b="1" kern="100">
                          <a:solidFill>
                            <a:srgbClr val="0000FF"/>
                          </a:solidFill>
                          <a:latin typeface="微软雅黑" panose="020B0503020204020204" charset="-122"/>
                          <a:ea typeface="微软雅黑" panose="020B0503020204020204" charset="-122"/>
                          <a:cs typeface="Consolas" panose="020B0609020204030204" pitchFamily="49" charset="0"/>
                        </a:rPr>
                        <a:t>4</a:t>
                      </a:r>
                    </a:p>
                  </a:txBody>
                  <a:tcPr marL="68580" marR="68580" marT="0" marB="0"/>
                </a:tc>
                <a:tc>
                  <a:txBody>
                    <a:bodyPr/>
                    <a:lstStyle/>
                    <a:p>
                      <a:pPr indent="0" algn="ctr">
                        <a:lnSpc>
                          <a:spcPct val="150000"/>
                        </a:lnSpc>
                        <a:spcAft>
                          <a:spcPts val="0"/>
                        </a:spcAft>
                      </a:pPr>
                      <a:r>
                        <a:rPr lang="en-US" sz="2300" b="1" kern="100">
                          <a:solidFill>
                            <a:srgbClr val="0000FF"/>
                          </a:solidFill>
                          <a:latin typeface="微软雅黑" panose="020B0503020204020204" charset="-122"/>
                          <a:ea typeface="微软雅黑" panose="020B0503020204020204" charset="-122"/>
                          <a:cs typeface="Consolas" panose="020B0609020204030204" pitchFamily="49" charset="0"/>
                        </a:rPr>
                        <a:t>3</a:t>
                      </a:r>
                    </a:p>
                  </a:txBody>
                  <a:tcPr marL="68580" marR="68580" marT="0" marB="0"/>
                </a:tc>
                <a:tc>
                  <a:txBody>
                    <a:bodyPr/>
                    <a:lstStyle/>
                    <a:p>
                      <a:pPr indent="0" algn="ctr">
                        <a:lnSpc>
                          <a:spcPct val="150000"/>
                        </a:lnSpc>
                        <a:spcAft>
                          <a:spcPts val="0"/>
                        </a:spcAft>
                      </a:pPr>
                      <a:r>
                        <a:rPr lang="en-US" sz="2300" b="1" kern="100" dirty="0">
                          <a:solidFill>
                            <a:srgbClr val="0000FF"/>
                          </a:solidFill>
                          <a:latin typeface="微软雅黑" panose="020B0503020204020204" charset="-122"/>
                          <a:ea typeface="微软雅黑" panose="020B0503020204020204" charset="-122"/>
                          <a:cs typeface="Consolas" panose="020B0609020204030204" pitchFamily="49" charset="0"/>
                        </a:rPr>
                        <a:t>2</a:t>
                      </a: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44337475"/>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3.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graphicFrame>
        <p:nvGraphicFramePr>
          <p:cNvPr id="5" name="表格 4"/>
          <p:cNvGraphicFramePr>
            <a:graphicFrameLocks noGrp="1"/>
          </p:cNvGraphicFramePr>
          <p:nvPr>
            <p:custDataLst>
              <p:tags r:id="rId2"/>
            </p:custDataLst>
            <p:extLst>
              <p:ext uri="{D42A27DB-BD31-4B8C-83A1-F6EECF244321}">
                <p14:modId xmlns:p14="http://schemas.microsoft.com/office/powerpoint/2010/main" val="1184600507"/>
              </p:ext>
            </p:extLst>
          </p:nvPr>
        </p:nvGraphicFramePr>
        <p:xfrm>
          <a:off x="866140" y="1991360"/>
          <a:ext cx="6739890" cy="951358"/>
        </p:xfrm>
        <a:graphic>
          <a:graphicData uri="http://schemas.openxmlformats.org/drawingml/2006/table">
            <a:tbl>
              <a:tblPr>
                <a:tableStyleId>{775DCB02-9BB8-47FD-8907-85C794F793BA}</a:tableStyleId>
              </a:tblPr>
              <a:tblGrid>
                <a:gridCol w="220853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758190">
                  <a:extLst>
                    <a:ext uri="{9D8B030D-6E8A-4147-A177-3AD203B41FA5}">
                      <a16:colId xmlns:a16="http://schemas.microsoft.com/office/drawing/2014/main" val="20002"/>
                    </a:ext>
                  </a:extLst>
                </a:gridCol>
                <a:gridCol w="702945">
                  <a:extLst>
                    <a:ext uri="{9D8B030D-6E8A-4147-A177-3AD203B41FA5}">
                      <a16:colId xmlns:a16="http://schemas.microsoft.com/office/drawing/2014/main" val="20003"/>
                    </a:ext>
                  </a:extLst>
                </a:gridCol>
                <a:gridCol w="574040">
                  <a:extLst>
                    <a:ext uri="{9D8B030D-6E8A-4147-A177-3AD203B41FA5}">
                      <a16:colId xmlns:a16="http://schemas.microsoft.com/office/drawing/2014/main" val="20004"/>
                    </a:ext>
                  </a:extLst>
                </a:gridCol>
                <a:gridCol w="572135">
                  <a:extLst>
                    <a:ext uri="{9D8B030D-6E8A-4147-A177-3AD203B41FA5}">
                      <a16:colId xmlns:a16="http://schemas.microsoft.com/office/drawing/2014/main" val="20005"/>
                    </a:ext>
                  </a:extLst>
                </a:gridCol>
                <a:gridCol w="573405">
                  <a:extLst>
                    <a:ext uri="{9D8B030D-6E8A-4147-A177-3AD203B41FA5}">
                      <a16:colId xmlns:a16="http://schemas.microsoft.com/office/drawing/2014/main" val="20006"/>
                    </a:ext>
                  </a:extLst>
                </a:gridCol>
                <a:gridCol w="573405">
                  <a:extLst>
                    <a:ext uri="{9D8B030D-6E8A-4147-A177-3AD203B41FA5}">
                      <a16:colId xmlns:a16="http://schemas.microsoft.com/office/drawing/2014/main" val="20007"/>
                    </a:ext>
                  </a:extLst>
                </a:gridCol>
              </a:tblGrid>
              <a:tr h="411480">
                <a:tc>
                  <a:txBody>
                    <a:bodyPr/>
                    <a:lstStyle/>
                    <a:p>
                      <a:pPr indent="0" algn="just">
                        <a:lnSpc>
                          <a:spcPct val="150000"/>
                        </a:lnSpc>
                        <a:spcAft>
                          <a:spcPts val="0"/>
                        </a:spcAft>
                      </a:pPr>
                      <a:r>
                        <a:rPr lang="zh-CN" sz="2300" b="1" kern="100" dirty="0">
                          <a:solidFill>
                            <a:srgbClr val="006600"/>
                          </a:solidFill>
                          <a:latin typeface="+mn-ea"/>
                          <a:ea typeface="+mn-ea"/>
                          <a:cs typeface="Times New Roman" panose="02020603050405020304" pitchFamily="18" charset="0"/>
                        </a:rPr>
                        <a:t>作业编号</a:t>
                      </a:r>
                    </a:p>
                  </a:txBody>
                  <a:tcPr marL="68580" marR="68580" marT="0" marB="0"/>
                </a:tc>
                <a:tc>
                  <a:txBody>
                    <a:bodyPr/>
                    <a:lstStyle/>
                    <a:p>
                      <a:pPr indent="0" algn="ctr">
                        <a:lnSpc>
                          <a:spcPct val="150000"/>
                        </a:lnSpc>
                        <a:spcAft>
                          <a:spcPts val="0"/>
                        </a:spcAft>
                      </a:pPr>
                      <a:r>
                        <a:rPr lang="en-US" sz="2300" b="1" kern="100">
                          <a:solidFill>
                            <a:srgbClr val="FF0000"/>
                          </a:solidFill>
                          <a:latin typeface="Consolas" panose="020B0609020204030204" pitchFamily="49" charset="0"/>
                          <a:ea typeface="楷体" panose="02010609060101010101" pitchFamily="49" charset="-122"/>
                          <a:cs typeface="Consolas" panose="020B0609020204030204" pitchFamily="49" charset="0"/>
                        </a:rPr>
                        <a:t>4</a:t>
                      </a:r>
                    </a:p>
                  </a:txBody>
                  <a:tcPr marL="68580" marR="68580" marT="0" marB="0"/>
                </a:tc>
                <a:tc>
                  <a:txBody>
                    <a:bodyPr/>
                    <a:lstStyle/>
                    <a:p>
                      <a:pPr indent="0" algn="ctr">
                        <a:lnSpc>
                          <a:spcPct val="150000"/>
                        </a:lnSpc>
                        <a:spcAft>
                          <a:spcPts val="0"/>
                        </a:spcAft>
                      </a:pPr>
                      <a:r>
                        <a:rPr lang="en-US" sz="2300" b="1" kern="100">
                          <a:solidFill>
                            <a:srgbClr val="FF0000"/>
                          </a:solidFill>
                          <a:latin typeface="Consolas" panose="020B0609020204030204" pitchFamily="49" charset="0"/>
                          <a:ea typeface="楷体" panose="02010609060101010101" pitchFamily="49" charset="-122"/>
                          <a:cs typeface="Consolas" panose="020B0609020204030204" pitchFamily="49" charset="0"/>
                        </a:rPr>
                        <a:t>2</a:t>
                      </a:r>
                    </a:p>
                  </a:txBody>
                  <a:tcPr marL="68580" marR="68580" marT="0" marB="0"/>
                </a:tc>
                <a:tc>
                  <a:txBody>
                    <a:bodyPr/>
                    <a:lstStyle/>
                    <a:p>
                      <a:pPr indent="0" algn="ctr">
                        <a:lnSpc>
                          <a:spcPct val="150000"/>
                        </a:lnSpc>
                        <a:spcAft>
                          <a:spcPts val="0"/>
                        </a:spcAft>
                      </a:pPr>
                      <a:r>
                        <a:rPr lang="en-US" sz="2300" b="1" kern="100">
                          <a:solidFill>
                            <a:srgbClr val="FF0000"/>
                          </a:solidFill>
                          <a:latin typeface="Consolas" panose="020B0609020204030204" pitchFamily="49" charset="0"/>
                          <a:ea typeface="楷体" panose="02010609060101010101" pitchFamily="49" charset="-122"/>
                          <a:cs typeface="Consolas" panose="020B0609020204030204" pitchFamily="49" charset="0"/>
                        </a:rPr>
                        <a:t>5</a:t>
                      </a:r>
                    </a:p>
                  </a:txBody>
                  <a:tcPr marL="68580" marR="68580" marT="0" marB="0"/>
                </a:tc>
                <a:tc>
                  <a:txBody>
                    <a:bodyPr/>
                    <a:lstStyle/>
                    <a:p>
                      <a:pPr indent="0" algn="ctr">
                        <a:lnSpc>
                          <a:spcPct val="150000"/>
                        </a:lnSpc>
                        <a:spcAft>
                          <a:spcPts val="0"/>
                        </a:spcAft>
                      </a:pPr>
                      <a:r>
                        <a:rPr lang="en-US" sz="2300" b="1" kern="100">
                          <a:solidFill>
                            <a:srgbClr val="006600"/>
                          </a:solidFill>
                          <a:latin typeface="Consolas" panose="020B0609020204030204" pitchFamily="49" charset="0"/>
                          <a:ea typeface="楷体" panose="02010609060101010101" pitchFamily="49" charset="-122"/>
                          <a:cs typeface="Consolas" panose="020B0609020204030204" pitchFamily="49" charset="0"/>
                        </a:rPr>
                        <a:t>6</a:t>
                      </a:r>
                    </a:p>
                  </a:txBody>
                  <a:tcPr marL="68580" marR="68580" marT="0" marB="0"/>
                </a:tc>
                <a:tc>
                  <a:txBody>
                    <a:bodyPr/>
                    <a:lstStyle/>
                    <a:p>
                      <a:pPr indent="0" algn="ctr">
                        <a:lnSpc>
                          <a:spcPct val="150000"/>
                        </a:lnSpc>
                        <a:spcAft>
                          <a:spcPts val="0"/>
                        </a:spcAft>
                      </a:pPr>
                      <a:r>
                        <a:rPr lang="en-US" sz="2300" b="1" kern="100">
                          <a:solidFill>
                            <a:srgbClr val="006600"/>
                          </a:solidFill>
                          <a:latin typeface="Consolas" panose="020B0609020204030204" pitchFamily="49" charset="0"/>
                          <a:ea typeface="楷体" panose="02010609060101010101" pitchFamily="49" charset="-122"/>
                          <a:cs typeface="Consolas" panose="020B0609020204030204" pitchFamily="49" charset="0"/>
                        </a:rPr>
                        <a:t>3</a:t>
                      </a:r>
                    </a:p>
                  </a:txBody>
                  <a:tcPr marL="68580" marR="68580" marT="0" marB="0"/>
                </a:tc>
                <a:tc>
                  <a:txBody>
                    <a:bodyPr/>
                    <a:lstStyle/>
                    <a:p>
                      <a:pPr indent="0" algn="ctr">
                        <a:lnSpc>
                          <a:spcPct val="150000"/>
                        </a:lnSpc>
                        <a:spcAft>
                          <a:spcPts val="0"/>
                        </a:spcAft>
                      </a:pPr>
                      <a:r>
                        <a:rPr lang="en-US" sz="2300" b="1" kern="100">
                          <a:solidFill>
                            <a:srgbClr val="006600"/>
                          </a:solidFill>
                          <a:latin typeface="Consolas" panose="020B0609020204030204" pitchFamily="49" charset="0"/>
                          <a:ea typeface="楷体" panose="02010609060101010101" pitchFamily="49" charset="-122"/>
                          <a:cs typeface="Consolas" panose="020B0609020204030204" pitchFamily="49" charset="0"/>
                        </a:rPr>
                        <a:t>7</a:t>
                      </a:r>
                    </a:p>
                  </a:txBody>
                  <a:tcPr marL="68580" marR="68580" marT="0" marB="0"/>
                </a:tc>
                <a:tc>
                  <a:txBody>
                    <a:bodyPr/>
                    <a:lstStyle/>
                    <a:p>
                      <a:pPr indent="0" algn="ctr">
                        <a:lnSpc>
                          <a:spcPct val="150000"/>
                        </a:lnSpc>
                        <a:spcAft>
                          <a:spcPts val="0"/>
                        </a:spcAft>
                      </a:pPr>
                      <a:r>
                        <a:rPr lang="en-US" sz="2300" b="1" kern="100">
                          <a:solidFill>
                            <a:srgbClr val="006600"/>
                          </a:solidFill>
                          <a:latin typeface="Consolas" panose="020B0609020204030204" pitchFamily="49" charset="0"/>
                          <a:ea typeface="楷体" panose="02010609060101010101" pitchFamily="49" charset="-122"/>
                          <a:cs typeface="Consolas" panose="020B0609020204030204" pitchFamily="49" charset="0"/>
                        </a:rPr>
                        <a:t>1</a:t>
                      </a:r>
                    </a:p>
                  </a:txBody>
                  <a:tcPr marL="68580" marR="68580" marT="0" marB="0"/>
                </a:tc>
                <a:extLst>
                  <a:ext uri="{0D108BD9-81ED-4DB2-BD59-A6C34878D82A}">
                    <a16:rowId xmlns:a16="http://schemas.microsoft.com/office/drawing/2014/main" val="10000"/>
                  </a:ext>
                </a:extLst>
              </a:tr>
              <a:tr h="0">
                <a:tc>
                  <a:txBody>
                    <a:bodyPr/>
                    <a:lstStyle/>
                    <a:p>
                      <a:pPr indent="0" algn="just">
                        <a:lnSpc>
                          <a:spcPct val="150000"/>
                        </a:lnSpc>
                        <a:spcAft>
                          <a:spcPts val="0"/>
                        </a:spcAft>
                      </a:pPr>
                      <a:r>
                        <a:rPr lang="zh-CN" sz="2300" b="1" kern="100" dirty="0">
                          <a:solidFill>
                            <a:srgbClr val="006600"/>
                          </a:solidFill>
                          <a:latin typeface="+mn-ea"/>
                          <a:ea typeface="+mn-ea"/>
                          <a:cs typeface="Times New Roman" panose="02020603050405020304" pitchFamily="18" charset="0"/>
                        </a:rPr>
                        <a:t>作业的处理时间</a:t>
                      </a:r>
                    </a:p>
                  </a:txBody>
                  <a:tcPr marL="68580" marR="68580" marT="0" marB="0"/>
                </a:tc>
                <a:tc>
                  <a:txBody>
                    <a:bodyPr/>
                    <a:lstStyle/>
                    <a:p>
                      <a:pPr indent="0" algn="ctr">
                        <a:lnSpc>
                          <a:spcPct val="150000"/>
                        </a:lnSpc>
                        <a:spcAft>
                          <a:spcPts val="0"/>
                        </a:spcAft>
                      </a:pPr>
                      <a:r>
                        <a:rPr lang="en-US" sz="2300" b="1" kern="100">
                          <a:solidFill>
                            <a:srgbClr val="0000FF"/>
                          </a:solidFill>
                          <a:latin typeface="Consolas" panose="020B0609020204030204" pitchFamily="49" charset="0"/>
                          <a:ea typeface="楷体" panose="02010609060101010101" pitchFamily="49" charset="-122"/>
                          <a:cs typeface="Consolas" panose="020B0609020204030204" pitchFamily="49" charset="0"/>
                        </a:rPr>
                        <a:t>16</a:t>
                      </a:r>
                    </a:p>
                  </a:txBody>
                  <a:tcPr marL="68580" marR="68580" marT="0" marB="0"/>
                </a:tc>
                <a:tc>
                  <a:txBody>
                    <a:bodyPr/>
                    <a:lstStyle/>
                    <a:p>
                      <a:pPr indent="0" algn="ctr">
                        <a:lnSpc>
                          <a:spcPct val="150000"/>
                        </a:lnSpc>
                        <a:spcAft>
                          <a:spcPts val="0"/>
                        </a:spcAft>
                      </a:pPr>
                      <a:r>
                        <a:rPr lang="en-US" sz="2300" b="1" kern="100">
                          <a:solidFill>
                            <a:srgbClr val="0000FF"/>
                          </a:solidFill>
                          <a:latin typeface="Consolas" panose="020B0609020204030204" pitchFamily="49" charset="0"/>
                          <a:ea typeface="楷体" panose="02010609060101010101" pitchFamily="49" charset="-122"/>
                          <a:cs typeface="Consolas" panose="020B0609020204030204" pitchFamily="49" charset="0"/>
                        </a:rPr>
                        <a:t>14</a:t>
                      </a:r>
                    </a:p>
                  </a:txBody>
                  <a:tcPr marL="68580" marR="68580" marT="0" marB="0"/>
                </a:tc>
                <a:tc>
                  <a:txBody>
                    <a:bodyPr/>
                    <a:lstStyle/>
                    <a:p>
                      <a:pPr indent="0" algn="ctr">
                        <a:lnSpc>
                          <a:spcPct val="150000"/>
                        </a:lnSpc>
                        <a:spcAft>
                          <a:spcPts val="0"/>
                        </a:spcAft>
                      </a:pPr>
                      <a:r>
                        <a:rPr lang="en-US" sz="2300" b="1" kern="100">
                          <a:solidFill>
                            <a:srgbClr val="0000FF"/>
                          </a:solidFill>
                          <a:latin typeface="Consolas" panose="020B0609020204030204" pitchFamily="49" charset="0"/>
                          <a:ea typeface="楷体" panose="02010609060101010101" pitchFamily="49" charset="-122"/>
                          <a:cs typeface="Consolas" panose="020B0609020204030204" pitchFamily="49" charset="0"/>
                        </a:rPr>
                        <a:t>6</a:t>
                      </a:r>
                    </a:p>
                  </a:txBody>
                  <a:tcPr marL="68580" marR="68580" marT="0" marB="0"/>
                </a:tc>
                <a:tc>
                  <a:txBody>
                    <a:bodyPr/>
                    <a:lstStyle/>
                    <a:p>
                      <a:pPr indent="0" algn="ctr">
                        <a:lnSpc>
                          <a:spcPct val="150000"/>
                        </a:lnSpc>
                        <a:spcAft>
                          <a:spcPts val="0"/>
                        </a:spcAft>
                      </a:pPr>
                      <a:r>
                        <a:rPr lang="en-US" sz="2300" b="1" kern="100">
                          <a:solidFill>
                            <a:srgbClr val="0000FF"/>
                          </a:solidFill>
                          <a:latin typeface="Consolas" panose="020B0609020204030204" pitchFamily="49" charset="0"/>
                          <a:ea typeface="楷体" panose="02010609060101010101" pitchFamily="49" charset="-122"/>
                          <a:cs typeface="Consolas" panose="020B0609020204030204" pitchFamily="49" charset="0"/>
                        </a:rPr>
                        <a:t>5</a:t>
                      </a:r>
                    </a:p>
                  </a:txBody>
                  <a:tcPr marL="68580" marR="68580" marT="0" marB="0"/>
                </a:tc>
                <a:tc>
                  <a:txBody>
                    <a:bodyPr/>
                    <a:lstStyle/>
                    <a:p>
                      <a:pPr indent="0" algn="ctr">
                        <a:lnSpc>
                          <a:spcPct val="150000"/>
                        </a:lnSpc>
                        <a:spcAft>
                          <a:spcPts val="0"/>
                        </a:spcAft>
                      </a:pPr>
                      <a:r>
                        <a:rPr lang="en-US" sz="2300" b="1" kern="100">
                          <a:solidFill>
                            <a:srgbClr val="0000FF"/>
                          </a:solidFill>
                          <a:latin typeface="Consolas" panose="020B0609020204030204" pitchFamily="49" charset="0"/>
                          <a:ea typeface="楷体" panose="02010609060101010101" pitchFamily="49" charset="-122"/>
                          <a:cs typeface="Consolas" panose="020B0609020204030204" pitchFamily="49" charset="0"/>
                        </a:rPr>
                        <a:t>4</a:t>
                      </a:r>
                    </a:p>
                  </a:txBody>
                  <a:tcPr marL="68580" marR="68580" marT="0" marB="0"/>
                </a:tc>
                <a:tc>
                  <a:txBody>
                    <a:bodyPr/>
                    <a:lstStyle/>
                    <a:p>
                      <a:pPr indent="0" algn="ctr">
                        <a:lnSpc>
                          <a:spcPct val="150000"/>
                        </a:lnSpc>
                        <a:spcAft>
                          <a:spcPts val="0"/>
                        </a:spcAft>
                      </a:pPr>
                      <a:r>
                        <a:rPr lang="en-US" sz="2300" b="1" kern="100">
                          <a:solidFill>
                            <a:srgbClr val="0000FF"/>
                          </a:solidFill>
                          <a:latin typeface="Consolas" panose="020B0609020204030204" pitchFamily="49" charset="0"/>
                          <a:ea typeface="楷体" panose="02010609060101010101" pitchFamily="49" charset="-122"/>
                          <a:cs typeface="Consolas" panose="020B0609020204030204" pitchFamily="49" charset="0"/>
                        </a:rPr>
                        <a:t>3</a:t>
                      </a:r>
                    </a:p>
                  </a:txBody>
                  <a:tcPr marL="68580" marR="68580" marT="0" marB="0"/>
                </a:tc>
                <a:tc>
                  <a:txBody>
                    <a:bodyPr/>
                    <a:lstStyle/>
                    <a:p>
                      <a:pPr indent="0" algn="ctr">
                        <a:lnSpc>
                          <a:spcPct val="150000"/>
                        </a:lnSpc>
                        <a:spcAft>
                          <a:spcPts val="0"/>
                        </a:spcAft>
                      </a:pPr>
                      <a:r>
                        <a:rPr lang="en-US" sz="2300" b="1" kern="100" dirty="0">
                          <a:solidFill>
                            <a:srgbClr val="0000FF"/>
                          </a:solidFill>
                          <a:latin typeface="Consolas" panose="020B0609020204030204" pitchFamily="49" charset="0"/>
                          <a:ea typeface="楷体" panose="02010609060101010101" pitchFamily="49" charset="-122"/>
                          <a:cs typeface="Consolas" panose="020B0609020204030204" pitchFamily="49" charset="0"/>
                        </a:rPr>
                        <a:t>2</a:t>
                      </a:r>
                    </a:p>
                  </a:txBody>
                  <a:tcPr marL="68580" marR="68580" marT="0" marB="0"/>
                </a:tc>
                <a:extLst>
                  <a:ext uri="{0D108BD9-81ED-4DB2-BD59-A6C34878D82A}">
                    <a16:rowId xmlns:a16="http://schemas.microsoft.com/office/drawing/2014/main" val="10001"/>
                  </a:ext>
                </a:extLst>
              </a:tr>
            </a:tbl>
          </a:graphicData>
        </a:graphic>
      </p:graphicFrame>
      <p:sp>
        <p:nvSpPr>
          <p:cNvPr id="6" name="TextBox 5"/>
          <p:cNvSpPr txBox="1"/>
          <p:nvPr/>
        </p:nvSpPr>
        <p:spPr>
          <a:xfrm>
            <a:off x="370840" y="752475"/>
            <a:ext cx="8318500" cy="1103572"/>
          </a:xfrm>
          <a:prstGeom prst="rect">
            <a:avLst/>
          </a:prstGeom>
          <a:solidFill>
            <a:schemeClr val="accent1">
              <a:lumMod val="20000"/>
              <a:lumOff val="80000"/>
            </a:schemeClr>
          </a:solidFill>
        </p:spPr>
        <p:txBody>
          <a:bodyPr wrap="square" rtlCol="0">
            <a:spAutoFit/>
          </a:bodyPr>
          <a:lstStyle/>
          <a:p>
            <a:pPr>
              <a:lnSpc>
                <a:spcPct val="150000"/>
              </a:lnSpc>
            </a:pPr>
            <a:r>
              <a:rPr lang="en-US" altLang="zh-CN" sz="2300" b="1">
                <a:solidFill>
                  <a:srgbClr val="0000FF"/>
                </a:solidFill>
                <a:latin typeface="+mn-ea"/>
                <a:ea typeface="+mn-ea"/>
                <a:cs typeface="微软雅黑" panose="020B0503020204020204" charset="-122"/>
              </a:rPr>
              <a:t>   </a:t>
            </a:r>
            <a:r>
              <a:rPr lang="zh-CN" altLang="zh-CN" sz="2300" b="1">
                <a:solidFill>
                  <a:srgbClr val="0000FF"/>
                </a:solidFill>
                <a:latin typeface="+mn-ea"/>
                <a:ea typeface="+mn-ea"/>
                <a:cs typeface="微软雅黑" panose="020B0503020204020204" charset="-122"/>
              </a:rPr>
              <a:t>（</a:t>
            </a:r>
            <a:r>
              <a:rPr lang="en-US" altLang="zh-CN" sz="2300" b="1">
                <a:solidFill>
                  <a:srgbClr val="0000FF"/>
                </a:solidFill>
                <a:latin typeface="+mn-ea"/>
                <a:ea typeface="+mn-ea"/>
                <a:cs typeface="微软雅黑" panose="020B0503020204020204" charset="-122"/>
              </a:rPr>
              <a:t>2</a:t>
            </a:r>
            <a:r>
              <a:rPr lang="zh-CN" altLang="zh-CN" sz="2300" b="1">
                <a:solidFill>
                  <a:srgbClr val="0000FF"/>
                </a:solidFill>
                <a:latin typeface="+mn-ea"/>
                <a:ea typeface="+mn-ea"/>
                <a:cs typeface="微软雅黑" panose="020B0503020204020204" charset="-122"/>
              </a:rPr>
              <a:t>）先将排序后的前</a:t>
            </a:r>
            <a:r>
              <a:rPr lang="en-US" altLang="zh-CN" sz="2300" b="1">
                <a:solidFill>
                  <a:srgbClr val="0000FF"/>
                </a:solidFill>
                <a:latin typeface="+mn-ea"/>
                <a:ea typeface="+mn-ea"/>
                <a:cs typeface="微软雅黑" panose="020B0503020204020204" charset="-122"/>
              </a:rPr>
              <a:t>3</a:t>
            </a:r>
            <a:r>
              <a:rPr lang="zh-CN" altLang="zh-CN" sz="2300" b="1">
                <a:solidFill>
                  <a:srgbClr val="0000FF"/>
                </a:solidFill>
                <a:latin typeface="+mn-ea"/>
                <a:ea typeface="+mn-ea"/>
                <a:cs typeface="微软雅黑" panose="020B0503020204020204" charset="-122"/>
              </a:rPr>
              <a:t>个作业分配给</a:t>
            </a:r>
            <a:r>
              <a:rPr lang="en-US" altLang="zh-CN" sz="2300" b="1">
                <a:solidFill>
                  <a:srgbClr val="0000FF"/>
                </a:solidFill>
                <a:latin typeface="+mn-ea"/>
                <a:ea typeface="+mn-ea"/>
                <a:cs typeface="微软雅黑" panose="020B0503020204020204" charset="-122"/>
              </a:rPr>
              <a:t>3</a:t>
            </a:r>
            <a:r>
              <a:rPr lang="zh-CN" altLang="zh-CN" sz="2300" b="1">
                <a:solidFill>
                  <a:srgbClr val="0000FF"/>
                </a:solidFill>
                <a:latin typeface="+mn-ea"/>
                <a:ea typeface="+mn-ea"/>
                <a:cs typeface="微软雅黑" panose="020B0503020204020204" charset="-122"/>
              </a:rPr>
              <a:t>台机器。此时机器的分配情况为</a:t>
            </a:r>
            <a:r>
              <a:rPr lang="en-US" altLang="zh-CN" sz="2300" b="1">
                <a:solidFill>
                  <a:srgbClr val="0000FF"/>
                </a:solidFill>
                <a:latin typeface="+mn-ea"/>
                <a:ea typeface="+mn-ea"/>
                <a:cs typeface="微软雅黑" panose="020B0503020204020204" charset="-122"/>
              </a:rPr>
              <a:t>{{4}</a:t>
            </a:r>
            <a:r>
              <a:rPr lang="zh-CN" altLang="zh-CN" sz="2300" b="1">
                <a:solidFill>
                  <a:srgbClr val="0000FF"/>
                </a:solidFill>
                <a:latin typeface="+mn-ea"/>
                <a:ea typeface="+mn-ea"/>
                <a:cs typeface="微软雅黑" panose="020B0503020204020204" charset="-122"/>
              </a:rPr>
              <a:t>，</a:t>
            </a:r>
            <a:r>
              <a:rPr lang="en-US" altLang="zh-CN" sz="2300" b="1">
                <a:solidFill>
                  <a:srgbClr val="0000FF"/>
                </a:solidFill>
                <a:latin typeface="+mn-ea"/>
                <a:ea typeface="+mn-ea"/>
                <a:cs typeface="微软雅黑" panose="020B0503020204020204" charset="-122"/>
              </a:rPr>
              <a:t>{2}</a:t>
            </a:r>
            <a:r>
              <a:rPr lang="zh-CN" altLang="zh-CN" sz="2300" b="1">
                <a:solidFill>
                  <a:srgbClr val="0000FF"/>
                </a:solidFill>
                <a:latin typeface="+mn-ea"/>
                <a:ea typeface="+mn-ea"/>
                <a:cs typeface="微软雅黑" panose="020B0503020204020204" charset="-122"/>
              </a:rPr>
              <a:t>，</a:t>
            </a:r>
            <a:r>
              <a:rPr lang="en-US" altLang="zh-CN" sz="2300" b="1">
                <a:solidFill>
                  <a:srgbClr val="0000FF"/>
                </a:solidFill>
                <a:latin typeface="+mn-ea"/>
                <a:ea typeface="+mn-ea"/>
                <a:cs typeface="微软雅黑" panose="020B0503020204020204" charset="-122"/>
              </a:rPr>
              <a:t>{5}}</a:t>
            </a:r>
            <a:r>
              <a:rPr lang="zh-CN" altLang="zh-CN" sz="2300" b="1">
                <a:solidFill>
                  <a:srgbClr val="0000FF"/>
                </a:solidFill>
                <a:latin typeface="+mn-ea"/>
                <a:ea typeface="+mn-ea"/>
                <a:cs typeface="微软雅黑" panose="020B0503020204020204" charset="-122"/>
              </a:rPr>
              <a:t>，对应的总处理时间为</a:t>
            </a:r>
            <a:r>
              <a:rPr lang="en-US" altLang="zh-CN" sz="2300" b="1">
                <a:solidFill>
                  <a:srgbClr val="0000FF"/>
                </a:solidFill>
                <a:latin typeface="+mn-ea"/>
                <a:ea typeface="+mn-ea"/>
                <a:cs typeface="微软雅黑" panose="020B0503020204020204" charset="-122"/>
              </a:rPr>
              <a:t>{16</a:t>
            </a:r>
            <a:r>
              <a:rPr lang="zh-CN" altLang="zh-CN" sz="2300" b="1">
                <a:solidFill>
                  <a:srgbClr val="0000FF"/>
                </a:solidFill>
                <a:latin typeface="+mn-ea"/>
                <a:ea typeface="+mn-ea"/>
                <a:cs typeface="微软雅黑" panose="020B0503020204020204" charset="-122"/>
              </a:rPr>
              <a:t>，</a:t>
            </a:r>
            <a:r>
              <a:rPr lang="en-US" altLang="zh-CN" sz="2300" b="1">
                <a:solidFill>
                  <a:srgbClr val="0000FF"/>
                </a:solidFill>
                <a:latin typeface="+mn-ea"/>
                <a:ea typeface="+mn-ea"/>
                <a:cs typeface="微软雅黑" panose="020B0503020204020204" charset="-122"/>
              </a:rPr>
              <a:t>14</a:t>
            </a:r>
            <a:r>
              <a:rPr lang="zh-CN" altLang="zh-CN" sz="2300" b="1">
                <a:solidFill>
                  <a:srgbClr val="0000FF"/>
                </a:solidFill>
                <a:latin typeface="+mn-ea"/>
                <a:ea typeface="+mn-ea"/>
                <a:cs typeface="微软雅黑" panose="020B0503020204020204" charset="-122"/>
              </a:rPr>
              <a:t>，</a:t>
            </a:r>
            <a:r>
              <a:rPr lang="en-US" altLang="zh-CN" sz="2300" b="1">
                <a:solidFill>
                  <a:srgbClr val="0000FF"/>
                </a:solidFill>
                <a:latin typeface="+mn-ea"/>
                <a:ea typeface="+mn-ea"/>
                <a:cs typeface="微软雅黑" panose="020B0503020204020204" charset="-122"/>
              </a:rPr>
              <a:t>6}</a:t>
            </a:r>
            <a:r>
              <a:rPr lang="zh-CN" altLang="zh-CN" sz="2300" b="1">
                <a:solidFill>
                  <a:srgbClr val="0000FF"/>
                </a:solidFill>
                <a:latin typeface="+mn-ea"/>
                <a:ea typeface="+mn-ea"/>
                <a:cs typeface="微软雅黑" panose="020B0503020204020204" charset="-122"/>
              </a:rPr>
              <a:t>。</a:t>
            </a:r>
          </a:p>
        </p:txBody>
      </p:sp>
      <p:pic>
        <p:nvPicPr>
          <p:cNvPr id="290818" name="Picture 2"/>
          <p:cNvPicPr>
            <a:picLocks noChangeAspect="1" noChangeArrowheads="1"/>
          </p:cNvPicPr>
          <p:nvPr/>
        </p:nvPicPr>
        <p:blipFill>
          <a:blip r:embed="rId5" cstate="print"/>
          <a:srcRect/>
          <a:stretch>
            <a:fillRect/>
          </a:stretch>
        </p:blipFill>
        <p:spPr bwMode="auto">
          <a:xfrm>
            <a:off x="1871326" y="3162296"/>
            <a:ext cx="642942" cy="902310"/>
          </a:xfrm>
          <a:prstGeom prst="rect">
            <a:avLst/>
          </a:prstGeom>
          <a:noFill/>
          <a:ln w="9525">
            <a:noFill/>
            <a:miter lim="800000"/>
            <a:headEnd/>
            <a:tailEnd/>
          </a:ln>
        </p:spPr>
      </p:pic>
      <p:sp>
        <p:nvSpPr>
          <p:cNvPr id="7" name="TextBox 6"/>
          <p:cNvSpPr txBox="1"/>
          <p:nvPr/>
        </p:nvSpPr>
        <p:spPr>
          <a:xfrm>
            <a:off x="580390" y="3448050"/>
            <a:ext cx="1005205" cy="445135"/>
          </a:xfrm>
          <a:prstGeom prst="rect">
            <a:avLst/>
          </a:prstGeom>
          <a:noFill/>
        </p:spPr>
        <p:txBody>
          <a:bodyPr wrap="square" rtlCol="0">
            <a:spAutoFit/>
          </a:bodyPr>
          <a:lstStyle/>
          <a:p>
            <a:r>
              <a:rPr lang="zh-CN" altLang="zh-CN" sz="2300">
                <a:solidFill>
                  <a:schemeClr val="tx1"/>
                </a:solidFill>
                <a:latin typeface="+mn-ea"/>
                <a:ea typeface="+mn-ea"/>
                <a:cs typeface="微软雅黑" panose="020B0503020204020204" charset="-122"/>
              </a:rPr>
              <a:t>机器</a:t>
            </a:r>
            <a:r>
              <a:rPr lang="en-US" altLang="zh-CN" sz="2300">
                <a:solidFill>
                  <a:schemeClr val="tx1"/>
                </a:solidFill>
                <a:latin typeface="+mn-ea"/>
                <a:ea typeface="+mn-ea"/>
                <a:cs typeface="微软雅黑" panose="020B0503020204020204" charset="-122"/>
              </a:rPr>
              <a:t>1</a:t>
            </a:r>
          </a:p>
        </p:txBody>
      </p:sp>
      <p:pic>
        <p:nvPicPr>
          <p:cNvPr id="8" name="Picture 2"/>
          <p:cNvPicPr>
            <a:picLocks noChangeAspect="1" noChangeArrowheads="1"/>
          </p:cNvPicPr>
          <p:nvPr/>
        </p:nvPicPr>
        <p:blipFill>
          <a:blip r:embed="rId5" cstate="print"/>
          <a:srcRect/>
          <a:stretch>
            <a:fillRect/>
          </a:stretch>
        </p:blipFill>
        <p:spPr bwMode="auto">
          <a:xfrm>
            <a:off x="1871326" y="4403126"/>
            <a:ext cx="642942" cy="902310"/>
          </a:xfrm>
          <a:prstGeom prst="rect">
            <a:avLst/>
          </a:prstGeom>
          <a:noFill/>
          <a:ln w="9525">
            <a:noFill/>
            <a:miter lim="800000"/>
            <a:headEnd/>
            <a:tailEnd/>
          </a:ln>
        </p:spPr>
      </p:pic>
      <p:sp>
        <p:nvSpPr>
          <p:cNvPr id="9" name="TextBox 8"/>
          <p:cNvSpPr txBox="1"/>
          <p:nvPr/>
        </p:nvSpPr>
        <p:spPr>
          <a:xfrm>
            <a:off x="601345" y="4688840"/>
            <a:ext cx="984250" cy="445135"/>
          </a:xfrm>
          <a:prstGeom prst="rect">
            <a:avLst/>
          </a:prstGeom>
          <a:noFill/>
        </p:spPr>
        <p:txBody>
          <a:bodyPr wrap="square" rtlCol="0">
            <a:spAutoFit/>
          </a:bodyPr>
          <a:lstStyle/>
          <a:p>
            <a:r>
              <a:rPr lang="zh-CN" altLang="zh-CN" sz="2300">
                <a:solidFill>
                  <a:schemeClr val="tx1"/>
                </a:solidFill>
                <a:latin typeface="+mn-ea"/>
                <a:ea typeface="+mn-ea"/>
                <a:cs typeface="微软雅黑" panose="020B0503020204020204" charset="-122"/>
              </a:rPr>
              <a:t>机器</a:t>
            </a:r>
            <a:r>
              <a:rPr lang="en-US" altLang="zh-CN" sz="2300">
                <a:solidFill>
                  <a:schemeClr val="tx1"/>
                </a:solidFill>
                <a:latin typeface="+mn-ea"/>
                <a:ea typeface="+mn-ea"/>
                <a:cs typeface="微软雅黑" panose="020B0503020204020204" charset="-122"/>
              </a:rPr>
              <a:t>2</a:t>
            </a:r>
          </a:p>
        </p:txBody>
      </p:sp>
      <p:pic>
        <p:nvPicPr>
          <p:cNvPr id="10" name="Picture 2"/>
          <p:cNvPicPr>
            <a:picLocks noChangeAspect="1" noChangeArrowheads="1"/>
          </p:cNvPicPr>
          <p:nvPr/>
        </p:nvPicPr>
        <p:blipFill>
          <a:blip r:embed="rId5" cstate="print"/>
          <a:srcRect/>
          <a:stretch>
            <a:fillRect/>
          </a:stretch>
        </p:blipFill>
        <p:spPr bwMode="auto">
          <a:xfrm>
            <a:off x="1871326" y="5591188"/>
            <a:ext cx="642942" cy="902310"/>
          </a:xfrm>
          <a:prstGeom prst="rect">
            <a:avLst/>
          </a:prstGeom>
          <a:noFill/>
          <a:ln w="9525">
            <a:noFill/>
            <a:miter lim="800000"/>
            <a:headEnd/>
            <a:tailEnd/>
          </a:ln>
        </p:spPr>
      </p:pic>
      <p:sp>
        <p:nvSpPr>
          <p:cNvPr id="11" name="TextBox 10"/>
          <p:cNvSpPr txBox="1"/>
          <p:nvPr/>
        </p:nvSpPr>
        <p:spPr>
          <a:xfrm>
            <a:off x="537845" y="5876925"/>
            <a:ext cx="1047750" cy="445135"/>
          </a:xfrm>
          <a:prstGeom prst="rect">
            <a:avLst/>
          </a:prstGeom>
          <a:noFill/>
        </p:spPr>
        <p:txBody>
          <a:bodyPr wrap="square" rtlCol="0">
            <a:spAutoFit/>
          </a:bodyPr>
          <a:lstStyle/>
          <a:p>
            <a:r>
              <a:rPr lang="zh-CN" altLang="zh-CN" sz="2300">
                <a:solidFill>
                  <a:schemeClr val="tx1"/>
                </a:solidFill>
                <a:latin typeface="+mn-ea"/>
                <a:ea typeface="+mn-ea"/>
                <a:cs typeface="微软雅黑" panose="020B0503020204020204" charset="-122"/>
              </a:rPr>
              <a:t>机器</a:t>
            </a:r>
            <a:r>
              <a:rPr lang="en-US" altLang="zh-CN" sz="2300">
                <a:solidFill>
                  <a:schemeClr val="tx1"/>
                </a:solidFill>
                <a:latin typeface="+mn-ea"/>
                <a:ea typeface="+mn-ea"/>
                <a:cs typeface="微软雅黑" panose="020B0503020204020204" charset="-122"/>
              </a:rPr>
              <a:t>3</a:t>
            </a:r>
          </a:p>
        </p:txBody>
      </p:sp>
      <p:sp>
        <p:nvSpPr>
          <p:cNvPr id="12" name="任意多边形 11"/>
          <p:cNvSpPr/>
          <p:nvPr/>
        </p:nvSpPr>
        <p:spPr>
          <a:xfrm>
            <a:off x="2442829" y="2780640"/>
            <a:ext cx="1138970" cy="1043965"/>
          </a:xfrm>
          <a:custGeom>
            <a:avLst/>
            <a:gdLst>
              <a:gd name="connsiteX0" fmla="*/ 350729 w 396658"/>
              <a:gd name="connsiteY0" fmla="*/ 0 h 951978"/>
              <a:gd name="connsiteX1" fmla="*/ 338203 w 396658"/>
              <a:gd name="connsiteY1" fmla="*/ 375781 h 951978"/>
              <a:gd name="connsiteX2" fmla="*/ 0 w 396658"/>
              <a:gd name="connsiteY2" fmla="*/ 951978 h 951978"/>
              <a:gd name="connsiteX0-1" fmla="*/ 1116006 w 1289481"/>
              <a:gd name="connsiteY0-2" fmla="*/ 0 h 1043965"/>
              <a:gd name="connsiteX1-3" fmla="*/ 1103480 w 1289481"/>
              <a:gd name="connsiteY1-4" fmla="*/ 375781 h 1043965"/>
              <a:gd name="connsiteX2-5" fmla="*/ 0 w 1289481"/>
              <a:gd name="connsiteY2-6" fmla="*/ 1043965 h 1043965"/>
              <a:gd name="connsiteX0-7" fmla="*/ 1116006 w 1138970"/>
              <a:gd name="connsiteY0-8" fmla="*/ 0 h 1043965"/>
              <a:gd name="connsiteX1-9" fmla="*/ 714381 w 1138970"/>
              <a:gd name="connsiteY1-10" fmla="*/ 543899 h 1043965"/>
              <a:gd name="connsiteX2-11" fmla="*/ 0 w 1138970"/>
              <a:gd name="connsiteY2-12" fmla="*/ 1043965 h 1043965"/>
            </a:gdLst>
            <a:ahLst/>
            <a:cxnLst>
              <a:cxn ang="0">
                <a:pos x="connsiteX0-1" y="connsiteY0-2"/>
              </a:cxn>
              <a:cxn ang="0">
                <a:pos x="connsiteX1-3" y="connsiteY1-4"/>
              </a:cxn>
              <a:cxn ang="0">
                <a:pos x="connsiteX2-5" y="connsiteY2-6"/>
              </a:cxn>
            </a:cxnLst>
            <a:rect l="l" t="t" r="r" b="b"/>
            <a:pathLst>
              <a:path w="1138970" h="1043965">
                <a:moveTo>
                  <a:pt x="1116006" y="0"/>
                </a:moveTo>
                <a:cubicBezTo>
                  <a:pt x="1138970" y="108559"/>
                  <a:pt x="900382" y="369905"/>
                  <a:pt x="714381" y="543899"/>
                </a:cubicBezTo>
                <a:cubicBezTo>
                  <a:pt x="528380" y="717893"/>
                  <a:pt x="139874" y="835198"/>
                  <a:pt x="0" y="1043965"/>
                </a:cubicBezTo>
              </a:path>
            </a:pathLst>
          </a:custGeom>
          <a:ln>
            <a:tailEnd type="arrow"/>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sz="2400" b="1">
              <a:solidFill>
                <a:prstClr val="black"/>
              </a:solidFill>
              <a:latin typeface="+mn-ea"/>
            </a:endParaRPr>
          </a:p>
        </p:txBody>
      </p:sp>
      <p:sp>
        <p:nvSpPr>
          <p:cNvPr id="13" name="任意多边形 12"/>
          <p:cNvSpPr/>
          <p:nvPr/>
        </p:nvSpPr>
        <p:spPr>
          <a:xfrm>
            <a:off x="2514268" y="2780640"/>
            <a:ext cx="1796129" cy="2379953"/>
          </a:xfrm>
          <a:custGeom>
            <a:avLst/>
            <a:gdLst>
              <a:gd name="connsiteX0" fmla="*/ 1177446 w 1177446"/>
              <a:gd name="connsiteY0" fmla="*/ 0 h 2267211"/>
              <a:gd name="connsiteX1" fmla="*/ 1064712 w 1177446"/>
              <a:gd name="connsiteY1" fmla="*/ 663879 h 2267211"/>
              <a:gd name="connsiteX2" fmla="*/ 501041 w 1177446"/>
              <a:gd name="connsiteY2" fmla="*/ 2016690 h 2267211"/>
              <a:gd name="connsiteX3" fmla="*/ 0 w 1177446"/>
              <a:gd name="connsiteY3" fmla="*/ 2167003 h 2267211"/>
              <a:gd name="connsiteX0-1" fmla="*/ 1177446 w 1185472"/>
              <a:gd name="connsiteY0-2" fmla="*/ 0 h 2217107"/>
              <a:gd name="connsiteX1-3" fmla="*/ 1064712 w 1185472"/>
              <a:gd name="connsiteY1-4" fmla="*/ 663879 h 2217107"/>
              <a:gd name="connsiteX2-5" fmla="*/ 452887 w 1185472"/>
              <a:gd name="connsiteY2-6" fmla="*/ 1901221 h 2217107"/>
              <a:gd name="connsiteX3-7" fmla="*/ 0 w 1185472"/>
              <a:gd name="connsiteY3-8" fmla="*/ 2167003 h 2217107"/>
              <a:gd name="connsiteX0-9" fmla="*/ 1796129 w 1804155"/>
              <a:gd name="connsiteY0-10" fmla="*/ 0 h 2379953"/>
              <a:gd name="connsiteX1-11" fmla="*/ 1683395 w 1804155"/>
              <a:gd name="connsiteY1-12" fmla="*/ 663879 h 2379953"/>
              <a:gd name="connsiteX2-13" fmla="*/ 1071570 w 1804155"/>
              <a:gd name="connsiteY2-14" fmla="*/ 1901221 h 2379953"/>
              <a:gd name="connsiteX3-15" fmla="*/ 0 w 1804155"/>
              <a:gd name="connsiteY3-16" fmla="*/ 2329849 h 2379953"/>
              <a:gd name="connsiteX0-17" fmla="*/ 1796129 w 1827967"/>
              <a:gd name="connsiteY0-18" fmla="*/ 0 h 2379953"/>
              <a:gd name="connsiteX1-19" fmla="*/ 1683395 w 1827967"/>
              <a:gd name="connsiteY1-20" fmla="*/ 663879 h 2379953"/>
              <a:gd name="connsiteX2-21" fmla="*/ 928695 w 1827967"/>
              <a:gd name="connsiteY2-22" fmla="*/ 1829783 h 2379953"/>
              <a:gd name="connsiteX3-23" fmla="*/ 0 w 1827967"/>
              <a:gd name="connsiteY3-24" fmla="*/ 2329849 h 2379953"/>
              <a:gd name="connsiteX0-25" fmla="*/ 1796129 w 1796129"/>
              <a:gd name="connsiteY0-26" fmla="*/ 0 h 2379953"/>
              <a:gd name="connsiteX1-27" fmla="*/ 1500199 w 1796129"/>
              <a:gd name="connsiteY1-28" fmla="*/ 758213 h 2379953"/>
              <a:gd name="connsiteX2-29" fmla="*/ 928695 w 1796129"/>
              <a:gd name="connsiteY2-30" fmla="*/ 1829783 h 2379953"/>
              <a:gd name="connsiteX3-31" fmla="*/ 0 w 1796129"/>
              <a:gd name="connsiteY3-32" fmla="*/ 2329849 h 2379953"/>
              <a:gd name="connsiteX0-33" fmla="*/ 1796129 w 1796129"/>
              <a:gd name="connsiteY0-34" fmla="*/ 0 h 2379953"/>
              <a:gd name="connsiteX1-35" fmla="*/ 1500199 w 1796129"/>
              <a:gd name="connsiteY1-36" fmla="*/ 758213 h 2379953"/>
              <a:gd name="connsiteX2-37" fmla="*/ 785819 w 1796129"/>
              <a:gd name="connsiteY2-38" fmla="*/ 1829783 h 2379953"/>
              <a:gd name="connsiteX3-39" fmla="*/ 0 w 1796129"/>
              <a:gd name="connsiteY3-40" fmla="*/ 2329849 h 2379953"/>
            </a:gdLst>
            <a:ahLst/>
            <a:cxnLst>
              <a:cxn ang="0">
                <a:pos x="connsiteX0-1" y="connsiteY0-2"/>
              </a:cxn>
              <a:cxn ang="0">
                <a:pos x="connsiteX1-3" y="connsiteY1-4"/>
              </a:cxn>
              <a:cxn ang="0">
                <a:pos x="connsiteX2-5" y="connsiteY2-6"/>
              </a:cxn>
              <a:cxn ang="0">
                <a:pos x="connsiteX3-7" y="connsiteY3-8"/>
              </a:cxn>
            </a:cxnLst>
            <a:rect l="l" t="t" r="r" b="b"/>
            <a:pathLst>
              <a:path w="1796129" h="2379953">
                <a:moveTo>
                  <a:pt x="1796129" y="0"/>
                </a:moveTo>
                <a:cubicBezTo>
                  <a:pt x="1796129" y="163882"/>
                  <a:pt x="1668584" y="453249"/>
                  <a:pt x="1500199" y="758213"/>
                </a:cubicBezTo>
                <a:cubicBezTo>
                  <a:pt x="1331814" y="1063177"/>
                  <a:pt x="1035852" y="1567844"/>
                  <a:pt x="785819" y="1829783"/>
                </a:cubicBezTo>
                <a:cubicBezTo>
                  <a:pt x="535786" y="2091722"/>
                  <a:pt x="161794" y="2379953"/>
                  <a:pt x="0" y="2329849"/>
                </a:cubicBezTo>
              </a:path>
            </a:pathLst>
          </a:custGeom>
          <a:ln>
            <a:tailEnd type="arrow"/>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sz="2400" b="1">
              <a:solidFill>
                <a:prstClr val="black"/>
              </a:solidFill>
              <a:latin typeface="+mn-ea"/>
            </a:endParaRPr>
          </a:p>
        </p:txBody>
      </p:sp>
      <p:sp>
        <p:nvSpPr>
          <p:cNvPr id="14" name="任意多边形 13"/>
          <p:cNvSpPr/>
          <p:nvPr/>
        </p:nvSpPr>
        <p:spPr>
          <a:xfrm>
            <a:off x="2585705" y="2780640"/>
            <a:ext cx="2459552" cy="3544295"/>
          </a:xfrm>
          <a:custGeom>
            <a:avLst/>
            <a:gdLst>
              <a:gd name="connsiteX0" fmla="*/ 1866378 w 1983288"/>
              <a:gd name="connsiteY0" fmla="*/ 0 h 3469709"/>
              <a:gd name="connsiteX1" fmla="*/ 1803748 w 1983288"/>
              <a:gd name="connsiteY1" fmla="*/ 1052186 h 3469709"/>
              <a:gd name="connsiteX2" fmla="*/ 789140 w 1983288"/>
              <a:gd name="connsiteY2" fmla="*/ 3006246 h 3469709"/>
              <a:gd name="connsiteX3" fmla="*/ 0 w 1983288"/>
              <a:gd name="connsiteY3" fmla="*/ 3469709 h 3469709"/>
              <a:gd name="connsiteX0-1" fmla="*/ 2401097 w 2518007"/>
              <a:gd name="connsiteY0-2" fmla="*/ 0 h 3544295"/>
              <a:gd name="connsiteX1-3" fmla="*/ 2338467 w 2518007"/>
              <a:gd name="connsiteY1-4" fmla="*/ 1052186 h 3544295"/>
              <a:gd name="connsiteX2-5" fmla="*/ 1323859 w 2518007"/>
              <a:gd name="connsiteY2-6" fmla="*/ 3006246 h 3544295"/>
              <a:gd name="connsiteX3-7" fmla="*/ 0 w 2518007"/>
              <a:gd name="connsiteY3-8" fmla="*/ 3544295 h 3544295"/>
              <a:gd name="connsiteX0-9" fmla="*/ 2401097 w 2459552"/>
              <a:gd name="connsiteY0-10" fmla="*/ 0 h 3544295"/>
              <a:gd name="connsiteX1-11" fmla="*/ 1928827 w 2459552"/>
              <a:gd name="connsiteY1-12" fmla="*/ 1401155 h 3544295"/>
              <a:gd name="connsiteX2-13" fmla="*/ 1323859 w 2459552"/>
              <a:gd name="connsiteY2-14" fmla="*/ 3006246 h 3544295"/>
              <a:gd name="connsiteX3-15" fmla="*/ 0 w 2459552"/>
              <a:gd name="connsiteY3-16" fmla="*/ 3544295 h 3544295"/>
              <a:gd name="connsiteX0-17" fmla="*/ 2401097 w 2459552"/>
              <a:gd name="connsiteY0-18" fmla="*/ 0 h 3544295"/>
              <a:gd name="connsiteX1-19" fmla="*/ 1928827 w 2459552"/>
              <a:gd name="connsiteY1-20" fmla="*/ 1401155 h 3544295"/>
              <a:gd name="connsiteX2-21" fmla="*/ 857257 w 2459552"/>
              <a:gd name="connsiteY2-22" fmla="*/ 2972791 h 3544295"/>
              <a:gd name="connsiteX3-23" fmla="*/ 0 w 2459552"/>
              <a:gd name="connsiteY3-24" fmla="*/ 3544295 h 3544295"/>
            </a:gdLst>
            <a:ahLst/>
            <a:cxnLst>
              <a:cxn ang="0">
                <a:pos x="connsiteX0-1" y="connsiteY0-2"/>
              </a:cxn>
              <a:cxn ang="0">
                <a:pos x="connsiteX1-3" y="connsiteY1-4"/>
              </a:cxn>
              <a:cxn ang="0">
                <a:pos x="connsiteX2-5" y="connsiteY2-6"/>
              </a:cxn>
              <a:cxn ang="0">
                <a:pos x="connsiteX3-7" y="connsiteY3-8"/>
              </a:cxn>
            </a:cxnLst>
            <a:rect l="l" t="t" r="r" b="b"/>
            <a:pathLst>
              <a:path w="2459552" h="3544295">
                <a:moveTo>
                  <a:pt x="2401097" y="0"/>
                </a:moveTo>
                <a:cubicBezTo>
                  <a:pt x="2459552" y="275572"/>
                  <a:pt x="2186134" y="905690"/>
                  <a:pt x="1928827" y="1401155"/>
                </a:cubicBezTo>
                <a:cubicBezTo>
                  <a:pt x="1671520" y="1896620"/>
                  <a:pt x="1178728" y="2615601"/>
                  <a:pt x="857257" y="2972791"/>
                </a:cubicBezTo>
                <a:cubicBezTo>
                  <a:pt x="535786" y="3329981"/>
                  <a:pt x="244257" y="3514023"/>
                  <a:pt x="0" y="3544295"/>
                </a:cubicBezTo>
              </a:path>
            </a:pathLst>
          </a:custGeom>
          <a:ln>
            <a:tailEnd type="arrow"/>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sz="2400" b="1">
              <a:solidFill>
                <a:prstClr val="black"/>
              </a:solidFill>
              <a:latin typeface="+mn-ea"/>
            </a:endParaRPr>
          </a:p>
        </p:txBody>
      </p:sp>
      <p:sp>
        <p:nvSpPr>
          <p:cNvPr id="15" name="TextBox 14"/>
          <p:cNvSpPr txBox="1"/>
          <p:nvPr/>
        </p:nvSpPr>
        <p:spPr>
          <a:xfrm>
            <a:off x="2799715" y="3448050"/>
            <a:ext cx="1643380" cy="445135"/>
          </a:xfrm>
          <a:prstGeom prst="rect">
            <a:avLst/>
          </a:prstGeom>
          <a:noFill/>
        </p:spPr>
        <p:txBody>
          <a:bodyPr wrap="square" rtlCol="0">
            <a:spAutoFit/>
          </a:bodyPr>
          <a:lstStyle/>
          <a:p>
            <a:r>
              <a:rPr lang="zh-CN" altLang="en-US" sz="2300">
                <a:solidFill>
                  <a:srgbClr val="FF0000"/>
                </a:solidFill>
                <a:latin typeface="+mn-ea"/>
                <a:ea typeface="+mn-ea"/>
                <a:cs typeface="微软雅黑" panose="020B0503020204020204" charset="-122"/>
              </a:rPr>
              <a:t>作业</a:t>
            </a:r>
            <a:r>
              <a:rPr lang="en-US" altLang="zh-CN" sz="2300">
                <a:solidFill>
                  <a:srgbClr val="FF0000"/>
                </a:solidFill>
                <a:latin typeface="+mn-ea"/>
                <a:ea typeface="+mn-ea"/>
                <a:cs typeface="微软雅黑" panose="020B0503020204020204" charset="-122"/>
              </a:rPr>
              <a:t>4:16</a:t>
            </a:r>
          </a:p>
        </p:txBody>
      </p:sp>
      <p:sp>
        <p:nvSpPr>
          <p:cNvPr id="16" name="TextBox 15"/>
          <p:cNvSpPr txBox="1"/>
          <p:nvPr/>
        </p:nvSpPr>
        <p:spPr>
          <a:xfrm>
            <a:off x="2799715" y="4733925"/>
            <a:ext cx="1527175" cy="445135"/>
          </a:xfrm>
          <a:prstGeom prst="rect">
            <a:avLst/>
          </a:prstGeom>
          <a:noFill/>
        </p:spPr>
        <p:txBody>
          <a:bodyPr wrap="square" rtlCol="0">
            <a:spAutoFit/>
          </a:bodyPr>
          <a:lstStyle/>
          <a:p>
            <a:r>
              <a:rPr lang="zh-CN" altLang="en-US" sz="2300">
                <a:solidFill>
                  <a:srgbClr val="FF0000"/>
                </a:solidFill>
                <a:latin typeface="+mn-ea"/>
                <a:ea typeface="+mn-ea"/>
                <a:cs typeface="微软雅黑" panose="020B0503020204020204" charset="-122"/>
              </a:rPr>
              <a:t>作业</a:t>
            </a:r>
            <a:r>
              <a:rPr lang="en-US" altLang="zh-CN" sz="2300">
                <a:solidFill>
                  <a:srgbClr val="FF0000"/>
                </a:solidFill>
                <a:latin typeface="+mn-ea"/>
                <a:ea typeface="+mn-ea"/>
                <a:cs typeface="微软雅黑" panose="020B0503020204020204" charset="-122"/>
              </a:rPr>
              <a:t>2:14</a:t>
            </a:r>
          </a:p>
        </p:txBody>
      </p:sp>
      <p:sp>
        <p:nvSpPr>
          <p:cNvPr id="17" name="TextBox 16"/>
          <p:cNvSpPr txBox="1"/>
          <p:nvPr/>
        </p:nvSpPr>
        <p:spPr>
          <a:xfrm>
            <a:off x="2800020" y="5905458"/>
            <a:ext cx="1357322" cy="445135"/>
          </a:xfrm>
          <a:prstGeom prst="rect">
            <a:avLst/>
          </a:prstGeom>
          <a:noFill/>
        </p:spPr>
        <p:txBody>
          <a:bodyPr wrap="square" rtlCol="0">
            <a:spAutoFit/>
          </a:bodyPr>
          <a:lstStyle/>
          <a:p>
            <a:r>
              <a:rPr lang="zh-CN" altLang="en-US" sz="2300">
                <a:solidFill>
                  <a:srgbClr val="FF0000"/>
                </a:solidFill>
                <a:latin typeface="+mn-ea"/>
                <a:ea typeface="+mn-ea"/>
                <a:cs typeface="微软雅黑" panose="020B0503020204020204" charset="-122"/>
              </a:rPr>
              <a:t>作业</a:t>
            </a:r>
            <a:r>
              <a:rPr lang="en-US" altLang="zh-CN" sz="2300">
                <a:solidFill>
                  <a:srgbClr val="FF0000"/>
                </a:solidFill>
                <a:latin typeface="+mn-ea"/>
                <a:ea typeface="+mn-ea"/>
                <a:cs typeface="微软雅黑" panose="020B0503020204020204" charset="-122"/>
              </a:rPr>
              <a:t>5:6</a:t>
            </a:r>
          </a:p>
        </p:txBody>
      </p:sp>
    </p:spTree>
    <p:extLst>
      <p:ext uri="{BB962C8B-B14F-4D97-AF65-F5344CB8AC3E}">
        <p14:creationId xmlns:p14="http://schemas.microsoft.com/office/powerpoint/2010/main" val="2300804749"/>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strips(downLeft)">
                                      <p:cBhvr>
                                        <p:cTn id="7" dur="500"/>
                                        <p:tgtEl>
                                          <p:spTgt spid="12"/>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par>
                          <p:cTn id="11" fill="hold">
                            <p:stCondLst>
                              <p:cond delay="500"/>
                            </p:stCondLst>
                            <p:childTnLst>
                              <p:par>
                                <p:cTn id="12" presetID="22" presetClass="exit" presetSubtype="4" fill="hold" grpId="1" nodeType="afterEffect">
                                  <p:stCondLst>
                                    <p:cond delay="0"/>
                                  </p:stCondLst>
                                  <p:childTnLst>
                                    <p:animEffect transition="out" filter="wipe(down)">
                                      <p:cBhvr>
                                        <p:cTn id="13" dur="500"/>
                                        <p:tgtEl>
                                          <p:spTgt spid="12"/>
                                        </p:tgtEl>
                                      </p:cBhvr>
                                    </p:animEffect>
                                    <p:set>
                                      <p:cBhvr>
                                        <p:cTn id="14" dur="1" fill="hold">
                                          <p:stCondLst>
                                            <p:cond delay="499"/>
                                          </p:stCondLst>
                                        </p:cTn>
                                        <p:tgtEl>
                                          <p:spTgt spid="12"/>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8" presetClass="entr" presetSubtype="12"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strips(downLeft)">
                                      <p:cBhvr>
                                        <p:cTn id="19" dur="500"/>
                                        <p:tgtEl>
                                          <p:spTgt spid="13"/>
                                        </p:tgtEl>
                                      </p:cBhvr>
                                    </p:animEffect>
                                  </p:childTnLst>
                                </p:cTn>
                              </p:par>
                            </p:childTnLst>
                          </p:cTn>
                        </p:par>
                        <p:par>
                          <p:cTn id="20" fill="hold">
                            <p:stCondLst>
                              <p:cond delay="500"/>
                            </p:stCondLst>
                            <p:childTnLst>
                              <p:par>
                                <p:cTn id="21" presetID="1" presetClass="entr" presetSubtype="0" fill="hold" grpId="0" nodeType="after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par>
                          <p:cTn id="23" fill="hold">
                            <p:stCondLst>
                              <p:cond delay="500"/>
                            </p:stCondLst>
                            <p:childTnLst>
                              <p:par>
                                <p:cTn id="24" presetID="22" presetClass="exit" presetSubtype="4" fill="hold" grpId="1" nodeType="afterEffect">
                                  <p:stCondLst>
                                    <p:cond delay="0"/>
                                  </p:stCondLst>
                                  <p:childTnLst>
                                    <p:animEffect transition="out" filter="wipe(down)">
                                      <p:cBhvr>
                                        <p:cTn id="25" dur="500"/>
                                        <p:tgtEl>
                                          <p:spTgt spid="13"/>
                                        </p:tgtEl>
                                      </p:cBhvr>
                                    </p:animEffect>
                                    <p:set>
                                      <p:cBhvr>
                                        <p:cTn id="26" dur="1" fill="hold">
                                          <p:stCondLst>
                                            <p:cond delay="499"/>
                                          </p:stCondLst>
                                        </p:cTn>
                                        <p:tgtEl>
                                          <p:spTgt spid="13"/>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8" presetClass="entr" presetSubtype="12"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strips(downLeft)">
                                      <p:cBhvr>
                                        <p:cTn id="31" dur="500"/>
                                        <p:tgtEl>
                                          <p:spTgt spid="14"/>
                                        </p:tgtEl>
                                      </p:cBhvr>
                                    </p:animEffect>
                                  </p:childTnLst>
                                </p:cTn>
                              </p:par>
                            </p:childTnLst>
                          </p:cTn>
                        </p:par>
                        <p:par>
                          <p:cTn id="32" fill="hold">
                            <p:stCondLst>
                              <p:cond delay="500"/>
                            </p:stCondLst>
                            <p:childTnLst>
                              <p:par>
                                <p:cTn id="33" presetID="1" presetClass="entr" presetSubtype="0" fill="hold" grpId="0" nodeType="after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par>
                          <p:cTn id="35" fill="hold">
                            <p:stCondLst>
                              <p:cond delay="500"/>
                            </p:stCondLst>
                            <p:childTnLst>
                              <p:par>
                                <p:cTn id="36" presetID="22" presetClass="exit" presetSubtype="4" fill="hold" grpId="1" nodeType="afterEffect">
                                  <p:stCondLst>
                                    <p:cond delay="0"/>
                                  </p:stCondLst>
                                  <p:childTnLst>
                                    <p:animEffect transition="out" filter="wipe(down)">
                                      <p:cBhvr>
                                        <p:cTn id="37" dur="500"/>
                                        <p:tgtEl>
                                          <p:spTgt spid="14"/>
                                        </p:tgtEl>
                                      </p:cBhvr>
                                    </p:animEffect>
                                    <p:set>
                                      <p:cBhvr>
                                        <p:cTn id="38" dur="1" fill="hold">
                                          <p:stCondLst>
                                            <p:cond delay="499"/>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2" grpId="1" bldLvl="0" animBg="1"/>
      <p:bldP spid="13" grpId="0" bldLvl="0" animBg="1"/>
      <p:bldP spid="13" grpId="1" bldLvl="0" animBg="1"/>
      <p:bldP spid="14" grpId="0" bldLvl="0" animBg="1"/>
      <p:bldP spid="14" grpId="1" bldLvl="0" animBg="1"/>
      <p:bldP spid="15" grpId="0"/>
      <p:bldP spid="16" grpId="0"/>
      <p:bldP spid="17" grpId="0"/>
    </p:bldLst>
  </p:timing>
</p:sld>
</file>

<file path=ppt/slides/slide44.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graphicFrame>
        <p:nvGraphicFramePr>
          <p:cNvPr id="5" name="表格 4"/>
          <p:cNvGraphicFramePr>
            <a:graphicFrameLocks noGrp="1"/>
          </p:cNvGraphicFramePr>
          <p:nvPr>
            <p:custDataLst>
              <p:tags r:id="rId2"/>
            </p:custDataLst>
            <p:extLst>
              <p:ext uri="{D42A27DB-BD31-4B8C-83A1-F6EECF244321}">
                <p14:modId xmlns:p14="http://schemas.microsoft.com/office/powerpoint/2010/main" val="2188734175"/>
              </p:ext>
            </p:extLst>
          </p:nvPr>
        </p:nvGraphicFramePr>
        <p:xfrm>
          <a:off x="1310266" y="1652233"/>
          <a:ext cx="7254875" cy="1001459"/>
        </p:xfrm>
        <a:graphic>
          <a:graphicData uri="http://schemas.openxmlformats.org/drawingml/2006/table">
            <a:tbl>
              <a:tblPr>
                <a:tableStyleId>{775DCB02-9BB8-47FD-8907-85C794F793BA}</a:tableStyleId>
              </a:tblPr>
              <a:tblGrid>
                <a:gridCol w="2376805">
                  <a:extLst>
                    <a:ext uri="{9D8B030D-6E8A-4147-A177-3AD203B41FA5}">
                      <a16:colId xmlns:a16="http://schemas.microsoft.com/office/drawing/2014/main" val="20000"/>
                    </a:ext>
                  </a:extLst>
                </a:gridCol>
                <a:gridCol w="837565">
                  <a:extLst>
                    <a:ext uri="{9D8B030D-6E8A-4147-A177-3AD203B41FA5}">
                      <a16:colId xmlns:a16="http://schemas.microsoft.com/office/drawing/2014/main" val="20001"/>
                    </a:ext>
                  </a:extLst>
                </a:gridCol>
                <a:gridCol w="816610">
                  <a:extLst>
                    <a:ext uri="{9D8B030D-6E8A-4147-A177-3AD203B41FA5}">
                      <a16:colId xmlns:a16="http://schemas.microsoft.com/office/drawing/2014/main" val="20002"/>
                    </a:ext>
                  </a:extLst>
                </a:gridCol>
                <a:gridCol w="644525">
                  <a:extLst>
                    <a:ext uri="{9D8B030D-6E8A-4147-A177-3AD203B41FA5}">
                      <a16:colId xmlns:a16="http://schemas.microsoft.com/office/drawing/2014/main" val="20003"/>
                    </a:ext>
                  </a:extLst>
                </a:gridCol>
                <a:gridCol w="728345">
                  <a:extLst>
                    <a:ext uri="{9D8B030D-6E8A-4147-A177-3AD203B41FA5}">
                      <a16:colId xmlns:a16="http://schemas.microsoft.com/office/drawing/2014/main" val="20004"/>
                    </a:ext>
                  </a:extLst>
                </a:gridCol>
                <a:gridCol w="616585">
                  <a:extLst>
                    <a:ext uri="{9D8B030D-6E8A-4147-A177-3AD203B41FA5}">
                      <a16:colId xmlns:a16="http://schemas.microsoft.com/office/drawing/2014/main" val="20005"/>
                    </a:ext>
                  </a:extLst>
                </a:gridCol>
                <a:gridCol w="617220">
                  <a:extLst>
                    <a:ext uri="{9D8B030D-6E8A-4147-A177-3AD203B41FA5}">
                      <a16:colId xmlns:a16="http://schemas.microsoft.com/office/drawing/2014/main" val="20006"/>
                    </a:ext>
                  </a:extLst>
                </a:gridCol>
                <a:gridCol w="617220">
                  <a:extLst>
                    <a:ext uri="{9D8B030D-6E8A-4147-A177-3AD203B41FA5}">
                      <a16:colId xmlns:a16="http://schemas.microsoft.com/office/drawing/2014/main" val="20007"/>
                    </a:ext>
                  </a:extLst>
                </a:gridCol>
              </a:tblGrid>
              <a:tr h="525780">
                <a:tc>
                  <a:txBody>
                    <a:bodyPr/>
                    <a:lstStyle/>
                    <a:p>
                      <a:pPr indent="0" algn="just">
                        <a:lnSpc>
                          <a:spcPct val="150000"/>
                        </a:lnSpc>
                        <a:spcAft>
                          <a:spcPts val="0"/>
                        </a:spcAft>
                      </a:pPr>
                      <a:r>
                        <a:rPr lang="zh-CN" sz="2300" b="1" kern="100">
                          <a:solidFill>
                            <a:srgbClr val="006600"/>
                          </a:solidFill>
                          <a:latin typeface="华文楷体" panose="02010600040101010101" pitchFamily="2" charset="-122"/>
                          <a:ea typeface="华文楷体" panose="02010600040101010101" pitchFamily="2" charset="-122"/>
                          <a:cs typeface="Times New Roman" panose="02020603050405020304" pitchFamily="18" charset="0"/>
                        </a:rPr>
                        <a:t>作业编号</a:t>
                      </a:r>
                    </a:p>
                  </a:txBody>
                  <a:tcPr marL="68580" marR="68580" marT="0" marB="0"/>
                </a:tc>
                <a:tc>
                  <a:txBody>
                    <a:bodyPr/>
                    <a:lstStyle/>
                    <a:p>
                      <a:pPr indent="0" algn="ctr">
                        <a:lnSpc>
                          <a:spcPct val="150000"/>
                        </a:lnSpc>
                        <a:spcAft>
                          <a:spcPts val="0"/>
                        </a:spcAft>
                      </a:pPr>
                      <a:r>
                        <a:rPr lang="en-US" sz="2300" b="1" kern="100">
                          <a:solidFill>
                            <a:srgbClr val="FF0000"/>
                          </a:solidFill>
                          <a:latin typeface="微软雅黑" panose="020B0503020204020204" charset="-122"/>
                          <a:ea typeface="微软雅黑" panose="020B0503020204020204" charset="-122"/>
                          <a:cs typeface="Consolas" panose="020B0609020204030204" pitchFamily="49" charset="0"/>
                        </a:rPr>
                        <a:t>4</a:t>
                      </a:r>
                    </a:p>
                  </a:txBody>
                  <a:tcPr marL="68580" marR="68580" marT="0" marB="0"/>
                </a:tc>
                <a:tc>
                  <a:txBody>
                    <a:bodyPr/>
                    <a:lstStyle/>
                    <a:p>
                      <a:pPr indent="0" algn="ctr">
                        <a:lnSpc>
                          <a:spcPct val="150000"/>
                        </a:lnSpc>
                        <a:spcAft>
                          <a:spcPts val="0"/>
                        </a:spcAft>
                      </a:pPr>
                      <a:r>
                        <a:rPr lang="en-US" sz="2300" b="1" kern="100">
                          <a:solidFill>
                            <a:srgbClr val="FF0000"/>
                          </a:solidFill>
                          <a:latin typeface="微软雅黑" panose="020B0503020204020204" charset="-122"/>
                          <a:ea typeface="微软雅黑" panose="020B0503020204020204" charset="-122"/>
                          <a:cs typeface="Consolas" panose="020B0609020204030204" pitchFamily="49" charset="0"/>
                        </a:rPr>
                        <a:t>2</a:t>
                      </a:r>
                    </a:p>
                  </a:txBody>
                  <a:tcPr marL="68580" marR="68580" marT="0" marB="0"/>
                </a:tc>
                <a:tc>
                  <a:txBody>
                    <a:bodyPr/>
                    <a:lstStyle/>
                    <a:p>
                      <a:pPr indent="0" algn="ctr">
                        <a:lnSpc>
                          <a:spcPct val="150000"/>
                        </a:lnSpc>
                        <a:spcAft>
                          <a:spcPts val="0"/>
                        </a:spcAft>
                      </a:pPr>
                      <a:r>
                        <a:rPr lang="en-US" sz="2300" b="1" kern="100">
                          <a:solidFill>
                            <a:srgbClr val="FF0000"/>
                          </a:solidFill>
                          <a:latin typeface="微软雅黑" panose="020B0503020204020204" charset="-122"/>
                          <a:ea typeface="微软雅黑" panose="020B0503020204020204" charset="-122"/>
                          <a:cs typeface="Consolas" panose="020B0609020204030204" pitchFamily="49" charset="0"/>
                        </a:rPr>
                        <a:t>5</a:t>
                      </a:r>
                    </a:p>
                  </a:txBody>
                  <a:tcPr marL="68580" marR="68580" marT="0" marB="0"/>
                </a:tc>
                <a:tc>
                  <a:txBody>
                    <a:bodyPr/>
                    <a:lstStyle/>
                    <a:p>
                      <a:pPr indent="0" algn="ctr">
                        <a:lnSpc>
                          <a:spcPct val="150000"/>
                        </a:lnSpc>
                        <a:spcAft>
                          <a:spcPts val="0"/>
                        </a:spcAft>
                      </a:pPr>
                      <a:r>
                        <a:rPr lang="en-US" sz="2300" b="1" kern="100">
                          <a:solidFill>
                            <a:srgbClr val="006600"/>
                          </a:solidFill>
                          <a:latin typeface="微软雅黑" panose="020B0503020204020204" charset="-122"/>
                          <a:ea typeface="微软雅黑" panose="020B0503020204020204" charset="-122"/>
                          <a:cs typeface="Consolas" panose="020B0609020204030204" pitchFamily="49" charset="0"/>
                        </a:rPr>
                        <a:t>6</a:t>
                      </a:r>
                    </a:p>
                  </a:txBody>
                  <a:tcPr marL="68580" marR="68580" marT="0" marB="0"/>
                </a:tc>
                <a:tc>
                  <a:txBody>
                    <a:bodyPr/>
                    <a:lstStyle/>
                    <a:p>
                      <a:pPr indent="0" algn="ctr">
                        <a:lnSpc>
                          <a:spcPct val="150000"/>
                        </a:lnSpc>
                        <a:spcAft>
                          <a:spcPts val="0"/>
                        </a:spcAft>
                      </a:pPr>
                      <a:r>
                        <a:rPr lang="en-US" sz="2300" b="1" kern="100">
                          <a:solidFill>
                            <a:srgbClr val="006600"/>
                          </a:solidFill>
                          <a:latin typeface="微软雅黑" panose="020B0503020204020204" charset="-122"/>
                          <a:ea typeface="微软雅黑" panose="020B0503020204020204" charset="-122"/>
                          <a:cs typeface="Consolas" panose="020B0609020204030204" pitchFamily="49" charset="0"/>
                        </a:rPr>
                        <a:t>3</a:t>
                      </a:r>
                    </a:p>
                  </a:txBody>
                  <a:tcPr marL="68580" marR="68580" marT="0" marB="0"/>
                </a:tc>
                <a:tc>
                  <a:txBody>
                    <a:bodyPr/>
                    <a:lstStyle/>
                    <a:p>
                      <a:pPr indent="0" algn="ctr">
                        <a:lnSpc>
                          <a:spcPct val="150000"/>
                        </a:lnSpc>
                        <a:spcAft>
                          <a:spcPts val="0"/>
                        </a:spcAft>
                      </a:pPr>
                      <a:r>
                        <a:rPr lang="en-US" sz="2300" b="1" kern="100">
                          <a:solidFill>
                            <a:srgbClr val="006600"/>
                          </a:solidFill>
                          <a:latin typeface="微软雅黑" panose="020B0503020204020204" charset="-122"/>
                          <a:ea typeface="微软雅黑" panose="020B0503020204020204" charset="-122"/>
                          <a:cs typeface="Consolas" panose="020B0609020204030204" pitchFamily="49" charset="0"/>
                        </a:rPr>
                        <a:t>7</a:t>
                      </a:r>
                    </a:p>
                  </a:txBody>
                  <a:tcPr marL="68580" marR="68580" marT="0" marB="0"/>
                </a:tc>
                <a:tc>
                  <a:txBody>
                    <a:bodyPr/>
                    <a:lstStyle/>
                    <a:p>
                      <a:pPr indent="0" algn="ctr">
                        <a:lnSpc>
                          <a:spcPct val="150000"/>
                        </a:lnSpc>
                        <a:spcAft>
                          <a:spcPts val="0"/>
                        </a:spcAft>
                      </a:pPr>
                      <a:r>
                        <a:rPr lang="en-US" sz="2300" b="1" kern="100">
                          <a:solidFill>
                            <a:srgbClr val="006600"/>
                          </a:solidFill>
                          <a:latin typeface="微软雅黑" panose="020B0503020204020204" charset="-122"/>
                          <a:ea typeface="微软雅黑" panose="020B0503020204020204" charset="-122"/>
                          <a:cs typeface="Consolas" panose="020B0609020204030204" pitchFamily="49" charset="0"/>
                        </a:rPr>
                        <a:t>1</a:t>
                      </a:r>
                    </a:p>
                  </a:txBody>
                  <a:tcPr marL="68580" marR="68580" marT="0" marB="0"/>
                </a:tc>
                <a:extLst>
                  <a:ext uri="{0D108BD9-81ED-4DB2-BD59-A6C34878D82A}">
                    <a16:rowId xmlns:a16="http://schemas.microsoft.com/office/drawing/2014/main" val="10000"/>
                  </a:ext>
                </a:extLst>
              </a:tr>
              <a:tr h="0">
                <a:tc>
                  <a:txBody>
                    <a:bodyPr/>
                    <a:lstStyle/>
                    <a:p>
                      <a:pPr indent="0" algn="just">
                        <a:lnSpc>
                          <a:spcPct val="150000"/>
                        </a:lnSpc>
                        <a:spcAft>
                          <a:spcPts val="0"/>
                        </a:spcAft>
                      </a:pPr>
                      <a:r>
                        <a:rPr lang="zh-CN" sz="2300" b="1" kern="100" dirty="0">
                          <a:solidFill>
                            <a:srgbClr val="006600"/>
                          </a:solidFill>
                          <a:latin typeface="华文楷体" panose="02010600040101010101" pitchFamily="2" charset="-122"/>
                          <a:ea typeface="华文楷体" panose="02010600040101010101" pitchFamily="2" charset="-122"/>
                          <a:cs typeface="Times New Roman" panose="02020603050405020304" pitchFamily="18" charset="0"/>
                        </a:rPr>
                        <a:t>作业的处理时间</a:t>
                      </a:r>
                    </a:p>
                  </a:txBody>
                  <a:tcPr marL="68580" marR="68580" marT="0" marB="0"/>
                </a:tc>
                <a:tc>
                  <a:txBody>
                    <a:bodyPr/>
                    <a:lstStyle/>
                    <a:p>
                      <a:pPr indent="0" algn="ctr">
                        <a:lnSpc>
                          <a:spcPct val="150000"/>
                        </a:lnSpc>
                        <a:spcAft>
                          <a:spcPts val="0"/>
                        </a:spcAft>
                      </a:pPr>
                      <a:r>
                        <a:rPr lang="en-US" sz="2300" b="1" kern="100">
                          <a:solidFill>
                            <a:srgbClr val="0000FF"/>
                          </a:solidFill>
                          <a:latin typeface="微软雅黑" panose="020B0503020204020204" charset="-122"/>
                          <a:ea typeface="微软雅黑" panose="020B0503020204020204" charset="-122"/>
                          <a:cs typeface="Consolas" panose="020B0609020204030204" pitchFamily="49" charset="0"/>
                        </a:rPr>
                        <a:t>16</a:t>
                      </a:r>
                    </a:p>
                  </a:txBody>
                  <a:tcPr marL="68580" marR="68580" marT="0" marB="0"/>
                </a:tc>
                <a:tc>
                  <a:txBody>
                    <a:bodyPr/>
                    <a:lstStyle/>
                    <a:p>
                      <a:pPr indent="0" algn="ctr">
                        <a:lnSpc>
                          <a:spcPct val="150000"/>
                        </a:lnSpc>
                        <a:spcAft>
                          <a:spcPts val="0"/>
                        </a:spcAft>
                      </a:pPr>
                      <a:r>
                        <a:rPr lang="en-US" sz="2300" b="1" kern="100">
                          <a:solidFill>
                            <a:srgbClr val="0000FF"/>
                          </a:solidFill>
                          <a:latin typeface="微软雅黑" panose="020B0503020204020204" charset="-122"/>
                          <a:ea typeface="微软雅黑" panose="020B0503020204020204" charset="-122"/>
                          <a:cs typeface="Consolas" panose="020B0609020204030204" pitchFamily="49" charset="0"/>
                        </a:rPr>
                        <a:t>14</a:t>
                      </a:r>
                    </a:p>
                  </a:txBody>
                  <a:tcPr marL="68580" marR="68580" marT="0" marB="0"/>
                </a:tc>
                <a:tc>
                  <a:txBody>
                    <a:bodyPr/>
                    <a:lstStyle/>
                    <a:p>
                      <a:pPr indent="0" algn="ctr">
                        <a:lnSpc>
                          <a:spcPct val="150000"/>
                        </a:lnSpc>
                        <a:spcAft>
                          <a:spcPts val="0"/>
                        </a:spcAft>
                      </a:pPr>
                      <a:r>
                        <a:rPr lang="en-US" sz="2300" b="1" kern="100">
                          <a:solidFill>
                            <a:srgbClr val="0000FF"/>
                          </a:solidFill>
                          <a:latin typeface="微软雅黑" panose="020B0503020204020204" charset="-122"/>
                          <a:ea typeface="微软雅黑" panose="020B0503020204020204" charset="-122"/>
                          <a:cs typeface="Consolas" panose="020B0609020204030204" pitchFamily="49" charset="0"/>
                        </a:rPr>
                        <a:t>6</a:t>
                      </a:r>
                    </a:p>
                  </a:txBody>
                  <a:tcPr marL="68580" marR="68580" marT="0" marB="0"/>
                </a:tc>
                <a:tc>
                  <a:txBody>
                    <a:bodyPr/>
                    <a:lstStyle/>
                    <a:p>
                      <a:pPr indent="0" algn="ctr">
                        <a:lnSpc>
                          <a:spcPct val="150000"/>
                        </a:lnSpc>
                        <a:spcAft>
                          <a:spcPts val="0"/>
                        </a:spcAft>
                      </a:pPr>
                      <a:r>
                        <a:rPr lang="en-US" sz="2300" b="1" kern="100">
                          <a:solidFill>
                            <a:srgbClr val="0000FF"/>
                          </a:solidFill>
                          <a:latin typeface="微软雅黑" panose="020B0503020204020204" charset="-122"/>
                          <a:ea typeface="微软雅黑" panose="020B0503020204020204" charset="-122"/>
                          <a:cs typeface="Consolas" panose="020B0609020204030204" pitchFamily="49" charset="0"/>
                        </a:rPr>
                        <a:t>5</a:t>
                      </a:r>
                    </a:p>
                  </a:txBody>
                  <a:tcPr marL="68580" marR="68580" marT="0" marB="0"/>
                </a:tc>
                <a:tc>
                  <a:txBody>
                    <a:bodyPr/>
                    <a:lstStyle/>
                    <a:p>
                      <a:pPr indent="0" algn="ctr">
                        <a:lnSpc>
                          <a:spcPct val="150000"/>
                        </a:lnSpc>
                        <a:spcAft>
                          <a:spcPts val="0"/>
                        </a:spcAft>
                      </a:pPr>
                      <a:r>
                        <a:rPr lang="en-US" sz="2300" b="1" kern="100">
                          <a:solidFill>
                            <a:srgbClr val="0000FF"/>
                          </a:solidFill>
                          <a:latin typeface="微软雅黑" panose="020B0503020204020204" charset="-122"/>
                          <a:ea typeface="微软雅黑" panose="020B0503020204020204" charset="-122"/>
                          <a:cs typeface="Consolas" panose="020B0609020204030204" pitchFamily="49" charset="0"/>
                        </a:rPr>
                        <a:t>4</a:t>
                      </a:r>
                    </a:p>
                  </a:txBody>
                  <a:tcPr marL="68580" marR="68580" marT="0" marB="0"/>
                </a:tc>
                <a:tc>
                  <a:txBody>
                    <a:bodyPr/>
                    <a:lstStyle/>
                    <a:p>
                      <a:pPr indent="0" algn="ctr">
                        <a:lnSpc>
                          <a:spcPct val="150000"/>
                        </a:lnSpc>
                        <a:spcAft>
                          <a:spcPts val="0"/>
                        </a:spcAft>
                      </a:pPr>
                      <a:r>
                        <a:rPr lang="en-US" sz="2300" b="1" kern="100">
                          <a:solidFill>
                            <a:srgbClr val="0000FF"/>
                          </a:solidFill>
                          <a:latin typeface="微软雅黑" panose="020B0503020204020204" charset="-122"/>
                          <a:ea typeface="微软雅黑" panose="020B0503020204020204" charset="-122"/>
                          <a:cs typeface="Consolas" panose="020B0609020204030204" pitchFamily="49" charset="0"/>
                        </a:rPr>
                        <a:t>3</a:t>
                      </a:r>
                    </a:p>
                  </a:txBody>
                  <a:tcPr marL="68580" marR="68580" marT="0" marB="0"/>
                </a:tc>
                <a:tc>
                  <a:txBody>
                    <a:bodyPr/>
                    <a:lstStyle/>
                    <a:p>
                      <a:pPr indent="0" algn="ctr">
                        <a:lnSpc>
                          <a:spcPct val="150000"/>
                        </a:lnSpc>
                        <a:spcAft>
                          <a:spcPts val="0"/>
                        </a:spcAft>
                      </a:pPr>
                      <a:r>
                        <a:rPr lang="en-US" sz="2300" b="1" kern="100" dirty="0">
                          <a:solidFill>
                            <a:srgbClr val="0000FF"/>
                          </a:solidFill>
                          <a:latin typeface="微软雅黑" panose="020B0503020204020204" charset="-122"/>
                          <a:ea typeface="微软雅黑" panose="020B0503020204020204" charset="-122"/>
                          <a:cs typeface="Consolas" panose="020B0609020204030204" pitchFamily="49" charset="0"/>
                        </a:rPr>
                        <a:t>2</a:t>
                      </a:r>
                    </a:p>
                  </a:txBody>
                  <a:tcPr marL="68580" marR="68580" marT="0" marB="0"/>
                </a:tc>
                <a:extLst>
                  <a:ext uri="{0D108BD9-81ED-4DB2-BD59-A6C34878D82A}">
                    <a16:rowId xmlns:a16="http://schemas.microsoft.com/office/drawing/2014/main" val="10001"/>
                  </a:ext>
                </a:extLst>
              </a:tr>
            </a:tbl>
          </a:graphicData>
        </a:graphic>
      </p:graphicFrame>
      <p:sp>
        <p:nvSpPr>
          <p:cNvPr id="6" name="TextBox 5"/>
          <p:cNvSpPr txBox="1"/>
          <p:nvPr/>
        </p:nvSpPr>
        <p:spPr>
          <a:xfrm>
            <a:off x="1076586" y="1078828"/>
            <a:ext cx="4125595" cy="424815"/>
          </a:xfrm>
          <a:prstGeom prst="rect">
            <a:avLst/>
          </a:prstGeom>
          <a:noFill/>
        </p:spPr>
        <p:txBody>
          <a:bodyPr wrap="square" rtlCol="0">
            <a:spAutoFit/>
          </a:bodyPr>
          <a:lstStyle/>
          <a:p>
            <a:pPr>
              <a:lnSpc>
                <a:spcPts val="2600"/>
              </a:lnSpc>
            </a:pPr>
            <a:r>
              <a:rPr lang="en-US" altLang="zh-CN" sz="2300" b="1" dirty="0">
                <a:solidFill>
                  <a:srgbClr val="0000FF"/>
                </a:solidFill>
                <a:latin typeface="+mn-ea"/>
                <a:ea typeface="+mn-ea"/>
                <a:cs typeface="微软雅黑" panose="020B0503020204020204" charset="-122"/>
              </a:rPr>
              <a:t>   </a:t>
            </a:r>
            <a:r>
              <a:rPr lang="zh-CN" altLang="zh-CN" sz="2300" b="1" dirty="0">
                <a:solidFill>
                  <a:srgbClr val="0000FF"/>
                </a:solidFill>
                <a:latin typeface="+mn-ea"/>
                <a:ea typeface="+mn-ea"/>
                <a:cs typeface="微软雅黑" panose="020B0503020204020204" charset="-122"/>
              </a:rPr>
              <a:t>（</a:t>
            </a:r>
            <a:r>
              <a:rPr lang="en-US" altLang="zh-CN" sz="2300" b="1" dirty="0">
                <a:solidFill>
                  <a:srgbClr val="0000FF"/>
                </a:solidFill>
                <a:latin typeface="+mn-ea"/>
                <a:ea typeface="+mn-ea"/>
                <a:cs typeface="微软雅黑" panose="020B0503020204020204" charset="-122"/>
              </a:rPr>
              <a:t>3</a:t>
            </a:r>
            <a:r>
              <a:rPr lang="zh-CN" altLang="zh-CN" sz="2300" b="1" dirty="0">
                <a:solidFill>
                  <a:srgbClr val="0000FF"/>
                </a:solidFill>
                <a:latin typeface="+mn-ea"/>
                <a:ea typeface="+mn-ea"/>
                <a:cs typeface="微软雅黑" panose="020B0503020204020204" charset="-122"/>
              </a:rPr>
              <a:t>）分配余下的作业：</a:t>
            </a:r>
          </a:p>
        </p:txBody>
      </p:sp>
      <p:pic>
        <p:nvPicPr>
          <p:cNvPr id="7" name="Picture 2"/>
          <p:cNvPicPr>
            <a:picLocks noChangeAspect="1" noChangeArrowheads="1"/>
          </p:cNvPicPr>
          <p:nvPr/>
        </p:nvPicPr>
        <p:blipFill>
          <a:blip r:embed="rId5" cstate="print"/>
          <a:srcRect/>
          <a:stretch>
            <a:fillRect/>
          </a:stretch>
        </p:blipFill>
        <p:spPr bwMode="auto">
          <a:xfrm>
            <a:off x="2670629" y="3328010"/>
            <a:ext cx="642942" cy="902310"/>
          </a:xfrm>
          <a:prstGeom prst="rect">
            <a:avLst/>
          </a:prstGeom>
          <a:noFill/>
          <a:ln w="9525">
            <a:noFill/>
            <a:miter lim="800000"/>
            <a:headEnd/>
            <a:tailEnd/>
          </a:ln>
        </p:spPr>
      </p:pic>
      <p:sp>
        <p:nvSpPr>
          <p:cNvPr id="8" name="TextBox 7"/>
          <p:cNvSpPr txBox="1"/>
          <p:nvPr/>
        </p:nvSpPr>
        <p:spPr>
          <a:xfrm>
            <a:off x="1622686" y="3613748"/>
            <a:ext cx="1225550" cy="445135"/>
          </a:xfrm>
          <a:prstGeom prst="rect">
            <a:avLst/>
          </a:prstGeom>
          <a:noFill/>
        </p:spPr>
        <p:txBody>
          <a:bodyPr wrap="square" rtlCol="0">
            <a:spAutoFit/>
          </a:bodyPr>
          <a:lstStyle/>
          <a:p>
            <a:r>
              <a:rPr lang="zh-CN" altLang="zh-CN" sz="2300">
                <a:solidFill>
                  <a:schemeClr val="tx1"/>
                </a:solidFill>
                <a:latin typeface="+mn-ea"/>
                <a:ea typeface="+mn-ea"/>
                <a:cs typeface="微软雅黑" panose="020B0503020204020204" charset="-122"/>
              </a:rPr>
              <a:t>机器</a:t>
            </a:r>
            <a:r>
              <a:rPr lang="en-US" altLang="zh-CN" sz="2300">
                <a:solidFill>
                  <a:schemeClr val="tx1"/>
                </a:solidFill>
                <a:latin typeface="+mn-ea"/>
                <a:ea typeface="+mn-ea"/>
                <a:cs typeface="微软雅黑" panose="020B0503020204020204" charset="-122"/>
              </a:rPr>
              <a:t>1</a:t>
            </a:r>
          </a:p>
        </p:txBody>
      </p:sp>
      <p:pic>
        <p:nvPicPr>
          <p:cNvPr id="9" name="Picture 2"/>
          <p:cNvPicPr>
            <a:picLocks noChangeAspect="1" noChangeArrowheads="1"/>
          </p:cNvPicPr>
          <p:nvPr/>
        </p:nvPicPr>
        <p:blipFill>
          <a:blip r:embed="rId5" cstate="print"/>
          <a:srcRect/>
          <a:stretch>
            <a:fillRect/>
          </a:stretch>
        </p:blipFill>
        <p:spPr bwMode="auto">
          <a:xfrm>
            <a:off x="2670629" y="4568840"/>
            <a:ext cx="642942" cy="902310"/>
          </a:xfrm>
          <a:prstGeom prst="rect">
            <a:avLst/>
          </a:prstGeom>
          <a:noFill/>
          <a:ln w="9525">
            <a:noFill/>
            <a:miter lim="800000"/>
            <a:headEnd/>
            <a:tailEnd/>
          </a:ln>
        </p:spPr>
      </p:pic>
      <p:sp>
        <p:nvSpPr>
          <p:cNvPr id="10" name="TextBox 9"/>
          <p:cNvSpPr txBox="1"/>
          <p:nvPr/>
        </p:nvSpPr>
        <p:spPr>
          <a:xfrm>
            <a:off x="1622686" y="4854538"/>
            <a:ext cx="1225550" cy="445135"/>
          </a:xfrm>
          <a:prstGeom prst="rect">
            <a:avLst/>
          </a:prstGeom>
          <a:noFill/>
        </p:spPr>
        <p:txBody>
          <a:bodyPr wrap="square" rtlCol="0">
            <a:spAutoFit/>
          </a:bodyPr>
          <a:lstStyle/>
          <a:p>
            <a:r>
              <a:rPr lang="zh-CN" altLang="zh-CN" sz="2300">
                <a:solidFill>
                  <a:schemeClr val="tx1"/>
                </a:solidFill>
                <a:latin typeface="+mn-ea"/>
                <a:ea typeface="+mn-ea"/>
                <a:cs typeface="微软雅黑" panose="020B0503020204020204" charset="-122"/>
              </a:rPr>
              <a:t>机器</a:t>
            </a:r>
            <a:r>
              <a:rPr lang="en-US" altLang="zh-CN" sz="2300">
                <a:solidFill>
                  <a:schemeClr val="tx1"/>
                </a:solidFill>
                <a:latin typeface="+mn-ea"/>
                <a:ea typeface="+mn-ea"/>
                <a:cs typeface="微软雅黑" panose="020B0503020204020204" charset="-122"/>
              </a:rPr>
              <a:t>2</a:t>
            </a:r>
          </a:p>
        </p:txBody>
      </p:sp>
      <p:pic>
        <p:nvPicPr>
          <p:cNvPr id="11" name="Picture 2"/>
          <p:cNvPicPr>
            <a:picLocks noChangeAspect="1" noChangeArrowheads="1"/>
          </p:cNvPicPr>
          <p:nvPr/>
        </p:nvPicPr>
        <p:blipFill>
          <a:blip r:embed="rId5" cstate="print"/>
          <a:srcRect/>
          <a:stretch>
            <a:fillRect/>
          </a:stretch>
        </p:blipFill>
        <p:spPr bwMode="auto">
          <a:xfrm>
            <a:off x="2670629" y="5756902"/>
            <a:ext cx="642942" cy="902310"/>
          </a:xfrm>
          <a:prstGeom prst="rect">
            <a:avLst/>
          </a:prstGeom>
          <a:noFill/>
          <a:ln w="9525">
            <a:noFill/>
            <a:miter lim="800000"/>
            <a:headEnd/>
            <a:tailEnd/>
          </a:ln>
        </p:spPr>
      </p:pic>
      <p:sp>
        <p:nvSpPr>
          <p:cNvPr id="12" name="TextBox 11"/>
          <p:cNvSpPr txBox="1"/>
          <p:nvPr/>
        </p:nvSpPr>
        <p:spPr>
          <a:xfrm>
            <a:off x="1622686" y="6042623"/>
            <a:ext cx="1225550" cy="445135"/>
          </a:xfrm>
          <a:prstGeom prst="rect">
            <a:avLst/>
          </a:prstGeom>
          <a:noFill/>
        </p:spPr>
        <p:txBody>
          <a:bodyPr wrap="square" rtlCol="0">
            <a:spAutoFit/>
          </a:bodyPr>
          <a:lstStyle/>
          <a:p>
            <a:r>
              <a:rPr lang="zh-CN" altLang="zh-CN" sz="2300">
                <a:solidFill>
                  <a:schemeClr val="tx1"/>
                </a:solidFill>
                <a:latin typeface="+mn-ea"/>
                <a:ea typeface="+mn-ea"/>
                <a:cs typeface="微软雅黑" panose="020B0503020204020204" charset="-122"/>
              </a:rPr>
              <a:t>机器</a:t>
            </a:r>
            <a:r>
              <a:rPr lang="en-US" altLang="zh-CN" sz="2300">
                <a:solidFill>
                  <a:schemeClr val="tx1"/>
                </a:solidFill>
                <a:latin typeface="+mn-ea"/>
                <a:ea typeface="+mn-ea"/>
                <a:cs typeface="微软雅黑" panose="020B0503020204020204" charset="-122"/>
              </a:rPr>
              <a:t>3</a:t>
            </a:r>
          </a:p>
        </p:txBody>
      </p:sp>
      <p:sp>
        <p:nvSpPr>
          <p:cNvPr id="16" name="TextBox 15"/>
          <p:cNvSpPr txBox="1"/>
          <p:nvPr/>
        </p:nvSpPr>
        <p:spPr>
          <a:xfrm>
            <a:off x="3384811" y="3613748"/>
            <a:ext cx="2860040" cy="445135"/>
          </a:xfrm>
          <a:prstGeom prst="rect">
            <a:avLst/>
          </a:prstGeom>
          <a:noFill/>
        </p:spPr>
        <p:txBody>
          <a:bodyPr wrap="square" rtlCol="0">
            <a:spAutoFit/>
          </a:bodyPr>
          <a:lstStyle/>
          <a:p>
            <a:pPr algn="l">
              <a:buClrTx/>
              <a:buSzTx/>
              <a:buFontTx/>
            </a:pPr>
            <a:r>
              <a:rPr lang="zh-CN" altLang="zh-CN" sz="2300">
                <a:solidFill>
                  <a:srgbClr val="FF00FF"/>
                </a:solidFill>
                <a:latin typeface="+mn-ea"/>
                <a:ea typeface="+mn-ea"/>
                <a:cs typeface="微软雅黑" panose="020B0503020204020204" charset="-122"/>
              </a:rPr>
              <a:t>作业4，总时间16</a:t>
            </a:r>
          </a:p>
        </p:txBody>
      </p:sp>
      <p:sp>
        <p:nvSpPr>
          <p:cNvPr id="17" name="TextBox 16"/>
          <p:cNvSpPr txBox="1"/>
          <p:nvPr/>
        </p:nvSpPr>
        <p:spPr>
          <a:xfrm>
            <a:off x="3385009" y="4899646"/>
            <a:ext cx="2500330" cy="368300"/>
          </a:xfrm>
          <a:prstGeom prst="rect">
            <a:avLst/>
          </a:prstGeom>
          <a:noFill/>
        </p:spPr>
        <p:txBody>
          <a:bodyPr wrap="square" rtlCol="0">
            <a:spAutoFit/>
          </a:bodyPr>
          <a:lstStyle/>
          <a:p>
            <a:r>
              <a:rPr lang="zh-CN" altLang="en-US" b="1">
                <a:solidFill>
                  <a:srgbClr val="9900FF"/>
                </a:solidFill>
                <a:latin typeface="+mn-ea"/>
                <a:ea typeface="+mn-ea"/>
              </a:rPr>
              <a:t>作业</a:t>
            </a:r>
            <a:r>
              <a:rPr lang="en-US" altLang="zh-CN" b="1">
                <a:solidFill>
                  <a:srgbClr val="9900FF"/>
                </a:solidFill>
                <a:latin typeface="+mn-ea"/>
                <a:ea typeface="+mn-ea"/>
              </a:rPr>
              <a:t>2</a:t>
            </a:r>
            <a:r>
              <a:rPr lang="zh-CN" altLang="en-US" b="1">
                <a:solidFill>
                  <a:srgbClr val="9900FF"/>
                </a:solidFill>
                <a:latin typeface="+mn-ea"/>
                <a:ea typeface="+mn-ea"/>
              </a:rPr>
              <a:t>，总时间</a:t>
            </a:r>
            <a:r>
              <a:rPr lang="en-US" altLang="zh-CN" b="1">
                <a:solidFill>
                  <a:srgbClr val="9900FF"/>
                </a:solidFill>
                <a:latin typeface="+mn-ea"/>
                <a:ea typeface="+mn-ea"/>
              </a:rPr>
              <a:t>14</a:t>
            </a:r>
            <a:endParaRPr lang="zh-CN" altLang="en-US" b="1">
              <a:solidFill>
                <a:srgbClr val="9900FF"/>
              </a:solidFill>
              <a:latin typeface="+mn-ea"/>
              <a:ea typeface="+mn-ea"/>
            </a:endParaRPr>
          </a:p>
        </p:txBody>
      </p:sp>
      <p:sp>
        <p:nvSpPr>
          <p:cNvPr id="18" name="TextBox 17"/>
          <p:cNvSpPr txBox="1"/>
          <p:nvPr/>
        </p:nvSpPr>
        <p:spPr>
          <a:xfrm>
            <a:off x="3385010" y="6071172"/>
            <a:ext cx="1911149" cy="368300"/>
          </a:xfrm>
          <a:prstGeom prst="rect">
            <a:avLst/>
          </a:prstGeom>
          <a:noFill/>
        </p:spPr>
        <p:txBody>
          <a:bodyPr wrap="square" rtlCol="0">
            <a:spAutoFit/>
          </a:bodyPr>
          <a:lstStyle/>
          <a:p>
            <a:r>
              <a:rPr lang="zh-CN" altLang="en-US" b="1">
                <a:solidFill>
                  <a:srgbClr val="9900FF"/>
                </a:solidFill>
                <a:latin typeface="+mn-ea"/>
                <a:ea typeface="+mn-ea"/>
              </a:rPr>
              <a:t>作业</a:t>
            </a:r>
            <a:r>
              <a:rPr lang="en-US" altLang="zh-CN" b="1">
                <a:solidFill>
                  <a:srgbClr val="9900FF"/>
                </a:solidFill>
                <a:latin typeface="+mn-ea"/>
                <a:ea typeface="+mn-ea"/>
              </a:rPr>
              <a:t>5</a:t>
            </a:r>
            <a:r>
              <a:rPr lang="zh-CN" altLang="en-US" b="1">
                <a:solidFill>
                  <a:srgbClr val="9900FF"/>
                </a:solidFill>
                <a:latin typeface="+mn-ea"/>
                <a:ea typeface="+mn-ea"/>
              </a:rPr>
              <a:t>，总时间</a:t>
            </a:r>
            <a:r>
              <a:rPr lang="en-US" altLang="zh-CN" b="1">
                <a:solidFill>
                  <a:srgbClr val="9900FF"/>
                </a:solidFill>
                <a:latin typeface="+mn-ea"/>
                <a:ea typeface="+mn-ea"/>
              </a:rPr>
              <a:t>6</a:t>
            </a:r>
            <a:endParaRPr lang="zh-CN" altLang="en-US" b="1">
              <a:solidFill>
                <a:srgbClr val="9900FF"/>
              </a:solidFill>
              <a:latin typeface="+mn-ea"/>
              <a:ea typeface="+mn-ea"/>
            </a:endParaRPr>
          </a:p>
        </p:txBody>
      </p:sp>
      <p:sp>
        <p:nvSpPr>
          <p:cNvPr id="19" name="TextBox 18"/>
          <p:cNvSpPr txBox="1"/>
          <p:nvPr/>
        </p:nvSpPr>
        <p:spPr>
          <a:xfrm>
            <a:off x="3367332" y="6071172"/>
            <a:ext cx="2928958" cy="368300"/>
          </a:xfrm>
          <a:prstGeom prst="rect">
            <a:avLst/>
          </a:prstGeom>
          <a:solidFill>
            <a:schemeClr val="accent4">
              <a:lumMod val="40000"/>
              <a:lumOff val="60000"/>
            </a:schemeClr>
          </a:solidFill>
        </p:spPr>
        <p:txBody>
          <a:bodyPr wrap="square" rtlCol="0">
            <a:spAutoFit/>
          </a:bodyPr>
          <a:lstStyle/>
          <a:p>
            <a:r>
              <a:rPr lang="zh-CN" altLang="en-US" b="1">
                <a:solidFill>
                  <a:srgbClr val="9900FF"/>
                </a:solidFill>
                <a:latin typeface="+mn-ea"/>
                <a:ea typeface="+mn-ea"/>
              </a:rPr>
              <a:t>作业</a:t>
            </a:r>
            <a:r>
              <a:rPr lang="en-US" altLang="zh-CN" b="1">
                <a:solidFill>
                  <a:srgbClr val="9900FF"/>
                </a:solidFill>
                <a:latin typeface="+mn-ea"/>
                <a:ea typeface="+mn-ea"/>
              </a:rPr>
              <a:t>5</a:t>
            </a:r>
            <a:r>
              <a:rPr lang="zh-CN" altLang="en-US" b="1">
                <a:solidFill>
                  <a:srgbClr val="9900FF"/>
                </a:solidFill>
                <a:latin typeface="+mn-ea"/>
                <a:ea typeface="+mn-ea"/>
              </a:rPr>
              <a:t>、</a:t>
            </a:r>
            <a:r>
              <a:rPr lang="en-US" altLang="zh-CN" b="1">
                <a:solidFill>
                  <a:srgbClr val="9900FF"/>
                </a:solidFill>
                <a:latin typeface="+mn-ea"/>
                <a:ea typeface="+mn-ea"/>
              </a:rPr>
              <a:t>6</a:t>
            </a:r>
            <a:r>
              <a:rPr lang="zh-CN" altLang="en-US" b="1">
                <a:solidFill>
                  <a:srgbClr val="9900FF"/>
                </a:solidFill>
                <a:latin typeface="+mn-ea"/>
                <a:ea typeface="+mn-ea"/>
              </a:rPr>
              <a:t>，总时间</a:t>
            </a:r>
            <a:r>
              <a:rPr lang="en-US" altLang="zh-CN" b="1">
                <a:solidFill>
                  <a:srgbClr val="9900FF"/>
                </a:solidFill>
                <a:latin typeface="+mn-ea"/>
                <a:ea typeface="+mn-ea"/>
              </a:rPr>
              <a:t>11</a:t>
            </a:r>
            <a:endParaRPr lang="zh-CN" altLang="en-US" b="1">
              <a:solidFill>
                <a:srgbClr val="9900FF"/>
              </a:solidFill>
              <a:latin typeface="+mn-ea"/>
              <a:ea typeface="+mn-ea"/>
            </a:endParaRPr>
          </a:p>
        </p:txBody>
      </p:sp>
      <p:sp>
        <p:nvSpPr>
          <p:cNvPr id="20" name="TextBox 19"/>
          <p:cNvSpPr txBox="1"/>
          <p:nvPr/>
        </p:nvSpPr>
        <p:spPr>
          <a:xfrm>
            <a:off x="3367332" y="6071172"/>
            <a:ext cx="3429024" cy="368300"/>
          </a:xfrm>
          <a:prstGeom prst="rect">
            <a:avLst/>
          </a:prstGeom>
          <a:solidFill>
            <a:schemeClr val="accent4">
              <a:lumMod val="40000"/>
              <a:lumOff val="60000"/>
            </a:schemeClr>
          </a:solidFill>
        </p:spPr>
        <p:txBody>
          <a:bodyPr wrap="square" rtlCol="0">
            <a:spAutoFit/>
          </a:bodyPr>
          <a:lstStyle/>
          <a:p>
            <a:r>
              <a:rPr lang="zh-CN" altLang="en-US" b="1">
                <a:solidFill>
                  <a:srgbClr val="9900FF"/>
                </a:solidFill>
                <a:latin typeface="+mn-ea"/>
                <a:ea typeface="+mn-ea"/>
              </a:rPr>
              <a:t>作业</a:t>
            </a:r>
            <a:r>
              <a:rPr lang="en-US" altLang="zh-CN" b="1">
                <a:solidFill>
                  <a:srgbClr val="9900FF"/>
                </a:solidFill>
                <a:latin typeface="+mn-ea"/>
                <a:ea typeface="+mn-ea"/>
              </a:rPr>
              <a:t>5</a:t>
            </a:r>
            <a:r>
              <a:rPr lang="zh-CN" altLang="en-US" b="1">
                <a:solidFill>
                  <a:srgbClr val="9900FF"/>
                </a:solidFill>
                <a:latin typeface="+mn-ea"/>
                <a:ea typeface="+mn-ea"/>
              </a:rPr>
              <a:t>、</a:t>
            </a:r>
            <a:r>
              <a:rPr lang="en-US" altLang="zh-CN" b="1">
                <a:solidFill>
                  <a:srgbClr val="9900FF"/>
                </a:solidFill>
                <a:latin typeface="+mn-ea"/>
                <a:ea typeface="+mn-ea"/>
              </a:rPr>
              <a:t>6</a:t>
            </a:r>
            <a:r>
              <a:rPr lang="zh-CN" altLang="en-US" b="1">
                <a:solidFill>
                  <a:srgbClr val="9900FF"/>
                </a:solidFill>
                <a:latin typeface="+mn-ea"/>
                <a:ea typeface="+mn-ea"/>
              </a:rPr>
              <a:t>、</a:t>
            </a:r>
            <a:r>
              <a:rPr lang="en-US" altLang="zh-CN" b="1">
                <a:solidFill>
                  <a:srgbClr val="9900FF"/>
                </a:solidFill>
                <a:latin typeface="+mn-ea"/>
                <a:ea typeface="+mn-ea"/>
              </a:rPr>
              <a:t>3</a:t>
            </a:r>
            <a:r>
              <a:rPr lang="zh-CN" altLang="en-US" b="1">
                <a:solidFill>
                  <a:srgbClr val="9900FF"/>
                </a:solidFill>
                <a:latin typeface="+mn-ea"/>
                <a:ea typeface="+mn-ea"/>
              </a:rPr>
              <a:t>，总时间</a:t>
            </a:r>
            <a:r>
              <a:rPr lang="en-US" altLang="zh-CN" b="1">
                <a:solidFill>
                  <a:srgbClr val="9900FF"/>
                </a:solidFill>
                <a:latin typeface="+mn-ea"/>
                <a:ea typeface="+mn-ea"/>
              </a:rPr>
              <a:t>15</a:t>
            </a:r>
            <a:endParaRPr lang="zh-CN" altLang="en-US" b="1">
              <a:solidFill>
                <a:srgbClr val="9900FF"/>
              </a:solidFill>
              <a:latin typeface="+mn-ea"/>
              <a:ea typeface="+mn-ea"/>
            </a:endParaRPr>
          </a:p>
        </p:txBody>
      </p:sp>
      <p:sp>
        <p:nvSpPr>
          <p:cNvPr id="21" name="TextBox 20"/>
          <p:cNvSpPr txBox="1"/>
          <p:nvPr/>
        </p:nvSpPr>
        <p:spPr>
          <a:xfrm>
            <a:off x="3367031" y="4899623"/>
            <a:ext cx="3575685" cy="445135"/>
          </a:xfrm>
          <a:prstGeom prst="rect">
            <a:avLst/>
          </a:prstGeom>
          <a:solidFill>
            <a:schemeClr val="accent4">
              <a:lumMod val="40000"/>
              <a:lumOff val="60000"/>
            </a:schemeClr>
          </a:solidFill>
        </p:spPr>
        <p:txBody>
          <a:bodyPr wrap="square" rtlCol="0">
            <a:spAutoFit/>
          </a:bodyPr>
          <a:lstStyle/>
          <a:p>
            <a:r>
              <a:rPr lang="zh-CN" altLang="en-US" sz="2300">
                <a:solidFill>
                  <a:srgbClr val="9900FF"/>
                </a:solidFill>
                <a:latin typeface="+mn-ea"/>
                <a:ea typeface="+mn-ea"/>
                <a:cs typeface="微软雅黑" panose="020B0503020204020204" charset="-122"/>
              </a:rPr>
              <a:t>作业</a:t>
            </a:r>
            <a:r>
              <a:rPr lang="en-US" altLang="zh-CN" sz="2300">
                <a:solidFill>
                  <a:srgbClr val="9900FF"/>
                </a:solidFill>
                <a:latin typeface="+mn-ea"/>
                <a:ea typeface="+mn-ea"/>
                <a:cs typeface="微软雅黑" panose="020B0503020204020204" charset="-122"/>
              </a:rPr>
              <a:t>2</a:t>
            </a:r>
            <a:r>
              <a:rPr lang="zh-CN" altLang="en-US" sz="2300">
                <a:solidFill>
                  <a:srgbClr val="9900FF"/>
                </a:solidFill>
                <a:latin typeface="+mn-ea"/>
                <a:ea typeface="+mn-ea"/>
                <a:cs typeface="微软雅黑" panose="020B0503020204020204" charset="-122"/>
              </a:rPr>
              <a:t>、</a:t>
            </a:r>
            <a:r>
              <a:rPr lang="en-US" altLang="zh-CN" sz="2300">
                <a:solidFill>
                  <a:srgbClr val="9900FF"/>
                </a:solidFill>
                <a:latin typeface="+mn-ea"/>
                <a:ea typeface="+mn-ea"/>
                <a:cs typeface="微软雅黑" panose="020B0503020204020204" charset="-122"/>
              </a:rPr>
              <a:t>7</a:t>
            </a:r>
            <a:r>
              <a:rPr lang="zh-CN" altLang="en-US" sz="2300">
                <a:solidFill>
                  <a:srgbClr val="9900FF"/>
                </a:solidFill>
                <a:latin typeface="+mn-ea"/>
                <a:ea typeface="+mn-ea"/>
                <a:cs typeface="微软雅黑" panose="020B0503020204020204" charset="-122"/>
              </a:rPr>
              <a:t>，总时间</a:t>
            </a:r>
            <a:r>
              <a:rPr lang="en-US" altLang="zh-CN" sz="2300">
                <a:solidFill>
                  <a:srgbClr val="9900FF"/>
                </a:solidFill>
                <a:latin typeface="+mn-ea"/>
                <a:ea typeface="+mn-ea"/>
                <a:cs typeface="微软雅黑" panose="020B0503020204020204" charset="-122"/>
              </a:rPr>
              <a:t>17</a:t>
            </a:r>
            <a:endParaRPr lang="zh-CN" altLang="en-US" sz="2300">
              <a:solidFill>
                <a:srgbClr val="9900FF"/>
              </a:solidFill>
              <a:latin typeface="+mn-ea"/>
              <a:ea typeface="+mn-ea"/>
              <a:cs typeface="微软雅黑" panose="020B0503020204020204" charset="-122"/>
            </a:endParaRPr>
          </a:p>
        </p:txBody>
      </p:sp>
      <p:sp>
        <p:nvSpPr>
          <p:cNvPr id="22" name="TextBox 21"/>
          <p:cNvSpPr txBox="1"/>
          <p:nvPr/>
        </p:nvSpPr>
        <p:spPr>
          <a:xfrm>
            <a:off x="3367031" y="6071198"/>
            <a:ext cx="4220845" cy="445135"/>
          </a:xfrm>
          <a:prstGeom prst="rect">
            <a:avLst/>
          </a:prstGeom>
          <a:solidFill>
            <a:schemeClr val="accent4">
              <a:lumMod val="40000"/>
              <a:lumOff val="60000"/>
            </a:schemeClr>
          </a:solidFill>
        </p:spPr>
        <p:txBody>
          <a:bodyPr wrap="square" rtlCol="0">
            <a:spAutoFit/>
          </a:bodyPr>
          <a:lstStyle/>
          <a:p>
            <a:r>
              <a:rPr lang="zh-CN" altLang="en-US" sz="2300">
                <a:solidFill>
                  <a:srgbClr val="9900FF"/>
                </a:solidFill>
                <a:latin typeface="+mn-ea"/>
                <a:ea typeface="+mn-ea"/>
                <a:cs typeface="微软雅黑" panose="020B0503020204020204" charset="-122"/>
              </a:rPr>
              <a:t>作业</a:t>
            </a:r>
            <a:r>
              <a:rPr lang="en-US" altLang="zh-CN" sz="2300">
                <a:solidFill>
                  <a:srgbClr val="9900FF"/>
                </a:solidFill>
                <a:latin typeface="+mn-ea"/>
                <a:ea typeface="+mn-ea"/>
                <a:cs typeface="微软雅黑" panose="020B0503020204020204" charset="-122"/>
              </a:rPr>
              <a:t>5</a:t>
            </a:r>
            <a:r>
              <a:rPr lang="zh-CN" altLang="en-US" sz="2300">
                <a:solidFill>
                  <a:srgbClr val="9900FF"/>
                </a:solidFill>
                <a:latin typeface="+mn-ea"/>
                <a:ea typeface="+mn-ea"/>
                <a:cs typeface="微软雅黑" panose="020B0503020204020204" charset="-122"/>
              </a:rPr>
              <a:t>、</a:t>
            </a:r>
            <a:r>
              <a:rPr lang="en-US" altLang="zh-CN" sz="2300">
                <a:solidFill>
                  <a:srgbClr val="9900FF"/>
                </a:solidFill>
                <a:latin typeface="+mn-ea"/>
                <a:ea typeface="+mn-ea"/>
                <a:cs typeface="微软雅黑" panose="020B0503020204020204" charset="-122"/>
              </a:rPr>
              <a:t>6</a:t>
            </a:r>
            <a:r>
              <a:rPr lang="zh-CN" altLang="en-US" sz="2300">
                <a:solidFill>
                  <a:srgbClr val="9900FF"/>
                </a:solidFill>
                <a:latin typeface="+mn-ea"/>
                <a:ea typeface="+mn-ea"/>
                <a:cs typeface="微软雅黑" panose="020B0503020204020204" charset="-122"/>
              </a:rPr>
              <a:t>、</a:t>
            </a:r>
            <a:r>
              <a:rPr lang="en-US" altLang="zh-CN" sz="2300">
                <a:solidFill>
                  <a:srgbClr val="9900FF"/>
                </a:solidFill>
                <a:latin typeface="+mn-ea"/>
                <a:ea typeface="+mn-ea"/>
                <a:cs typeface="微软雅黑" panose="020B0503020204020204" charset="-122"/>
              </a:rPr>
              <a:t>3</a:t>
            </a:r>
            <a:r>
              <a:rPr lang="zh-CN" altLang="en-US" sz="2300">
                <a:solidFill>
                  <a:srgbClr val="9900FF"/>
                </a:solidFill>
                <a:latin typeface="+mn-ea"/>
                <a:ea typeface="+mn-ea"/>
                <a:cs typeface="微软雅黑" panose="020B0503020204020204" charset="-122"/>
              </a:rPr>
              <a:t>、</a:t>
            </a:r>
            <a:r>
              <a:rPr lang="en-US" altLang="zh-CN" sz="2300">
                <a:solidFill>
                  <a:srgbClr val="9900FF"/>
                </a:solidFill>
                <a:latin typeface="+mn-ea"/>
                <a:ea typeface="+mn-ea"/>
                <a:cs typeface="微软雅黑" panose="020B0503020204020204" charset="-122"/>
              </a:rPr>
              <a:t>1</a:t>
            </a:r>
            <a:r>
              <a:rPr lang="zh-CN" altLang="en-US" sz="2300">
                <a:solidFill>
                  <a:srgbClr val="9900FF"/>
                </a:solidFill>
                <a:latin typeface="+mn-ea"/>
                <a:ea typeface="+mn-ea"/>
                <a:cs typeface="微软雅黑" panose="020B0503020204020204" charset="-122"/>
              </a:rPr>
              <a:t>，总时间</a:t>
            </a:r>
            <a:r>
              <a:rPr lang="en-US" altLang="zh-CN" sz="2300">
                <a:solidFill>
                  <a:srgbClr val="9900FF"/>
                </a:solidFill>
                <a:latin typeface="+mn-ea"/>
                <a:ea typeface="+mn-ea"/>
                <a:cs typeface="微软雅黑" panose="020B0503020204020204" charset="-122"/>
              </a:rPr>
              <a:t>17</a:t>
            </a:r>
            <a:endParaRPr lang="zh-CN" altLang="en-US" sz="2300">
              <a:solidFill>
                <a:srgbClr val="9900FF"/>
              </a:solidFill>
              <a:latin typeface="+mn-ea"/>
              <a:ea typeface="+mn-ea"/>
              <a:cs typeface="微软雅黑" panose="020B0503020204020204" charset="-122"/>
            </a:endParaRPr>
          </a:p>
        </p:txBody>
      </p:sp>
      <p:sp>
        <p:nvSpPr>
          <p:cNvPr id="23" name="任意多边形 22"/>
          <p:cNvSpPr/>
          <p:nvPr/>
        </p:nvSpPr>
        <p:spPr>
          <a:xfrm>
            <a:off x="3295911" y="2598383"/>
            <a:ext cx="3145790" cy="3614420"/>
          </a:xfrm>
          <a:custGeom>
            <a:avLst/>
            <a:gdLst>
              <a:gd name="connsiteX0" fmla="*/ 2655518 w 2997896"/>
              <a:gd name="connsiteY0" fmla="*/ 0 h 3870543"/>
              <a:gd name="connsiteX1" fmla="*/ 2555310 w 2997896"/>
              <a:gd name="connsiteY1" fmla="*/ 2693096 h 3870543"/>
              <a:gd name="connsiteX2" fmla="*/ 0 w 2997896"/>
              <a:gd name="connsiteY2" fmla="*/ 3870543 h 3870543"/>
              <a:gd name="connsiteX0-1" fmla="*/ 2655518 w 2826707"/>
              <a:gd name="connsiteY0-2" fmla="*/ 0 h 3870543"/>
              <a:gd name="connsiteX1-3" fmla="*/ 1565357 w 2826707"/>
              <a:gd name="connsiteY1-4" fmla="*/ 2922291 h 3870543"/>
              <a:gd name="connsiteX2-5" fmla="*/ 0 w 2826707"/>
              <a:gd name="connsiteY2-6" fmla="*/ 3870543 h 3870543"/>
              <a:gd name="connsiteX0-7" fmla="*/ 2708366 w 2879555"/>
              <a:gd name="connsiteY0-8" fmla="*/ 0 h 3805772"/>
              <a:gd name="connsiteX1-9" fmla="*/ 1565357 w 2879555"/>
              <a:gd name="connsiteY1-10" fmla="*/ 2857520 h 3805772"/>
              <a:gd name="connsiteX2-11" fmla="*/ 0 w 2879555"/>
              <a:gd name="connsiteY2-12" fmla="*/ 3805772 h 3805772"/>
              <a:gd name="connsiteX0-13" fmla="*/ 2857520 w 3028709"/>
              <a:gd name="connsiteY0-14" fmla="*/ 0 h 3857651"/>
              <a:gd name="connsiteX1-15" fmla="*/ 1714511 w 3028709"/>
              <a:gd name="connsiteY1-16" fmla="*/ 2857520 h 3857651"/>
              <a:gd name="connsiteX2-17" fmla="*/ 0 w 3028709"/>
              <a:gd name="connsiteY2-18" fmla="*/ 3857651 h 3857651"/>
              <a:gd name="connsiteX0-19" fmla="*/ 2857520 w 3028709"/>
              <a:gd name="connsiteY0-20" fmla="*/ 0 h 3857651"/>
              <a:gd name="connsiteX1-21" fmla="*/ 1785950 w 3028709"/>
              <a:gd name="connsiteY1-22" fmla="*/ 2857519 h 3857651"/>
              <a:gd name="connsiteX2-23" fmla="*/ 0 w 3028709"/>
              <a:gd name="connsiteY2-24" fmla="*/ 3857651 h 3857651"/>
            </a:gdLst>
            <a:ahLst/>
            <a:cxnLst>
              <a:cxn ang="0">
                <a:pos x="connsiteX0-1" y="connsiteY0-2"/>
              </a:cxn>
              <a:cxn ang="0">
                <a:pos x="connsiteX1-3" y="connsiteY1-4"/>
              </a:cxn>
              <a:cxn ang="0">
                <a:pos x="connsiteX2-5" y="connsiteY2-6"/>
              </a:cxn>
            </a:cxnLst>
            <a:rect l="l" t="t" r="r" b="b"/>
            <a:pathLst>
              <a:path w="3028709" h="3857651">
                <a:moveTo>
                  <a:pt x="2857520" y="0"/>
                </a:moveTo>
                <a:cubicBezTo>
                  <a:pt x="3028709" y="1024003"/>
                  <a:pt x="2262203" y="2214577"/>
                  <a:pt x="1785950" y="2857519"/>
                </a:cubicBezTo>
                <a:cubicBezTo>
                  <a:pt x="1309697" y="3500461"/>
                  <a:pt x="1056362" y="3591472"/>
                  <a:pt x="0" y="3857651"/>
                </a:cubicBezTo>
              </a:path>
            </a:pathLst>
          </a:custGeom>
          <a:ln>
            <a:tailEnd type="arrow"/>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sz="2400" b="1">
              <a:solidFill>
                <a:prstClr val="black"/>
              </a:solidFill>
              <a:latin typeface="+mn-ea"/>
            </a:endParaRPr>
          </a:p>
        </p:txBody>
      </p:sp>
      <p:sp>
        <p:nvSpPr>
          <p:cNvPr id="24" name="任意多边形 23"/>
          <p:cNvSpPr/>
          <p:nvPr/>
        </p:nvSpPr>
        <p:spPr>
          <a:xfrm>
            <a:off x="3295911" y="2534883"/>
            <a:ext cx="3825240" cy="3677920"/>
          </a:xfrm>
          <a:custGeom>
            <a:avLst/>
            <a:gdLst>
              <a:gd name="connsiteX0" fmla="*/ 2655518 w 2997896"/>
              <a:gd name="connsiteY0" fmla="*/ 0 h 3870543"/>
              <a:gd name="connsiteX1" fmla="*/ 2555310 w 2997896"/>
              <a:gd name="connsiteY1" fmla="*/ 2693096 h 3870543"/>
              <a:gd name="connsiteX2" fmla="*/ 0 w 2997896"/>
              <a:gd name="connsiteY2" fmla="*/ 3870543 h 3870543"/>
              <a:gd name="connsiteX0-1" fmla="*/ 2655518 w 2826707"/>
              <a:gd name="connsiteY0-2" fmla="*/ 0 h 3870543"/>
              <a:gd name="connsiteX1-3" fmla="*/ 1565357 w 2826707"/>
              <a:gd name="connsiteY1-4" fmla="*/ 2922291 h 3870543"/>
              <a:gd name="connsiteX2-5" fmla="*/ 0 w 2826707"/>
              <a:gd name="connsiteY2-6" fmla="*/ 3870543 h 3870543"/>
              <a:gd name="connsiteX0-7" fmla="*/ 2708366 w 2879555"/>
              <a:gd name="connsiteY0-8" fmla="*/ 0 h 3805772"/>
              <a:gd name="connsiteX1-9" fmla="*/ 1565357 w 2879555"/>
              <a:gd name="connsiteY1-10" fmla="*/ 2857520 h 3805772"/>
              <a:gd name="connsiteX2-11" fmla="*/ 0 w 2879555"/>
              <a:gd name="connsiteY2-12" fmla="*/ 3805772 h 3805772"/>
              <a:gd name="connsiteX0-13" fmla="*/ 2857520 w 3028709"/>
              <a:gd name="connsiteY0-14" fmla="*/ 0 h 3857651"/>
              <a:gd name="connsiteX1-15" fmla="*/ 1714511 w 3028709"/>
              <a:gd name="connsiteY1-16" fmla="*/ 2857520 h 3857651"/>
              <a:gd name="connsiteX2-17" fmla="*/ 0 w 3028709"/>
              <a:gd name="connsiteY2-18" fmla="*/ 3857651 h 3857651"/>
              <a:gd name="connsiteX0-19" fmla="*/ 2857520 w 3028709"/>
              <a:gd name="connsiteY0-20" fmla="*/ 0 h 3857651"/>
              <a:gd name="connsiteX1-21" fmla="*/ 1785950 w 3028709"/>
              <a:gd name="connsiteY1-22" fmla="*/ 2857519 h 3857651"/>
              <a:gd name="connsiteX2-23" fmla="*/ 0 w 3028709"/>
              <a:gd name="connsiteY2-24" fmla="*/ 3857651 h 3857651"/>
              <a:gd name="connsiteX0-25" fmla="*/ 3400711 w 3571900"/>
              <a:gd name="connsiteY0-26" fmla="*/ 0 h 3857652"/>
              <a:gd name="connsiteX1-27" fmla="*/ 2329141 w 3571900"/>
              <a:gd name="connsiteY1-28" fmla="*/ 2857519 h 3857652"/>
              <a:gd name="connsiteX2-29" fmla="*/ 0 w 3571900"/>
              <a:gd name="connsiteY2-30" fmla="*/ 3857652 h 3857652"/>
            </a:gdLst>
            <a:ahLst/>
            <a:cxnLst>
              <a:cxn ang="0">
                <a:pos x="connsiteX0-1" y="connsiteY0-2"/>
              </a:cxn>
              <a:cxn ang="0">
                <a:pos x="connsiteX1-3" y="connsiteY1-4"/>
              </a:cxn>
              <a:cxn ang="0">
                <a:pos x="connsiteX2-5" y="connsiteY2-6"/>
              </a:cxn>
            </a:cxnLst>
            <a:rect l="l" t="t" r="r" b="b"/>
            <a:pathLst>
              <a:path w="3571900" h="3857652">
                <a:moveTo>
                  <a:pt x="3400711" y="0"/>
                </a:moveTo>
                <a:cubicBezTo>
                  <a:pt x="3571900" y="1024003"/>
                  <a:pt x="2895926" y="2214577"/>
                  <a:pt x="2329141" y="2857519"/>
                </a:cubicBezTo>
                <a:cubicBezTo>
                  <a:pt x="1762356" y="3500461"/>
                  <a:pt x="1056362" y="3591473"/>
                  <a:pt x="0" y="3857652"/>
                </a:cubicBezTo>
              </a:path>
            </a:pathLst>
          </a:custGeom>
          <a:ln>
            <a:tailEnd type="arrow"/>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sz="2400" b="1">
              <a:solidFill>
                <a:prstClr val="black"/>
              </a:solidFill>
              <a:latin typeface="+mn-ea"/>
            </a:endParaRPr>
          </a:p>
        </p:txBody>
      </p:sp>
      <p:sp>
        <p:nvSpPr>
          <p:cNvPr id="25" name="任意多边形 24"/>
          <p:cNvSpPr/>
          <p:nvPr/>
        </p:nvSpPr>
        <p:spPr>
          <a:xfrm>
            <a:off x="3367031" y="2598383"/>
            <a:ext cx="4993640" cy="3686175"/>
          </a:xfrm>
          <a:custGeom>
            <a:avLst/>
            <a:gdLst>
              <a:gd name="connsiteX0" fmla="*/ 2655518 w 2997896"/>
              <a:gd name="connsiteY0" fmla="*/ 0 h 3870543"/>
              <a:gd name="connsiteX1" fmla="*/ 2555310 w 2997896"/>
              <a:gd name="connsiteY1" fmla="*/ 2693096 h 3870543"/>
              <a:gd name="connsiteX2" fmla="*/ 0 w 2997896"/>
              <a:gd name="connsiteY2" fmla="*/ 3870543 h 3870543"/>
              <a:gd name="connsiteX0-1" fmla="*/ 2655518 w 2826707"/>
              <a:gd name="connsiteY0-2" fmla="*/ 0 h 3870543"/>
              <a:gd name="connsiteX1-3" fmla="*/ 1565357 w 2826707"/>
              <a:gd name="connsiteY1-4" fmla="*/ 2922291 h 3870543"/>
              <a:gd name="connsiteX2-5" fmla="*/ 0 w 2826707"/>
              <a:gd name="connsiteY2-6" fmla="*/ 3870543 h 3870543"/>
              <a:gd name="connsiteX0-7" fmla="*/ 2708366 w 2879555"/>
              <a:gd name="connsiteY0-8" fmla="*/ 0 h 3805772"/>
              <a:gd name="connsiteX1-9" fmla="*/ 1565357 w 2879555"/>
              <a:gd name="connsiteY1-10" fmla="*/ 2857520 h 3805772"/>
              <a:gd name="connsiteX2-11" fmla="*/ 0 w 2879555"/>
              <a:gd name="connsiteY2-12" fmla="*/ 3805772 h 3805772"/>
              <a:gd name="connsiteX0-13" fmla="*/ 2857520 w 3028709"/>
              <a:gd name="connsiteY0-14" fmla="*/ 0 h 3857651"/>
              <a:gd name="connsiteX1-15" fmla="*/ 1714511 w 3028709"/>
              <a:gd name="connsiteY1-16" fmla="*/ 2857520 h 3857651"/>
              <a:gd name="connsiteX2-17" fmla="*/ 0 w 3028709"/>
              <a:gd name="connsiteY2-18" fmla="*/ 3857651 h 3857651"/>
              <a:gd name="connsiteX0-19" fmla="*/ 2857520 w 3028709"/>
              <a:gd name="connsiteY0-20" fmla="*/ 0 h 3857651"/>
              <a:gd name="connsiteX1-21" fmla="*/ 1785950 w 3028709"/>
              <a:gd name="connsiteY1-22" fmla="*/ 2857519 h 3857651"/>
              <a:gd name="connsiteX2-23" fmla="*/ 0 w 3028709"/>
              <a:gd name="connsiteY2-24" fmla="*/ 3857651 h 3857651"/>
              <a:gd name="connsiteX0-25" fmla="*/ 4429156 w 4600345"/>
              <a:gd name="connsiteY0-26" fmla="*/ 0 h 3929090"/>
              <a:gd name="connsiteX1-27" fmla="*/ 3357586 w 4600345"/>
              <a:gd name="connsiteY1-28" fmla="*/ 2857519 h 3929090"/>
              <a:gd name="connsiteX2-29" fmla="*/ 0 w 4600345"/>
              <a:gd name="connsiteY2-30" fmla="*/ 3929090 h 3929090"/>
              <a:gd name="connsiteX0-31" fmla="*/ 4429156 w 4600345"/>
              <a:gd name="connsiteY0-32" fmla="*/ 0 h 3929090"/>
              <a:gd name="connsiteX1-33" fmla="*/ 2857520 w 4600345"/>
              <a:gd name="connsiteY1-34" fmla="*/ 2928957 h 3929090"/>
              <a:gd name="connsiteX2-35" fmla="*/ 0 w 4600345"/>
              <a:gd name="connsiteY2-36" fmla="*/ 3929090 h 3929090"/>
            </a:gdLst>
            <a:ahLst/>
            <a:cxnLst>
              <a:cxn ang="0">
                <a:pos x="connsiteX0-1" y="connsiteY0-2"/>
              </a:cxn>
              <a:cxn ang="0">
                <a:pos x="connsiteX1-3" y="connsiteY1-4"/>
              </a:cxn>
              <a:cxn ang="0">
                <a:pos x="connsiteX2-5" y="connsiteY2-6"/>
              </a:cxn>
            </a:cxnLst>
            <a:rect l="l" t="t" r="r" b="b"/>
            <a:pathLst>
              <a:path w="4600345" h="3929090">
                <a:moveTo>
                  <a:pt x="4429156" y="0"/>
                </a:moveTo>
                <a:cubicBezTo>
                  <a:pt x="4600345" y="1024003"/>
                  <a:pt x="3595713" y="2274109"/>
                  <a:pt x="2857520" y="2928957"/>
                </a:cubicBezTo>
                <a:cubicBezTo>
                  <a:pt x="2119327" y="3583805"/>
                  <a:pt x="1056362" y="3662911"/>
                  <a:pt x="0" y="3929090"/>
                </a:cubicBezTo>
              </a:path>
            </a:pathLst>
          </a:custGeom>
          <a:ln>
            <a:tailEnd type="arrow"/>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sz="2400" b="1">
              <a:solidFill>
                <a:prstClr val="black"/>
              </a:solidFill>
              <a:latin typeface="+mn-ea"/>
            </a:endParaRPr>
          </a:p>
        </p:txBody>
      </p:sp>
      <p:sp>
        <p:nvSpPr>
          <p:cNvPr id="26" name="任意多边形 25"/>
          <p:cNvSpPr/>
          <p:nvPr/>
        </p:nvSpPr>
        <p:spPr>
          <a:xfrm>
            <a:off x="3367031" y="2534883"/>
            <a:ext cx="4364355" cy="2678430"/>
          </a:xfrm>
          <a:custGeom>
            <a:avLst/>
            <a:gdLst>
              <a:gd name="connsiteX0" fmla="*/ 2655518 w 2997896"/>
              <a:gd name="connsiteY0" fmla="*/ 0 h 3870543"/>
              <a:gd name="connsiteX1" fmla="*/ 2555310 w 2997896"/>
              <a:gd name="connsiteY1" fmla="*/ 2693096 h 3870543"/>
              <a:gd name="connsiteX2" fmla="*/ 0 w 2997896"/>
              <a:gd name="connsiteY2" fmla="*/ 3870543 h 3870543"/>
              <a:gd name="connsiteX0-1" fmla="*/ 2655518 w 2826707"/>
              <a:gd name="connsiteY0-2" fmla="*/ 0 h 3870543"/>
              <a:gd name="connsiteX1-3" fmla="*/ 1565357 w 2826707"/>
              <a:gd name="connsiteY1-4" fmla="*/ 2922291 h 3870543"/>
              <a:gd name="connsiteX2-5" fmla="*/ 0 w 2826707"/>
              <a:gd name="connsiteY2-6" fmla="*/ 3870543 h 3870543"/>
              <a:gd name="connsiteX0-7" fmla="*/ 2708366 w 2879555"/>
              <a:gd name="connsiteY0-8" fmla="*/ 0 h 3805772"/>
              <a:gd name="connsiteX1-9" fmla="*/ 1565357 w 2879555"/>
              <a:gd name="connsiteY1-10" fmla="*/ 2857520 h 3805772"/>
              <a:gd name="connsiteX2-11" fmla="*/ 0 w 2879555"/>
              <a:gd name="connsiteY2-12" fmla="*/ 3805772 h 3805772"/>
              <a:gd name="connsiteX0-13" fmla="*/ 2857520 w 3028709"/>
              <a:gd name="connsiteY0-14" fmla="*/ 0 h 3857651"/>
              <a:gd name="connsiteX1-15" fmla="*/ 1714511 w 3028709"/>
              <a:gd name="connsiteY1-16" fmla="*/ 2857520 h 3857651"/>
              <a:gd name="connsiteX2-17" fmla="*/ 0 w 3028709"/>
              <a:gd name="connsiteY2-18" fmla="*/ 3857651 h 3857651"/>
              <a:gd name="connsiteX0-19" fmla="*/ 2857520 w 3028709"/>
              <a:gd name="connsiteY0-20" fmla="*/ 0 h 3857651"/>
              <a:gd name="connsiteX1-21" fmla="*/ 1785950 w 3028709"/>
              <a:gd name="connsiteY1-22" fmla="*/ 2857519 h 3857651"/>
              <a:gd name="connsiteX2-23" fmla="*/ 0 w 3028709"/>
              <a:gd name="connsiteY2-24" fmla="*/ 3857651 h 3857651"/>
              <a:gd name="connsiteX0-25" fmla="*/ 3857652 w 4028841"/>
              <a:gd name="connsiteY0-26" fmla="*/ 0 h 3345679"/>
              <a:gd name="connsiteX1-27" fmla="*/ 2786082 w 4028841"/>
              <a:gd name="connsiteY1-28" fmla="*/ 2857519 h 3345679"/>
              <a:gd name="connsiteX2-29" fmla="*/ 0 w 4028841"/>
              <a:gd name="connsiteY2-30" fmla="*/ 2928958 h 3345679"/>
              <a:gd name="connsiteX0-31" fmla="*/ 3857652 w 4028841"/>
              <a:gd name="connsiteY0-32" fmla="*/ 0 h 2928958"/>
              <a:gd name="connsiteX1-33" fmla="*/ 1928826 w 4028841"/>
              <a:gd name="connsiteY1-34" fmla="*/ 2286016 h 2928958"/>
              <a:gd name="connsiteX2-35" fmla="*/ 0 w 4028841"/>
              <a:gd name="connsiteY2-36" fmla="*/ 2928958 h 2928958"/>
              <a:gd name="connsiteX0-37" fmla="*/ 3857652 w 4028841"/>
              <a:gd name="connsiteY0-38" fmla="*/ 0 h 2928958"/>
              <a:gd name="connsiteX1-39" fmla="*/ 1500198 w 4028841"/>
              <a:gd name="connsiteY1-40" fmla="*/ 2357454 h 2928958"/>
              <a:gd name="connsiteX2-41" fmla="*/ 0 w 4028841"/>
              <a:gd name="connsiteY2-42" fmla="*/ 2928958 h 2928958"/>
              <a:gd name="connsiteX0-43" fmla="*/ 3857652 w 4028841"/>
              <a:gd name="connsiteY0-44" fmla="*/ 0 h 2928958"/>
              <a:gd name="connsiteX1-45" fmla="*/ 2000264 w 4028841"/>
              <a:gd name="connsiteY1-46" fmla="*/ 2214578 h 2928958"/>
              <a:gd name="connsiteX2-47" fmla="*/ 0 w 4028841"/>
              <a:gd name="connsiteY2-48" fmla="*/ 2928958 h 2928958"/>
              <a:gd name="connsiteX0-49" fmla="*/ 3857652 w 4028841"/>
              <a:gd name="connsiteY0-50" fmla="*/ 0 h 2928958"/>
              <a:gd name="connsiteX1-51" fmla="*/ 2357454 w 4028841"/>
              <a:gd name="connsiteY1-52" fmla="*/ 2143140 h 2928958"/>
              <a:gd name="connsiteX2-53" fmla="*/ 0 w 4028841"/>
              <a:gd name="connsiteY2-54" fmla="*/ 2928958 h 2928958"/>
            </a:gdLst>
            <a:ahLst/>
            <a:cxnLst>
              <a:cxn ang="0">
                <a:pos x="connsiteX0-1" y="connsiteY0-2"/>
              </a:cxn>
              <a:cxn ang="0">
                <a:pos x="connsiteX1-3" y="connsiteY1-4"/>
              </a:cxn>
              <a:cxn ang="0">
                <a:pos x="connsiteX2-5" y="connsiteY2-6"/>
              </a:cxn>
            </a:cxnLst>
            <a:rect l="l" t="t" r="r" b="b"/>
            <a:pathLst>
              <a:path w="4028841" h="2928958">
                <a:moveTo>
                  <a:pt x="3857652" y="0"/>
                </a:moveTo>
                <a:cubicBezTo>
                  <a:pt x="4028841" y="1024003"/>
                  <a:pt x="3000396" y="1654980"/>
                  <a:pt x="2357454" y="2143140"/>
                </a:cubicBezTo>
                <a:cubicBezTo>
                  <a:pt x="1714512" y="2631300"/>
                  <a:pt x="1056362" y="2662779"/>
                  <a:pt x="0" y="2928958"/>
                </a:cubicBezTo>
              </a:path>
            </a:pathLst>
          </a:custGeom>
          <a:ln>
            <a:tailEnd type="arrow"/>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sz="2400" b="1">
              <a:solidFill>
                <a:prstClr val="black"/>
              </a:solidFill>
              <a:latin typeface="+mn-ea"/>
            </a:endParaRPr>
          </a:p>
        </p:txBody>
      </p:sp>
      <p:grpSp>
        <p:nvGrpSpPr>
          <p:cNvPr id="29" name="组合 28"/>
          <p:cNvGrpSpPr/>
          <p:nvPr/>
        </p:nvGrpSpPr>
        <p:grpSpPr>
          <a:xfrm>
            <a:off x="7587876" y="3783928"/>
            <a:ext cx="1215390" cy="2500630"/>
            <a:chOff x="6429388" y="3071810"/>
            <a:chExt cx="849635" cy="2500330"/>
          </a:xfrm>
        </p:grpSpPr>
        <p:sp>
          <p:nvSpPr>
            <p:cNvPr id="27" name="右大括号 26"/>
            <p:cNvSpPr/>
            <p:nvPr/>
          </p:nvSpPr>
          <p:spPr>
            <a:xfrm>
              <a:off x="6429388" y="3071810"/>
              <a:ext cx="180000" cy="2500330"/>
            </a:xfrm>
            <a:prstGeom prst="rightBrace">
              <a:avLst/>
            </a:pr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zh-CN" altLang="en-US" sz="2300">
                <a:solidFill>
                  <a:prstClr val="black"/>
                </a:solidFill>
                <a:latin typeface="+mn-ea"/>
              </a:endParaRPr>
            </a:p>
          </p:txBody>
        </p:sp>
        <p:sp>
          <p:nvSpPr>
            <p:cNvPr id="28" name="TextBox 27"/>
            <p:cNvSpPr txBox="1"/>
            <p:nvPr/>
          </p:nvSpPr>
          <p:spPr>
            <a:xfrm>
              <a:off x="6655072" y="3071810"/>
              <a:ext cx="623951" cy="2310488"/>
            </a:xfrm>
            <a:prstGeom prst="rect">
              <a:avLst/>
            </a:prstGeom>
            <a:noFill/>
          </p:spPr>
          <p:txBody>
            <a:bodyPr vert="eaVert" wrap="square" rtlCol="0">
              <a:spAutoFit/>
            </a:bodyPr>
            <a:lstStyle/>
            <a:p>
              <a:r>
                <a:rPr lang="zh-CN" altLang="en-US" sz="2300" b="1" spc="600" dirty="0">
                  <a:solidFill>
                    <a:srgbClr val="0000FF"/>
                  </a:solidFill>
                  <a:latin typeface="+mn-ea"/>
                  <a:ea typeface="+mn-ea"/>
                  <a:cs typeface="Times New Roman" panose="02020603050405020304" pitchFamily="18" charset="0"/>
                </a:rPr>
                <a:t>作业调度方案</a:t>
              </a:r>
            </a:p>
          </p:txBody>
        </p:sp>
      </p:grpSp>
    </p:spTree>
    <p:extLst>
      <p:ext uri="{BB962C8B-B14F-4D97-AF65-F5344CB8AC3E}">
        <p14:creationId xmlns:p14="http://schemas.microsoft.com/office/powerpoint/2010/main" val="47697665"/>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strips(downLeft)">
                                      <p:cBhvr>
                                        <p:cTn id="7" dur="500"/>
                                        <p:tgtEl>
                                          <p:spTgt spid="23"/>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par>
                          <p:cTn id="11" fill="hold">
                            <p:stCondLst>
                              <p:cond delay="500"/>
                            </p:stCondLst>
                            <p:childTnLst>
                              <p:par>
                                <p:cTn id="12" presetID="22" presetClass="exit" presetSubtype="4" fill="hold" grpId="1" nodeType="afterEffect">
                                  <p:stCondLst>
                                    <p:cond delay="0"/>
                                  </p:stCondLst>
                                  <p:childTnLst>
                                    <p:animEffect transition="out" filter="wipe(down)">
                                      <p:cBhvr>
                                        <p:cTn id="13" dur="500"/>
                                        <p:tgtEl>
                                          <p:spTgt spid="23"/>
                                        </p:tgtEl>
                                      </p:cBhvr>
                                    </p:animEffect>
                                    <p:set>
                                      <p:cBhvr>
                                        <p:cTn id="14" dur="1" fill="hold">
                                          <p:stCondLst>
                                            <p:cond delay="499"/>
                                          </p:stCondLst>
                                        </p:cTn>
                                        <p:tgtEl>
                                          <p:spTgt spid="23"/>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8" presetClass="entr" presetSubtype="12"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strips(downLeft)">
                                      <p:cBhvr>
                                        <p:cTn id="19" dur="500"/>
                                        <p:tgtEl>
                                          <p:spTgt spid="24"/>
                                        </p:tgtEl>
                                      </p:cBhvr>
                                    </p:animEffect>
                                  </p:childTnLst>
                                </p:cTn>
                              </p:par>
                            </p:childTnLst>
                          </p:cTn>
                        </p:par>
                        <p:par>
                          <p:cTn id="20" fill="hold">
                            <p:stCondLst>
                              <p:cond delay="500"/>
                            </p:stCondLst>
                            <p:childTnLst>
                              <p:par>
                                <p:cTn id="21" presetID="1" presetClass="entr" presetSubtype="0" fill="hold" grpId="0" nodeType="after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par>
                          <p:cTn id="23" fill="hold">
                            <p:stCondLst>
                              <p:cond delay="500"/>
                            </p:stCondLst>
                            <p:childTnLst>
                              <p:par>
                                <p:cTn id="24" presetID="22" presetClass="exit" presetSubtype="4" fill="hold" grpId="1" nodeType="afterEffect">
                                  <p:stCondLst>
                                    <p:cond delay="0"/>
                                  </p:stCondLst>
                                  <p:childTnLst>
                                    <p:animEffect transition="out" filter="wipe(down)">
                                      <p:cBhvr>
                                        <p:cTn id="25" dur="500"/>
                                        <p:tgtEl>
                                          <p:spTgt spid="24"/>
                                        </p:tgtEl>
                                      </p:cBhvr>
                                    </p:animEffect>
                                    <p:set>
                                      <p:cBhvr>
                                        <p:cTn id="26" dur="1" fill="hold">
                                          <p:stCondLst>
                                            <p:cond delay="499"/>
                                          </p:stCondLst>
                                        </p:cTn>
                                        <p:tgtEl>
                                          <p:spTgt spid="24"/>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8" presetClass="entr" presetSubtype="12" fill="hold" grpId="0" nodeType="click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strips(downLeft)">
                                      <p:cBhvr>
                                        <p:cTn id="31" dur="500"/>
                                        <p:tgtEl>
                                          <p:spTgt spid="26"/>
                                        </p:tgtEl>
                                      </p:cBhvr>
                                    </p:animEffect>
                                  </p:childTnLst>
                                </p:cTn>
                              </p:par>
                            </p:childTnLst>
                          </p:cTn>
                        </p:par>
                        <p:par>
                          <p:cTn id="32" fill="hold">
                            <p:stCondLst>
                              <p:cond delay="500"/>
                            </p:stCondLst>
                            <p:childTnLst>
                              <p:par>
                                <p:cTn id="33" presetID="1" presetClass="entr" presetSubtype="0" fill="hold" grpId="0" nodeType="after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childTnLst>
                          </p:cTn>
                        </p:par>
                        <p:par>
                          <p:cTn id="35" fill="hold">
                            <p:stCondLst>
                              <p:cond delay="500"/>
                            </p:stCondLst>
                            <p:childTnLst>
                              <p:par>
                                <p:cTn id="36" presetID="22" presetClass="exit" presetSubtype="4" fill="hold" grpId="1" nodeType="afterEffect">
                                  <p:stCondLst>
                                    <p:cond delay="0"/>
                                  </p:stCondLst>
                                  <p:childTnLst>
                                    <p:animEffect transition="out" filter="wipe(down)">
                                      <p:cBhvr>
                                        <p:cTn id="37" dur="500"/>
                                        <p:tgtEl>
                                          <p:spTgt spid="26"/>
                                        </p:tgtEl>
                                      </p:cBhvr>
                                    </p:animEffect>
                                    <p:set>
                                      <p:cBhvr>
                                        <p:cTn id="38" dur="1" fill="hold">
                                          <p:stCondLst>
                                            <p:cond delay="499"/>
                                          </p:stCondLst>
                                        </p:cTn>
                                        <p:tgtEl>
                                          <p:spTgt spid="26"/>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8" presetClass="entr" presetSubtype="12"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strips(downLeft)">
                                      <p:cBhvr>
                                        <p:cTn id="43" dur="500"/>
                                        <p:tgtEl>
                                          <p:spTgt spid="25"/>
                                        </p:tgtEl>
                                      </p:cBhvr>
                                    </p:animEffect>
                                  </p:childTnLst>
                                </p:cTn>
                              </p:par>
                            </p:childTnLst>
                          </p:cTn>
                        </p:par>
                        <p:par>
                          <p:cTn id="44" fill="hold">
                            <p:stCondLst>
                              <p:cond delay="500"/>
                            </p:stCondLst>
                            <p:childTnLst>
                              <p:par>
                                <p:cTn id="45" presetID="1" presetClass="entr" presetSubtype="0" fill="hold" grpId="0" nodeType="after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childTnLst>
                          </p:cTn>
                        </p:par>
                        <p:par>
                          <p:cTn id="47" fill="hold">
                            <p:stCondLst>
                              <p:cond delay="500"/>
                            </p:stCondLst>
                            <p:childTnLst>
                              <p:par>
                                <p:cTn id="48" presetID="22" presetClass="exit" presetSubtype="4" fill="hold" grpId="1" nodeType="afterEffect">
                                  <p:stCondLst>
                                    <p:cond delay="0"/>
                                  </p:stCondLst>
                                  <p:childTnLst>
                                    <p:animEffect transition="out" filter="wipe(down)">
                                      <p:cBhvr>
                                        <p:cTn id="49" dur="500"/>
                                        <p:tgtEl>
                                          <p:spTgt spid="25"/>
                                        </p:tgtEl>
                                      </p:cBhvr>
                                    </p:animEffect>
                                    <p:set>
                                      <p:cBhvr>
                                        <p:cTn id="50" dur="1" fill="hold">
                                          <p:stCondLst>
                                            <p:cond delay="499"/>
                                          </p:stCondLst>
                                        </p:cTn>
                                        <p:tgtEl>
                                          <p:spTgt spid="25"/>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bldLvl="0" animBg="1"/>
      <p:bldP spid="20" grpId="0" bldLvl="0" animBg="1"/>
      <p:bldP spid="21" grpId="0" bldLvl="0" animBg="1"/>
      <p:bldP spid="22" grpId="0" bldLvl="0" animBg="1"/>
      <p:bldP spid="23" grpId="0" bldLvl="0" animBg="1"/>
      <p:bldP spid="23" grpId="1" bldLvl="0" animBg="1"/>
      <p:bldP spid="24" grpId="0" bldLvl="0" animBg="1"/>
      <p:bldP spid="24" grpId="1" bldLvl="0" animBg="1"/>
      <p:bldP spid="25" grpId="0" bldLvl="0" animBg="1"/>
      <p:bldP spid="25" grpId="1" bldLvl="0" animBg="1"/>
      <p:bldP spid="26" grpId="0" bldLvl="0" animBg="1"/>
      <p:bldP spid="26" grpId="1" bldLvl="0" animBg="1"/>
    </p:bldLst>
  </p:timing>
</p:sld>
</file>

<file path=ppt/slides/slide45.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167938" name="Text Box 2"/>
          <p:cNvSpPr txBox="1">
            <a:spLocks noChangeArrowheads="1"/>
          </p:cNvSpPr>
          <p:nvPr/>
        </p:nvSpPr>
        <p:spPr bwMode="auto">
          <a:xfrm>
            <a:off x="1044187" y="1218492"/>
            <a:ext cx="8010525" cy="5381625"/>
          </a:xfrm>
          <a:prstGeom prst="rect">
            <a:avLst/>
          </a:prstGeom>
          <a:solidFill>
            <a:schemeClr val="bg1">
              <a:lumMod val="9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5"/>
          </a:lnRef>
          <a:fillRef idx="2">
            <a:schemeClr val="accent5"/>
          </a:fillRef>
          <a:effectRef idx="1">
            <a:schemeClr val="accent5"/>
          </a:effectRef>
          <a:fontRef idx="minor">
            <a:schemeClr val="dk1"/>
          </a:fontRef>
        </p:style>
        <p:txBody>
          <a:bodyPr wrap="square" lIns="180000" tIns="180000" bIns="216000">
            <a:spAutoFit/>
          </a:bodyPr>
          <a:lstStyle/>
          <a:p>
            <a:pPr>
              <a:lnSpc>
                <a:spcPct val="150000"/>
              </a:lnSpc>
            </a:pPr>
            <a:r>
              <a:rPr lang="pt-BR" altLang="zh-CN" b="1">
                <a:solidFill>
                  <a:srgbClr val="FF0000"/>
                </a:solidFill>
                <a:latin typeface="Consolas" panose="020B0609020204030204" pitchFamily="49" charset="0"/>
                <a:ea typeface="仿宋" panose="02010609060101010101" pitchFamily="49" charset="-122"/>
                <a:cs typeface="Consolas" panose="020B0609020204030204" pitchFamily="49" charset="0"/>
              </a:rPr>
              <a:t>//</a:t>
            </a:r>
            <a:r>
              <a:rPr lang="zh-CN" altLang="zh-CN" b="1">
                <a:solidFill>
                  <a:srgbClr val="FF0000"/>
                </a:solidFill>
                <a:latin typeface="Consolas" panose="020B0609020204030204" pitchFamily="49" charset="0"/>
                <a:ea typeface="仿宋" panose="02010609060101010101" pitchFamily="49" charset="-122"/>
                <a:cs typeface="Consolas" panose="020B0609020204030204" pitchFamily="49" charset="0"/>
              </a:rPr>
              <a:t>问题表示</a:t>
            </a:r>
          </a:p>
          <a:p>
            <a:pPr>
              <a:lnSpc>
                <a:spcPct val="150000"/>
              </a:lnSpc>
            </a:pPr>
            <a:r>
              <a:rPr lang="pt-BR"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int n=7;</a:t>
            </a:r>
            <a:endParaRPr lang="zh-CN" altLang="zh-CN" b="1">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nSpc>
                <a:spcPct val="150000"/>
              </a:lnSpc>
            </a:pPr>
            <a:r>
              <a:rPr lang="pt-BR"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int m=3;</a:t>
            </a:r>
            <a:endParaRPr lang="zh-CN" altLang="zh-CN" b="1">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nSpc>
                <a:spcPct val="150000"/>
              </a:lnSpc>
            </a:pPr>
            <a:r>
              <a:rPr lang="pt-BR"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struct </a:t>
            </a:r>
            <a:r>
              <a:rPr lang="pt-BR" altLang="zh-CN" b="1">
                <a:solidFill>
                  <a:srgbClr val="C00000"/>
                </a:solidFill>
                <a:latin typeface="Consolas" panose="020B0609020204030204" pitchFamily="49" charset="0"/>
                <a:ea typeface="仿宋" panose="02010609060101010101" pitchFamily="49" charset="-122"/>
                <a:cs typeface="Consolas" panose="020B0609020204030204" pitchFamily="49" charset="0"/>
              </a:rPr>
              <a:t>NodeType</a:t>
            </a:r>
            <a:r>
              <a:rPr lang="pt-BR"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pt-BR"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优先队列结点类型</a:t>
            </a:r>
          </a:p>
          <a:p>
            <a:pPr>
              <a:lnSpc>
                <a:spcPct val="150000"/>
              </a:lnSpc>
            </a:pPr>
            <a:r>
              <a:rPr lang="pt-BR"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  int no;					</a:t>
            </a:r>
            <a:r>
              <a:rPr lang="pt-BR"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作业序号</a:t>
            </a:r>
          </a:p>
          <a:p>
            <a:pPr>
              <a:lnSpc>
                <a:spcPct val="150000"/>
              </a:lnSpc>
            </a:pPr>
            <a:r>
              <a:rPr lang="pt-BR"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   int t;					</a:t>
            </a:r>
            <a:r>
              <a:rPr lang="pt-BR"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执行时间</a:t>
            </a:r>
          </a:p>
          <a:p>
            <a:pPr>
              <a:lnSpc>
                <a:spcPct val="150000"/>
              </a:lnSpc>
            </a:pPr>
            <a:r>
              <a:rPr lang="pt-BR"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   int mno;					</a:t>
            </a:r>
            <a:r>
              <a:rPr lang="pt-BR"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机器序号</a:t>
            </a:r>
          </a:p>
          <a:p>
            <a:pPr>
              <a:lnSpc>
                <a:spcPct val="150000"/>
              </a:lnSpc>
            </a:pPr>
            <a:r>
              <a:rPr lang="pt-BR"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   bool operator&lt;(const NodeType &amp;s) const </a:t>
            </a:r>
            <a:endParaRPr lang="zh-CN" altLang="zh-CN" b="1">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nSpc>
                <a:spcPct val="150000"/>
              </a:lnSpc>
            </a:pPr>
            <a:r>
              <a:rPr lang="pt-BR"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   {  return t&gt;s.t;  }			</a:t>
            </a:r>
            <a:r>
              <a:rPr lang="pt-BR"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按</a:t>
            </a:r>
            <a:r>
              <a:rPr lang="pt-BR"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t</a:t>
            </a:r>
            <a:r>
              <a:rPr lang="zh-CN"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越小越优先出队</a:t>
            </a:r>
          </a:p>
          <a:p>
            <a:pPr>
              <a:lnSpc>
                <a:spcPct val="150000"/>
              </a:lnSpc>
            </a:pPr>
            <a:r>
              <a:rPr lang="pt-BR"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b="1">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nSpc>
                <a:spcPct val="150000"/>
              </a:lnSpc>
            </a:pPr>
            <a:r>
              <a:rPr lang="pt-BR"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struct NodeType A[]=</a:t>
            </a:r>
          </a:p>
          <a:p>
            <a:pPr marL="914400" lvl="2" indent="457200">
              <a:lnSpc>
                <a:spcPct val="150000"/>
              </a:lnSpc>
            </a:pPr>
            <a:r>
              <a:rPr lang="pt-BR"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{{1,2},{2,14},{3,4},{4,16},{5,6},{6,5},{7,3}};</a:t>
            </a:r>
            <a:endParaRPr lang="zh-CN" altLang="zh-CN" b="1">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Tree>
    <p:extLst>
      <p:ext uri="{BB962C8B-B14F-4D97-AF65-F5344CB8AC3E}">
        <p14:creationId xmlns:p14="http://schemas.microsoft.com/office/powerpoint/2010/main" val="1546691922"/>
      </p:ext>
    </p:extLst>
  </p:cSld>
  <p:clrMapOvr>
    <a:overrideClrMapping bg1="lt1" tx1="dk1" bg2="lt2" tx2="dk2" accent1="accent1" accent2="accent2" accent3="accent3" accent4="accent4" accent5="accent5" accent6="accent6" hlink="hlink" folHlink="folHlink"/>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1150358" y="1295587"/>
            <a:ext cx="8247380" cy="4519295"/>
          </a:xfrm>
          <a:prstGeom prst="rect">
            <a:avLst/>
          </a:prstGeom>
          <a:solidFill>
            <a:schemeClr val="bg1">
              <a:lumMod val="9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5"/>
          </a:lnRef>
          <a:fillRef idx="2">
            <a:schemeClr val="accent5"/>
          </a:fillRef>
          <a:effectRef idx="1">
            <a:schemeClr val="accent5"/>
          </a:effectRef>
          <a:fontRef idx="minor">
            <a:schemeClr val="dk1"/>
          </a:fontRef>
        </p:style>
        <p:txBody>
          <a:bodyPr wrap="square" lIns="144000" tIns="144000" bIns="180000" rtlCol="0">
            <a:noAutofit/>
          </a:bodyPr>
          <a:lstStyle/>
          <a:p>
            <a:r>
              <a:rPr lang="pt-BR" altLang="zh-CN" b="1">
                <a:solidFill>
                  <a:srgbClr val="FF0000"/>
                </a:solidFill>
                <a:latin typeface="Consolas" panose="020B0609020204030204" pitchFamily="49" charset="0"/>
                <a:ea typeface="仿宋" panose="02010609060101010101" pitchFamily="49" charset="-122"/>
                <a:cs typeface="Consolas" panose="020B0609020204030204" pitchFamily="49" charset="0"/>
              </a:rPr>
              <a:t>void solve()				//</a:t>
            </a:r>
            <a:r>
              <a:rPr lang="zh-CN" altLang="zh-CN" b="1">
                <a:solidFill>
                  <a:srgbClr val="FF0000"/>
                </a:solidFill>
                <a:latin typeface="Consolas" panose="020B0609020204030204" pitchFamily="49" charset="0"/>
                <a:ea typeface="仿宋" panose="02010609060101010101" pitchFamily="49" charset="-122"/>
                <a:cs typeface="Consolas" panose="020B0609020204030204" pitchFamily="49" charset="0"/>
              </a:rPr>
              <a:t>求解多机调度问题</a:t>
            </a:r>
          </a:p>
          <a:p>
            <a:r>
              <a:rPr lang="pt-BR"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  NodeType e;</a:t>
            </a:r>
            <a:endParaRPr lang="zh-CN" altLang="zh-CN" b="1">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pt-BR"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   if (n&lt;=m)</a:t>
            </a:r>
            <a:endParaRPr lang="zh-CN" altLang="zh-CN" b="1">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pt-BR"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   {  printf("</a:t>
            </a:r>
            <a:r>
              <a:rPr lang="zh-CN"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为每一个作业分配一台机器</a:t>
            </a:r>
            <a:r>
              <a:rPr lang="pt-BR"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\n");</a:t>
            </a:r>
            <a:endParaRPr lang="zh-CN" altLang="zh-CN" b="1">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pt-BR"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      return;</a:t>
            </a:r>
            <a:endParaRPr lang="zh-CN" altLang="zh-CN" b="1">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pt-BR"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b="1">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pt-BR"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   sort(A,A+n);		</a:t>
            </a:r>
            <a:r>
              <a:rPr lang="en-US" altLang="pt-BR" b="1">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pt-BR"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按</a:t>
            </a:r>
            <a:r>
              <a:rPr lang="pt-BR"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t</a:t>
            </a:r>
            <a:r>
              <a:rPr lang="zh-CN"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递减排序</a:t>
            </a:r>
          </a:p>
          <a:p>
            <a:r>
              <a:rPr lang="pt-BR" altLang="zh-CN" b="1">
                <a:solidFill>
                  <a:srgbClr val="C00000"/>
                </a:solidFill>
                <a:latin typeface="Consolas" panose="020B0609020204030204" pitchFamily="49" charset="0"/>
                <a:ea typeface="仿宋" panose="02010609060101010101" pitchFamily="49" charset="-122"/>
                <a:cs typeface="Consolas" panose="020B0609020204030204" pitchFamily="49" charset="0"/>
              </a:rPr>
              <a:t>   priority_queue&lt;NodeType&gt; qu</a:t>
            </a:r>
            <a:r>
              <a:rPr lang="pt-BR"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pt-BR" b="1">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pt-BR"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小根堆</a:t>
            </a:r>
          </a:p>
          <a:p>
            <a:r>
              <a:rPr lang="pt-BR"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   for (int i=0;i&lt;m;i++)	</a:t>
            </a:r>
            <a:r>
              <a:rPr lang="en-US" altLang="pt-BR" b="1">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pt-BR"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先分配</a:t>
            </a:r>
            <a:r>
              <a:rPr lang="pt-BR"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m</a:t>
            </a:r>
            <a:r>
              <a:rPr lang="zh-CN"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个作业，每台机器一个作业</a:t>
            </a:r>
          </a:p>
          <a:p>
            <a:r>
              <a:rPr lang="pt-BR"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   {  A[i].mno=i+1;		</a:t>
            </a:r>
            <a:r>
              <a:rPr lang="en-US" altLang="pt-BR" b="1">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pt-BR"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作业对应的机器编号</a:t>
            </a:r>
          </a:p>
          <a:p>
            <a:r>
              <a:rPr lang="pt-BR"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      printf("  </a:t>
            </a:r>
            <a:r>
              <a:rPr lang="zh-CN"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给机器</a:t>
            </a:r>
            <a:r>
              <a:rPr lang="pt-BR"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zh-CN"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分配作业</a:t>
            </a:r>
            <a:r>
              <a:rPr lang="pt-BR"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zh-CN"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执行时间为</a:t>
            </a:r>
            <a:r>
              <a:rPr lang="pt-BR"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%2d,</a:t>
            </a:r>
            <a:r>
              <a:rPr lang="zh-CN"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占用时间</a:t>
            </a:r>
            <a:r>
              <a:rPr lang="en-US"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段</a:t>
            </a:r>
            <a:r>
              <a:rPr lang="pt-BR"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:[%d,%d]\n",A[i].mno,A[i].no,A[i].t,0,A[i].t);</a:t>
            </a:r>
            <a:endParaRPr lang="zh-CN" altLang="zh-CN" b="1">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pt-BR"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      qu.push(A[i]);</a:t>
            </a:r>
            <a:endParaRPr lang="zh-CN" altLang="zh-CN" b="1">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pt-BR"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b="1">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Tree>
    <p:extLst>
      <p:ext uri="{BB962C8B-B14F-4D97-AF65-F5344CB8AC3E}">
        <p14:creationId xmlns:p14="http://schemas.microsoft.com/office/powerpoint/2010/main" val="823192040"/>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10" end="1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11" end="1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5" name="TextBox 1"/>
          <p:cNvSpPr txBox="1"/>
          <p:nvPr>
            <p:custDataLst>
              <p:tags r:id="rId2"/>
            </p:custDataLst>
          </p:nvPr>
        </p:nvSpPr>
        <p:spPr>
          <a:xfrm>
            <a:off x="982121" y="1291627"/>
            <a:ext cx="7855585" cy="2792730"/>
          </a:xfrm>
          <a:prstGeom prst="rect">
            <a:avLst/>
          </a:prstGeom>
          <a:solidFill>
            <a:schemeClr val="bg1">
              <a:lumMod val="9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5"/>
          </a:lnRef>
          <a:fillRef idx="2">
            <a:schemeClr val="accent5"/>
          </a:fillRef>
          <a:effectRef idx="1">
            <a:schemeClr val="accent5"/>
          </a:effectRef>
          <a:fontRef idx="minor">
            <a:schemeClr val="dk1"/>
          </a:fontRef>
        </p:style>
        <p:txBody>
          <a:bodyPr wrap="square" lIns="144000" tIns="144000" bIns="180000" rtlCol="0">
            <a:noAutofit/>
          </a:bodyPr>
          <a:lstStyle/>
          <a:p>
            <a:r>
              <a:rPr lang="pt-BR" altLang="zh-CN" b="1">
                <a:solidFill>
                  <a:srgbClr val="006600"/>
                </a:solidFill>
                <a:latin typeface="Consolas" panose="020B0609020204030204" pitchFamily="49" charset="0"/>
                <a:ea typeface="仿宋" panose="02010609060101010101" pitchFamily="49" charset="-122"/>
                <a:cs typeface="Consolas" panose="020B0609020204030204" pitchFamily="49" charset="0"/>
                <a:sym typeface="+mn-ea"/>
              </a:rPr>
              <a:t> for (int j=m;j&lt;n;j++)		</a:t>
            </a:r>
            <a:r>
              <a:rPr lang="pt-BR" altLang="zh-CN" b="1">
                <a:solidFill>
                  <a:srgbClr val="00B0F0"/>
                </a:solidFill>
                <a:latin typeface="Consolas" panose="020B0609020204030204" pitchFamily="49" charset="0"/>
                <a:ea typeface="仿宋" panose="02010609060101010101" pitchFamily="49" charset="-122"/>
                <a:cs typeface="Consolas" panose="020B0609020204030204" pitchFamily="49" charset="0"/>
                <a:sym typeface="+mn-ea"/>
              </a:rPr>
              <a:t>//</a:t>
            </a:r>
            <a:r>
              <a:rPr lang="zh-CN" altLang="zh-CN" b="1">
                <a:solidFill>
                  <a:srgbClr val="00B0F0"/>
                </a:solidFill>
                <a:latin typeface="Consolas" panose="020B0609020204030204" pitchFamily="49" charset="0"/>
                <a:ea typeface="仿宋" panose="02010609060101010101" pitchFamily="49" charset="-122"/>
                <a:cs typeface="Consolas" panose="020B0609020204030204" pitchFamily="49" charset="0"/>
                <a:sym typeface="+mn-ea"/>
              </a:rPr>
              <a:t>分配余下作业</a:t>
            </a:r>
            <a:endParaRPr lang="zh-CN" altLang="zh-CN" b="1">
              <a:solidFill>
                <a:srgbClr val="00B0F0"/>
              </a:solidFill>
              <a:latin typeface="Consolas" panose="020B0609020204030204" pitchFamily="49" charset="0"/>
              <a:ea typeface="仿宋" panose="02010609060101010101" pitchFamily="49" charset="-122"/>
              <a:cs typeface="Consolas" panose="020B0609020204030204" pitchFamily="49" charset="0"/>
            </a:endParaRPr>
          </a:p>
          <a:p>
            <a:r>
              <a:rPr lang="pt-BR" altLang="zh-CN" b="1">
                <a:solidFill>
                  <a:srgbClr val="006600"/>
                </a:solidFill>
                <a:latin typeface="Consolas" panose="020B0609020204030204" pitchFamily="49" charset="0"/>
                <a:ea typeface="仿宋" panose="02010609060101010101" pitchFamily="49" charset="-122"/>
                <a:cs typeface="Consolas" panose="020B0609020204030204" pitchFamily="49" charset="0"/>
                <a:sym typeface="+mn-ea"/>
              </a:rPr>
              <a:t>   {  e=qu.top(); qu.pop();		</a:t>
            </a:r>
            <a:r>
              <a:rPr lang="pt-BR" altLang="zh-CN" b="1">
                <a:solidFill>
                  <a:srgbClr val="00B0F0"/>
                </a:solidFill>
                <a:latin typeface="Consolas" panose="020B0609020204030204" pitchFamily="49" charset="0"/>
                <a:ea typeface="仿宋" panose="02010609060101010101" pitchFamily="49" charset="-122"/>
                <a:cs typeface="Consolas" panose="020B0609020204030204" pitchFamily="49" charset="0"/>
                <a:sym typeface="+mn-ea"/>
              </a:rPr>
              <a:t>//</a:t>
            </a:r>
            <a:r>
              <a:rPr lang="zh-CN" altLang="zh-CN" b="1">
                <a:solidFill>
                  <a:srgbClr val="00B0F0"/>
                </a:solidFill>
                <a:latin typeface="Consolas" panose="020B0609020204030204" pitchFamily="49" charset="0"/>
                <a:ea typeface="仿宋" panose="02010609060101010101" pitchFamily="49" charset="-122"/>
                <a:cs typeface="Consolas" panose="020B0609020204030204" pitchFamily="49" charset="0"/>
                <a:sym typeface="+mn-ea"/>
              </a:rPr>
              <a:t>出队</a:t>
            </a:r>
            <a:r>
              <a:rPr lang="pt-BR" altLang="zh-CN" b="1">
                <a:solidFill>
                  <a:srgbClr val="00B0F0"/>
                </a:solidFill>
                <a:latin typeface="Consolas" panose="020B0609020204030204" pitchFamily="49" charset="0"/>
                <a:ea typeface="仿宋" panose="02010609060101010101" pitchFamily="49" charset="-122"/>
                <a:cs typeface="Consolas" panose="020B0609020204030204" pitchFamily="49" charset="0"/>
                <a:sym typeface="+mn-ea"/>
              </a:rPr>
              <a:t>e</a:t>
            </a:r>
            <a:endParaRPr lang="zh-CN" altLang="zh-CN" b="1">
              <a:solidFill>
                <a:srgbClr val="00B0F0"/>
              </a:solidFill>
              <a:latin typeface="Consolas" panose="020B0609020204030204" pitchFamily="49" charset="0"/>
              <a:ea typeface="仿宋" panose="02010609060101010101" pitchFamily="49" charset="-122"/>
              <a:cs typeface="Consolas" panose="020B0609020204030204" pitchFamily="49" charset="0"/>
            </a:endParaRPr>
          </a:p>
          <a:p>
            <a:r>
              <a:rPr lang="pt-BR" altLang="zh-CN" b="1">
                <a:solidFill>
                  <a:srgbClr val="006600"/>
                </a:solidFill>
                <a:latin typeface="Consolas" panose="020B0609020204030204" pitchFamily="49" charset="0"/>
                <a:ea typeface="仿宋" panose="02010609060101010101" pitchFamily="49" charset="-122"/>
                <a:cs typeface="Consolas" panose="020B0609020204030204" pitchFamily="49" charset="0"/>
                <a:sym typeface="+mn-ea"/>
              </a:rPr>
              <a:t>      printf("  </a:t>
            </a:r>
            <a:r>
              <a:rPr lang="zh-CN" altLang="zh-CN" b="1">
                <a:solidFill>
                  <a:srgbClr val="006600"/>
                </a:solidFill>
                <a:latin typeface="Consolas" panose="020B0609020204030204" pitchFamily="49" charset="0"/>
                <a:ea typeface="仿宋" panose="02010609060101010101" pitchFamily="49" charset="-122"/>
                <a:cs typeface="Consolas" panose="020B0609020204030204" pitchFamily="49" charset="0"/>
                <a:sym typeface="+mn-ea"/>
              </a:rPr>
              <a:t>给机器</a:t>
            </a:r>
            <a:r>
              <a:rPr lang="pt-BR" altLang="zh-CN" b="1">
                <a:solidFill>
                  <a:srgbClr val="006600"/>
                </a:solidFill>
                <a:latin typeface="Consolas" panose="020B0609020204030204" pitchFamily="49" charset="0"/>
                <a:ea typeface="仿宋" panose="02010609060101010101" pitchFamily="49" charset="-122"/>
                <a:cs typeface="Consolas" panose="020B0609020204030204" pitchFamily="49" charset="0"/>
                <a:sym typeface="+mn-ea"/>
              </a:rPr>
              <a:t>%d</a:t>
            </a:r>
            <a:r>
              <a:rPr lang="zh-CN" altLang="zh-CN" b="1">
                <a:solidFill>
                  <a:srgbClr val="006600"/>
                </a:solidFill>
                <a:latin typeface="Consolas" panose="020B0609020204030204" pitchFamily="49" charset="0"/>
                <a:ea typeface="仿宋" panose="02010609060101010101" pitchFamily="49" charset="-122"/>
                <a:cs typeface="Consolas" panose="020B0609020204030204" pitchFamily="49" charset="0"/>
                <a:sym typeface="+mn-ea"/>
              </a:rPr>
              <a:t>分配作业</a:t>
            </a:r>
            <a:r>
              <a:rPr lang="pt-BR" altLang="zh-CN" b="1">
                <a:solidFill>
                  <a:srgbClr val="006600"/>
                </a:solidFill>
                <a:latin typeface="Consolas" panose="020B0609020204030204" pitchFamily="49" charset="0"/>
                <a:ea typeface="仿宋" panose="02010609060101010101" pitchFamily="49" charset="-122"/>
                <a:cs typeface="Consolas" panose="020B0609020204030204" pitchFamily="49" charset="0"/>
                <a:sym typeface="+mn-ea"/>
              </a:rPr>
              <a:t>%d,</a:t>
            </a:r>
            <a:r>
              <a:rPr lang="zh-CN" altLang="zh-CN" b="1">
                <a:solidFill>
                  <a:srgbClr val="006600"/>
                </a:solidFill>
                <a:latin typeface="Consolas" panose="020B0609020204030204" pitchFamily="49" charset="0"/>
                <a:ea typeface="仿宋" panose="02010609060101010101" pitchFamily="49" charset="-122"/>
                <a:cs typeface="Consolas" panose="020B0609020204030204" pitchFamily="49" charset="0"/>
                <a:sym typeface="+mn-ea"/>
              </a:rPr>
              <a:t>执行时间为</a:t>
            </a:r>
            <a:r>
              <a:rPr lang="pt-BR" altLang="zh-CN" b="1">
                <a:solidFill>
                  <a:srgbClr val="006600"/>
                </a:solidFill>
                <a:latin typeface="Consolas" panose="020B0609020204030204" pitchFamily="49" charset="0"/>
                <a:ea typeface="仿宋" panose="02010609060101010101" pitchFamily="49" charset="-122"/>
                <a:cs typeface="Consolas" panose="020B0609020204030204" pitchFamily="49" charset="0"/>
                <a:sym typeface="+mn-ea"/>
              </a:rPr>
              <a:t>%2d,</a:t>
            </a:r>
            <a:r>
              <a:rPr lang="zh-CN" altLang="zh-CN" b="1">
                <a:solidFill>
                  <a:srgbClr val="006600"/>
                </a:solidFill>
                <a:latin typeface="Consolas" panose="020B0609020204030204" pitchFamily="49" charset="0"/>
                <a:ea typeface="仿宋" panose="02010609060101010101" pitchFamily="49" charset="-122"/>
                <a:cs typeface="Consolas" panose="020B0609020204030204" pitchFamily="49" charset="0"/>
                <a:sym typeface="+mn-ea"/>
              </a:rPr>
              <a:t>占用时间</a:t>
            </a:r>
            <a:r>
              <a:rPr lang="en-US" altLang="zh-CN" b="1">
                <a:solidFill>
                  <a:srgbClr val="006600"/>
                </a:solidFill>
                <a:latin typeface="Consolas" panose="020B0609020204030204" pitchFamily="49" charset="0"/>
                <a:ea typeface="仿宋" panose="02010609060101010101" pitchFamily="49" charset="-122"/>
                <a:cs typeface="Consolas" panose="020B0609020204030204" pitchFamily="49" charset="0"/>
                <a:sym typeface="+mn-ea"/>
              </a:rPr>
              <a:t>		</a:t>
            </a:r>
            <a:r>
              <a:rPr lang="zh-CN" altLang="zh-CN" b="1">
                <a:solidFill>
                  <a:srgbClr val="006600"/>
                </a:solidFill>
                <a:latin typeface="Consolas" panose="020B0609020204030204" pitchFamily="49" charset="0"/>
                <a:ea typeface="仿宋" panose="02010609060101010101" pitchFamily="49" charset="-122"/>
                <a:cs typeface="Consolas" panose="020B0609020204030204" pitchFamily="49" charset="0"/>
                <a:sym typeface="+mn-ea"/>
              </a:rPr>
              <a:t>段</a:t>
            </a:r>
            <a:r>
              <a:rPr lang="pt-BR" altLang="zh-CN" b="1">
                <a:solidFill>
                  <a:srgbClr val="006600"/>
                </a:solidFill>
                <a:latin typeface="Consolas" panose="020B0609020204030204" pitchFamily="49" charset="0"/>
                <a:ea typeface="仿宋" panose="02010609060101010101" pitchFamily="49" charset="-122"/>
                <a:cs typeface="Consolas" panose="020B0609020204030204" pitchFamily="49" charset="0"/>
                <a:sym typeface="+mn-ea"/>
              </a:rPr>
              <a:t>:[%d,%d]\n",e.mno,A[j].no,A[j].t,e.t,e.t+A[j].t);</a:t>
            </a:r>
            <a:endParaRPr lang="zh-CN" altLang="zh-CN" b="1">
              <a:solidFill>
                <a:srgbClr val="006600"/>
              </a:solidFill>
              <a:latin typeface="Consolas" panose="020B0609020204030204" pitchFamily="49" charset="0"/>
              <a:ea typeface="仿宋" panose="02010609060101010101" pitchFamily="49" charset="-122"/>
              <a:cs typeface="Consolas" panose="020B0609020204030204" pitchFamily="49" charset="0"/>
            </a:endParaRPr>
          </a:p>
          <a:p>
            <a:r>
              <a:rPr lang="pt-BR" altLang="zh-CN" b="1">
                <a:solidFill>
                  <a:srgbClr val="006600"/>
                </a:solidFill>
                <a:latin typeface="Consolas" panose="020B0609020204030204" pitchFamily="49" charset="0"/>
                <a:ea typeface="仿宋" panose="02010609060101010101" pitchFamily="49" charset="-122"/>
                <a:cs typeface="Consolas" panose="020B0609020204030204" pitchFamily="49" charset="0"/>
                <a:sym typeface="+mn-ea"/>
              </a:rPr>
              <a:t>      e.t+=A[j].t;</a:t>
            </a:r>
            <a:endParaRPr lang="zh-CN" altLang="zh-CN" b="1">
              <a:solidFill>
                <a:srgbClr val="006600"/>
              </a:solidFill>
              <a:latin typeface="Consolas" panose="020B0609020204030204" pitchFamily="49" charset="0"/>
              <a:ea typeface="仿宋" panose="02010609060101010101" pitchFamily="49" charset="-122"/>
              <a:cs typeface="Consolas" panose="020B0609020204030204" pitchFamily="49" charset="0"/>
            </a:endParaRPr>
          </a:p>
          <a:p>
            <a:r>
              <a:rPr lang="pt-BR" altLang="zh-CN" b="1">
                <a:solidFill>
                  <a:srgbClr val="006600"/>
                </a:solidFill>
                <a:latin typeface="Consolas" panose="020B0609020204030204" pitchFamily="49" charset="0"/>
                <a:ea typeface="仿宋" panose="02010609060101010101" pitchFamily="49" charset="-122"/>
                <a:cs typeface="Consolas" panose="020B0609020204030204" pitchFamily="49" charset="0"/>
                <a:sym typeface="+mn-ea"/>
              </a:rPr>
              <a:t>      qu.push(e);			</a:t>
            </a:r>
            <a:r>
              <a:rPr lang="pt-BR" altLang="zh-CN" b="1">
                <a:solidFill>
                  <a:srgbClr val="00B0F0"/>
                </a:solidFill>
                <a:latin typeface="Consolas" panose="020B0609020204030204" pitchFamily="49" charset="0"/>
                <a:ea typeface="仿宋" panose="02010609060101010101" pitchFamily="49" charset="-122"/>
                <a:cs typeface="Consolas" panose="020B0609020204030204" pitchFamily="49" charset="0"/>
                <a:sym typeface="+mn-ea"/>
              </a:rPr>
              <a:t>//e</a:t>
            </a:r>
            <a:r>
              <a:rPr lang="zh-CN" altLang="zh-CN" b="1">
                <a:solidFill>
                  <a:srgbClr val="00B0F0"/>
                </a:solidFill>
                <a:latin typeface="Consolas" panose="020B0609020204030204" pitchFamily="49" charset="0"/>
                <a:ea typeface="仿宋" panose="02010609060101010101" pitchFamily="49" charset="-122"/>
                <a:cs typeface="Consolas" panose="020B0609020204030204" pitchFamily="49" charset="0"/>
                <a:sym typeface="+mn-ea"/>
              </a:rPr>
              <a:t>进队</a:t>
            </a:r>
            <a:endParaRPr lang="zh-CN" altLang="zh-CN" b="1">
              <a:solidFill>
                <a:srgbClr val="00B0F0"/>
              </a:solidFill>
              <a:latin typeface="Consolas" panose="020B0609020204030204" pitchFamily="49" charset="0"/>
              <a:ea typeface="仿宋" panose="02010609060101010101" pitchFamily="49" charset="-122"/>
              <a:cs typeface="Consolas" panose="020B0609020204030204" pitchFamily="49" charset="0"/>
            </a:endParaRPr>
          </a:p>
          <a:p>
            <a:r>
              <a:rPr lang="pt-BR" altLang="zh-CN" b="1">
                <a:solidFill>
                  <a:srgbClr val="006600"/>
                </a:solidFill>
                <a:latin typeface="Consolas" panose="020B0609020204030204" pitchFamily="49" charset="0"/>
                <a:ea typeface="仿宋" panose="02010609060101010101" pitchFamily="49" charset="-122"/>
                <a:cs typeface="Consolas" panose="020B0609020204030204" pitchFamily="49" charset="0"/>
                <a:sym typeface="+mn-ea"/>
              </a:rPr>
              <a:t>   }</a:t>
            </a:r>
            <a:endParaRPr lang="zh-CN" altLang="zh-CN" b="1">
              <a:solidFill>
                <a:srgbClr val="006600"/>
              </a:solidFill>
              <a:latin typeface="Consolas" panose="020B0609020204030204" pitchFamily="49" charset="0"/>
              <a:ea typeface="仿宋" panose="02010609060101010101" pitchFamily="49" charset="-122"/>
              <a:cs typeface="Consolas" panose="020B0609020204030204" pitchFamily="49" charset="0"/>
            </a:endParaRPr>
          </a:p>
          <a:p>
            <a:r>
              <a:rPr lang="pt-BR" altLang="zh-CN" b="1">
                <a:solidFill>
                  <a:srgbClr val="0000FF"/>
                </a:solidFill>
                <a:latin typeface="Consolas" panose="020B0609020204030204" pitchFamily="49" charset="0"/>
                <a:ea typeface="仿宋" panose="02010609060101010101" pitchFamily="49" charset="-122"/>
                <a:cs typeface="Consolas" panose="020B0609020204030204" pitchFamily="49" charset="0"/>
                <a:sym typeface="+mn-ea"/>
              </a:rPr>
              <a:t>}</a:t>
            </a:r>
            <a:endParaRPr lang="zh-CN" altLang="zh-CN" b="1">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Tree>
    <p:extLst>
      <p:ext uri="{BB962C8B-B14F-4D97-AF65-F5344CB8AC3E}">
        <p14:creationId xmlns:p14="http://schemas.microsoft.com/office/powerpoint/2010/main" val="1381599220"/>
      </p:ext>
    </p:extLst>
  </p:cSld>
  <p:clrMapOvr>
    <a:overrideClrMapping bg1="lt1" tx1="dk1" bg2="lt2" tx2="dk2" accent1="accent1" accent2="accent2" accent3="accent3" accent4="accent4" accent5="accent5" accent6="accent6" hlink="hlink" folHlink="folHlink"/>
  </p:clrMapOvr>
</p:sld>
</file>

<file path=ppt/slides/slide48.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974606" y="1391346"/>
            <a:ext cx="7572428" cy="1684020"/>
          </a:xfrm>
          <a:prstGeom prst="rect">
            <a:avLst/>
          </a:prstGeom>
          <a:noFill/>
        </p:spPr>
        <p:txBody>
          <a:bodyPr wrap="square" rtlCol="0">
            <a:spAutoFit/>
          </a:bodyPr>
          <a:lstStyle/>
          <a:p>
            <a:pPr>
              <a:lnSpc>
                <a:spcPct val="150000"/>
              </a:lnSpc>
            </a:pPr>
            <a:r>
              <a:rPr lang="en-US" altLang="zh-CN" sz="2300" dirty="0">
                <a:solidFill>
                  <a:srgbClr val="0000FF"/>
                </a:solidFill>
                <a:latin typeface="微软雅黑" panose="020B0503020204020204" charset="-122"/>
                <a:ea typeface="微软雅黑" panose="020B0503020204020204" charset="-122"/>
                <a:cs typeface="微软雅黑" panose="020B0503020204020204" charset="-122"/>
              </a:rPr>
              <a:t>   </a:t>
            </a:r>
            <a:r>
              <a:rPr lang="zh-CN" altLang="zh-CN" sz="2300" dirty="0">
                <a:solidFill>
                  <a:srgbClr val="FF0000"/>
                </a:solidFill>
                <a:latin typeface="华文楷体" panose="02010600040101010101" pitchFamily="2" charset="-122"/>
                <a:ea typeface="华文楷体" panose="02010600040101010101" pitchFamily="2" charset="-122"/>
                <a:cs typeface="微软雅黑" panose="020B0503020204020204" charset="-122"/>
              </a:rPr>
              <a:t>【算法分析】</a:t>
            </a:r>
            <a:r>
              <a:rPr lang="zh-CN"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排序的时间复杂度为</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O(</a:t>
            </a:r>
            <a:r>
              <a:rPr lang="en-US" altLang="zh-CN" sz="2300" b="1" i="1" dirty="0">
                <a:solidFill>
                  <a:srgbClr val="0000FF"/>
                </a:solidFill>
                <a:latin typeface="华文楷体" panose="02010600040101010101" pitchFamily="2" charset="-122"/>
                <a:ea typeface="华文楷体" panose="02010600040101010101" pitchFamily="2" charset="-122"/>
                <a:cs typeface="微软雅黑" panose="020B0503020204020204" charset="-122"/>
              </a:rPr>
              <a:t>n</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log</a:t>
            </a:r>
            <a:r>
              <a:rPr lang="en-US" altLang="zh-CN" sz="2300" b="1" baseline="-25000" dirty="0">
                <a:solidFill>
                  <a:srgbClr val="0000FF"/>
                </a:solidFill>
                <a:latin typeface="华文楷体" panose="02010600040101010101" pitchFamily="2" charset="-122"/>
                <a:ea typeface="华文楷体" panose="02010600040101010101" pitchFamily="2" charset="-122"/>
                <a:cs typeface="微软雅黑" panose="020B0503020204020204" charset="-122"/>
              </a:rPr>
              <a:t>2</a:t>
            </a:r>
            <a:r>
              <a:rPr lang="en-US" altLang="zh-CN" sz="2300" b="1" i="1" dirty="0">
                <a:solidFill>
                  <a:srgbClr val="0000FF"/>
                </a:solidFill>
                <a:latin typeface="华文楷体" panose="02010600040101010101" pitchFamily="2" charset="-122"/>
                <a:ea typeface="华文楷体" panose="02010600040101010101" pitchFamily="2" charset="-122"/>
                <a:cs typeface="微软雅黑" panose="020B0503020204020204" charset="-122"/>
              </a:rPr>
              <a:t>n</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zh-CN"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，两次</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for</a:t>
            </a:r>
            <a:r>
              <a:rPr lang="zh-CN"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循环的时间合起来为</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O(</a:t>
            </a:r>
            <a:r>
              <a:rPr lang="en-US" altLang="zh-CN" sz="2300" b="1" i="1" dirty="0">
                <a:solidFill>
                  <a:srgbClr val="0000FF"/>
                </a:solidFill>
                <a:latin typeface="华文楷体" panose="02010600040101010101" pitchFamily="2" charset="-122"/>
                <a:ea typeface="华文楷体" panose="02010600040101010101" pitchFamily="2" charset="-122"/>
                <a:cs typeface="微软雅黑" panose="020B0503020204020204" charset="-122"/>
              </a:rPr>
              <a:t>n</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zh-CN"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，所以本算法的时间复杂度为</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O(</a:t>
            </a:r>
            <a:r>
              <a:rPr lang="en-US" altLang="zh-CN" sz="2300" b="1" i="1" dirty="0">
                <a:solidFill>
                  <a:srgbClr val="0000FF"/>
                </a:solidFill>
                <a:latin typeface="华文楷体" panose="02010600040101010101" pitchFamily="2" charset="-122"/>
                <a:ea typeface="华文楷体" panose="02010600040101010101" pitchFamily="2" charset="-122"/>
                <a:cs typeface="微软雅黑" panose="020B0503020204020204" charset="-122"/>
              </a:rPr>
              <a:t>n</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log</a:t>
            </a:r>
            <a:r>
              <a:rPr lang="en-US" altLang="zh-CN" sz="2300" b="1" baseline="-25000" dirty="0">
                <a:solidFill>
                  <a:srgbClr val="0000FF"/>
                </a:solidFill>
                <a:latin typeface="华文楷体" panose="02010600040101010101" pitchFamily="2" charset="-122"/>
                <a:ea typeface="华文楷体" panose="02010600040101010101" pitchFamily="2" charset="-122"/>
                <a:cs typeface="微软雅黑" panose="020B0503020204020204" charset="-122"/>
              </a:rPr>
              <a:t>2</a:t>
            </a:r>
            <a:r>
              <a:rPr lang="en-US" altLang="zh-CN" sz="2300" b="1" i="1" dirty="0">
                <a:solidFill>
                  <a:srgbClr val="0000FF"/>
                </a:solidFill>
                <a:latin typeface="华文楷体" panose="02010600040101010101" pitchFamily="2" charset="-122"/>
                <a:ea typeface="华文楷体" panose="02010600040101010101" pitchFamily="2" charset="-122"/>
                <a:cs typeface="微软雅黑" panose="020B0503020204020204" charset="-122"/>
              </a:rPr>
              <a:t>n</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zh-CN"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p>
        </p:txBody>
      </p:sp>
    </p:spTree>
    <p:extLst>
      <p:ext uri="{BB962C8B-B14F-4D97-AF65-F5344CB8AC3E}">
        <p14:creationId xmlns:p14="http://schemas.microsoft.com/office/powerpoint/2010/main" val="861471350"/>
      </p:ext>
    </p:extLst>
  </p:cSld>
  <p:clrMapOvr>
    <a:overrideClrMapping bg1="lt1" tx1="dk1" bg2="lt2" tx2="dk2" accent1="accent1" accent2="accent2" accent3="accent3" accent4="accent4" accent5="accent5" accent6="accent6" hlink="hlink" folHlink="folHlink"/>
  </p:clrMapOvr>
</p:sld>
</file>

<file path=ppt/slides/slide49.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165891" name="Text Box 3"/>
          <p:cNvSpPr txBox="1">
            <a:spLocks noChangeArrowheads="1"/>
          </p:cNvSpPr>
          <p:nvPr/>
        </p:nvSpPr>
        <p:spPr bwMode="auto">
          <a:xfrm>
            <a:off x="788745" y="1472323"/>
            <a:ext cx="8135938" cy="1684020"/>
          </a:xfrm>
          <a:prstGeom prst="rect">
            <a:avLst/>
          </a:prstGeom>
          <a:noFill/>
          <a:ln w="9525">
            <a:noFill/>
            <a:miter lim="800000"/>
          </a:ln>
          <a:effectLst/>
        </p:spPr>
        <p:txBody>
          <a:bodyPr>
            <a:spAutoFit/>
          </a:bodyPr>
          <a:lstStyle/>
          <a:p>
            <a:pPr>
              <a:lnSpc>
                <a:spcPct val="150000"/>
              </a:lnSpc>
              <a:spcBef>
                <a:spcPct val="50000"/>
              </a:spcBef>
            </a:pPr>
            <a:r>
              <a:rPr lang="zh-CN" altLang="en-US" sz="2300" dirty="0">
                <a:solidFill>
                  <a:srgbClr val="0033CC"/>
                </a:solidFill>
                <a:latin typeface="微软雅黑" panose="020B0503020204020204" charset="-122"/>
                <a:ea typeface="微软雅黑" panose="020B0503020204020204" charset="-122"/>
                <a:cs typeface="微软雅黑" panose="020B0503020204020204" charset="-122"/>
              </a:rPr>
              <a:t>　　</a:t>
            </a:r>
            <a:r>
              <a:rPr lang="en-US" altLang="zh-CN" sz="2300" b="1" dirty="0">
                <a:solidFill>
                  <a:srgbClr val="FF0000"/>
                </a:solidFill>
                <a:latin typeface="华文楷体" panose="02010600040101010101" pitchFamily="2" charset="-122"/>
                <a:ea typeface="华文楷体" panose="02010600040101010101" pitchFamily="2" charset="-122"/>
                <a:cs typeface="微软雅黑" panose="020B0503020204020204" charset="-122"/>
              </a:rPr>
              <a:t>【</a:t>
            </a:r>
            <a:r>
              <a:rPr lang="zh-CN" altLang="en-US" sz="2300" b="1" dirty="0">
                <a:solidFill>
                  <a:srgbClr val="FF0000"/>
                </a:solidFill>
                <a:latin typeface="华文楷体" panose="02010600040101010101" pitchFamily="2" charset="-122"/>
                <a:ea typeface="华文楷体" panose="02010600040101010101" pitchFamily="2" charset="-122"/>
                <a:cs typeface="微软雅黑" panose="020B0503020204020204" charset="-122"/>
              </a:rPr>
              <a:t>问题描述</a:t>
            </a:r>
            <a:r>
              <a:rPr lang="en-US" altLang="zh-CN" sz="2300" b="1" dirty="0">
                <a:solidFill>
                  <a:srgbClr val="FF0000"/>
                </a:solidFill>
                <a:latin typeface="华文楷体" panose="02010600040101010101" pitchFamily="2" charset="-122"/>
                <a:ea typeface="华文楷体" panose="02010600040101010101" pitchFamily="2" charset="-122"/>
                <a:cs typeface="微软雅黑" panose="020B0503020204020204" charset="-122"/>
              </a:rPr>
              <a:t>】</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设要编码的字符集为</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i="1" dirty="0">
                <a:solidFill>
                  <a:srgbClr val="0000FF"/>
                </a:solidFill>
                <a:latin typeface="华文楷体" panose="02010600040101010101" pitchFamily="2" charset="-122"/>
                <a:ea typeface="华文楷体" panose="02010600040101010101" pitchFamily="2" charset="-122"/>
                <a:cs typeface="微软雅黑" panose="020B0503020204020204" charset="-122"/>
              </a:rPr>
              <a:t>d</a:t>
            </a:r>
            <a:r>
              <a:rPr lang="en-US" altLang="zh-CN" sz="2300" b="1" baseline="-25000" dirty="0">
                <a:solidFill>
                  <a:srgbClr val="0000FF"/>
                </a:solidFill>
                <a:latin typeface="华文楷体" panose="02010600040101010101" pitchFamily="2" charset="-122"/>
                <a:ea typeface="华文楷体" panose="02010600040101010101" pitchFamily="2" charset="-122"/>
                <a:cs typeface="微软雅黑" panose="020B0503020204020204" charset="-122"/>
              </a:rPr>
              <a:t>1</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 </a:t>
            </a:r>
            <a:r>
              <a:rPr lang="en-US" altLang="zh-CN" sz="2300" b="1" i="1" dirty="0">
                <a:solidFill>
                  <a:srgbClr val="0000FF"/>
                </a:solidFill>
                <a:latin typeface="华文楷体" panose="02010600040101010101" pitchFamily="2" charset="-122"/>
                <a:ea typeface="华文楷体" panose="02010600040101010101" pitchFamily="2" charset="-122"/>
                <a:cs typeface="微软雅黑" panose="020B0503020204020204" charset="-122"/>
              </a:rPr>
              <a:t>d</a:t>
            </a:r>
            <a:r>
              <a:rPr lang="en-US" altLang="zh-CN" sz="2300" b="1" baseline="-25000" dirty="0">
                <a:solidFill>
                  <a:srgbClr val="0000FF"/>
                </a:solidFill>
                <a:latin typeface="华文楷体" panose="02010600040101010101" pitchFamily="2" charset="-122"/>
                <a:ea typeface="华文楷体" panose="02010600040101010101" pitchFamily="2" charset="-122"/>
                <a:cs typeface="微软雅黑" panose="020B0503020204020204" charset="-122"/>
              </a:rPr>
              <a:t>2</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 …</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 </a:t>
            </a:r>
            <a:r>
              <a:rPr lang="en-US" altLang="zh-CN" sz="2300" b="1" i="1" dirty="0" err="1">
                <a:solidFill>
                  <a:srgbClr val="0000FF"/>
                </a:solidFill>
                <a:latin typeface="华文楷体" panose="02010600040101010101" pitchFamily="2" charset="-122"/>
                <a:ea typeface="华文楷体" panose="02010600040101010101" pitchFamily="2" charset="-122"/>
                <a:cs typeface="微软雅黑" panose="020B0503020204020204" charset="-122"/>
              </a:rPr>
              <a:t>d</a:t>
            </a:r>
            <a:r>
              <a:rPr lang="en-US" altLang="zh-CN" sz="2300" b="1" i="1" baseline="-25000" dirty="0" err="1">
                <a:solidFill>
                  <a:srgbClr val="0000FF"/>
                </a:solidFill>
                <a:latin typeface="华文楷体" panose="02010600040101010101" pitchFamily="2" charset="-122"/>
                <a:ea typeface="华文楷体" panose="02010600040101010101" pitchFamily="2" charset="-122"/>
                <a:cs typeface="微软雅黑" panose="020B0503020204020204" charset="-122"/>
              </a:rPr>
              <a:t>n</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，它们出现的频率为</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i="1" dirty="0">
                <a:solidFill>
                  <a:srgbClr val="0000FF"/>
                </a:solidFill>
                <a:latin typeface="华文楷体" panose="02010600040101010101" pitchFamily="2" charset="-122"/>
                <a:ea typeface="华文楷体" panose="02010600040101010101" pitchFamily="2" charset="-122"/>
                <a:cs typeface="微软雅黑" panose="020B0503020204020204" charset="-122"/>
              </a:rPr>
              <a:t>w</a:t>
            </a:r>
            <a:r>
              <a:rPr lang="en-US" altLang="zh-CN" sz="2300" b="1" baseline="-25000" dirty="0">
                <a:solidFill>
                  <a:srgbClr val="0000FF"/>
                </a:solidFill>
                <a:latin typeface="华文楷体" panose="02010600040101010101" pitchFamily="2" charset="-122"/>
                <a:ea typeface="华文楷体" panose="02010600040101010101" pitchFamily="2" charset="-122"/>
                <a:cs typeface="微软雅黑" panose="020B0503020204020204" charset="-122"/>
              </a:rPr>
              <a:t>1</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 </a:t>
            </a:r>
            <a:r>
              <a:rPr lang="en-US" altLang="zh-CN" sz="2300" b="1" i="1" dirty="0">
                <a:solidFill>
                  <a:srgbClr val="0000FF"/>
                </a:solidFill>
                <a:latin typeface="华文楷体" panose="02010600040101010101" pitchFamily="2" charset="-122"/>
                <a:ea typeface="华文楷体" panose="02010600040101010101" pitchFamily="2" charset="-122"/>
                <a:cs typeface="微软雅黑" panose="020B0503020204020204" charset="-122"/>
              </a:rPr>
              <a:t>w</a:t>
            </a:r>
            <a:r>
              <a:rPr lang="en-US" altLang="zh-CN" sz="2300" b="1" baseline="-25000" dirty="0">
                <a:solidFill>
                  <a:srgbClr val="0000FF"/>
                </a:solidFill>
                <a:latin typeface="华文楷体" panose="02010600040101010101" pitchFamily="2" charset="-122"/>
                <a:ea typeface="华文楷体" panose="02010600040101010101" pitchFamily="2" charset="-122"/>
                <a:cs typeface="微软雅黑" panose="020B0503020204020204" charset="-122"/>
              </a:rPr>
              <a:t>2</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 …</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 </a:t>
            </a:r>
            <a:r>
              <a:rPr lang="en-US" altLang="zh-CN" sz="2300" b="1" i="1" dirty="0" err="1">
                <a:solidFill>
                  <a:srgbClr val="0000FF"/>
                </a:solidFill>
                <a:latin typeface="华文楷体" panose="02010600040101010101" pitchFamily="2" charset="-122"/>
                <a:ea typeface="华文楷体" panose="02010600040101010101" pitchFamily="2" charset="-122"/>
                <a:cs typeface="微软雅黑" panose="020B0503020204020204" charset="-122"/>
              </a:rPr>
              <a:t>w</a:t>
            </a:r>
            <a:r>
              <a:rPr lang="en-US" altLang="zh-CN" sz="2300" b="1" i="1" baseline="-25000" dirty="0" err="1">
                <a:solidFill>
                  <a:srgbClr val="0000FF"/>
                </a:solidFill>
                <a:latin typeface="华文楷体" panose="02010600040101010101" pitchFamily="2" charset="-122"/>
                <a:ea typeface="华文楷体" panose="02010600040101010101" pitchFamily="2" charset="-122"/>
                <a:cs typeface="微软雅黑" panose="020B0503020204020204" charset="-122"/>
              </a:rPr>
              <a:t>n</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，应用哈夫曼树构造最优的不等长的由</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0</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1</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构成的</a:t>
            </a:r>
            <a:r>
              <a:rPr lang="zh-CN" altLang="en-US" sz="2300" b="1" dirty="0">
                <a:solidFill>
                  <a:srgbClr val="0000FF"/>
                </a:solidFill>
                <a:latin typeface="华文楷体" panose="02010600040101010101" pitchFamily="2" charset="-122"/>
                <a:ea typeface="华文楷体" panose="02010600040101010101" pitchFamily="2" charset="-122"/>
              </a:rPr>
              <a:t>编码方案</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 </a:t>
            </a:r>
          </a:p>
        </p:txBody>
      </p:sp>
      <p:sp>
        <p:nvSpPr>
          <p:cNvPr id="2" name="基础扎实 / Strong Preparation">
            <a:extLst>
              <a:ext uri="{FF2B5EF4-FFF2-40B4-BE49-F238E27FC236}">
                <a16:creationId xmlns:a16="http://schemas.microsoft.com/office/drawing/2014/main" id="{3EE04C48-6E80-55A6-2E2A-90899A056A19}"/>
              </a:ext>
            </a:extLst>
          </p:cNvPr>
          <p:cNvSpPr txBox="1"/>
          <p:nvPr/>
        </p:nvSpPr>
        <p:spPr>
          <a:xfrm>
            <a:off x="2605230" y="367895"/>
            <a:ext cx="5868878" cy="561530"/>
          </a:xfrm>
          <a:prstGeom prst="rect">
            <a:avLst/>
          </a:prstGeom>
          <a:noFill/>
          <a:ln>
            <a:noFill/>
          </a:ln>
        </p:spPr>
        <p:txBody>
          <a:bodyPr wrap="square" lIns="68533" tIns="34266" rIns="68533" bIns="34266" rtlCol="0">
            <a:spAutoFit/>
          </a:bodyPr>
          <a:lstStyle/>
          <a:p>
            <a:pPr algn="ctr" defTabSz="950405" fontAlgn="auto">
              <a:spcBef>
                <a:spcPts val="0"/>
              </a:spcBef>
              <a:spcAft>
                <a:spcPts val="0"/>
              </a:spcAft>
              <a:buClr>
                <a:prstClr val="white"/>
              </a:buClr>
              <a:defRPr/>
            </a:pPr>
            <a:r>
              <a:rPr lang="en-US" altLang="zh-CN" sz="3199" b="1" spc="50" dirty="0">
                <a:ln w="11430"/>
                <a:solidFill>
                  <a:srgbClr val="006600"/>
                </a:solidFill>
                <a:latin typeface="华文楷体" panose="02010600040101010101" pitchFamily="2" charset="-122"/>
                <a:ea typeface="华文楷体" panose="02010600040101010101" pitchFamily="2" charset="-122"/>
                <a:sym typeface="Arial" panose="020B0604020202020204" pitchFamily="34" charset="0"/>
              </a:rPr>
              <a:t>6</a:t>
            </a:r>
            <a:r>
              <a:rPr lang="zh-CN" altLang="en-US" sz="3199" b="1" spc="50" dirty="0">
                <a:ln w="11430"/>
                <a:solidFill>
                  <a:srgbClr val="006600"/>
                </a:solidFill>
                <a:latin typeface="华文楷体" panose="02010600040101010101" pitchFamily="2" charset="-122"/>
                <a:ea typeface="华文楷体" panose="02010600040101010101" pitchFamily="2" charset="-122"/>
                <a:sym typeface="Arial" panose="020B0604020202020204" pitchFamily="34" charset="0"/>
              </a:rPr>
              <a:t>.</a:t>
            </a:r>
            <a:r>
              <a:rPr lang="en-US" altLang="zh-CN" sz="3199" b="1" spc="50" dirty="0">
                <a:ln w="11430"/>
                <a:solidFill>
                  <a:srgbClr val="006600"/>
                </a:solidFill>
                <a:latin typeface="华文楷体" panose="02010600040101010101" pitchFamily="2" charset="-122"/>
                <a:ea typeface="华文楷体" panose="02010600040101010101" pitchFamily="2" charset="-122"/>
                <a:sym typeface="Arial" panose="020B0604020202020204" pitchFamily="34" charset="0"/>
              </a:rPr>
              <a:t>5</a:t>
            </a:r>
            <a:r>
              <a:rPr lang="zh-CN" altLang="en-US" sz="3199" b="1" spc="50" dirty="0">
                <a:ln w="11430"/>
                <a:solidFill>
                  <a:srgbClr val="006600"/>
                </a:solidFill>
                <a:latin typeface="华文楷体" panose="02010600040101010101" pitchFamily="2" charset="-122"/>
                <a:ea typeface="华文楷体" panose="02010600040101010101" pitchFamily="2" charset="-122"/>
                <a:sym typeface="Arial" panose="020B0604020202020204" pitchFamily="34" charset="0"/>
              </a:rPr>
              <a:t> 哈夫曼编码</a:t>
            </a:r>
          </a:p>
        </p:txBody>
      </p:sp>
    </p:spTree>
  </p:cSld>
  <p:clrMapOvr>
    <a:overrideClrMapping bg1="lt1" tx1="dk1" bg2="lt2" tx2="dk2" accent1="accent1" accent2="accent2" accent3="accent3" accent4="accent4" accent5="accent5" accent6="accent6" hlink="hlink" folHlink="folHlink"/>
  </p:clrMapOvr>
</p:sld>
</file>

<file path=ppt/slides/slide50.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164866" name="Text Box 2"/>
          <p:cNvSpPr txBox="1">
            <a:spLocks noChangeArrowheads="1"/>
          </p:cNvSpPr>
          <p:nvPr/>
        </p:nvSpPr>
        <p:spPr bwMode="auto">
          <a:xfrm>
            <a:off x="1466551" y="1516156"/>
            <a:ext cx="8119745" cy="1103572"/>
          </a:xfrm>
          <a:prstGeom prst="rect">
            <a:avLst/>
          </a:prstGeom>
          <a:solidFill>
            <a:schemeClr val="accent1">
              <a:lumMod val="20000"/>
              <a:lumOff val="80000"/>
            </a:schemeClr>
          </a:solidFill>
          <a:ln w="9525">
            <a:noFill/>
            <a:miter lim="800000"/>
          </a:ln>
          <a:effectLst/>
        </p:spPr>
        <p:txBody>
          <a:bodyPr wrap="square">
            <a:spAutoFit/>
          </a:bodyPr>
          <a:lstStyle/>
          <a:p>
            <a:pPr>
              <a:lnSpc>
                <a:spcPct val="150000"/>
              </a:lnSpc>
              <a:spcBef>
                <a:spcPct val="50000"/>
              </a:spcBef>
            </a:pP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　</a:t>
            </a:r>
            <a:r>
              <a:rPr lang="zh-CN" altLang="en-US" sz="2300" b="1">
                <a:solidFill>
                  <a:srgbClr val="0000FF"/>
                </a:solidFill>
                <a:latin typeface="华文楷体" panose="02010600040101010101" pitchFamily="2" charset="-122"/>
                <a:ea typeface="华文楷体" panose="02010600040101010101" pitchFamily="2" charset="-122"/>
                <a:cs typeface="微软雅黑" panose="020B0503020204020204" charset="-122"/>
              </a:rPr>
              <a:t>　</a:t>
            </a:r>
            <a:r>
              <a:rPr lang="en-US" altLang="zh-CN" sz="2300" b="1">
                <a:solidFill>
                  <a:srgbClr val="FF0000"/>
                </a:solidFill>
                <a:latin typeface="华文楷体" panose="02010600040101010101" pitchFamily="2" charset="-122"/>
                <a:ea typeface="华文楷体" panose="02010600040101010101" pitchFamily="2" charset="-122"/>
                <a:cs typeface="微软雅黑" panose="020B0503020204020204" charset="-122"/>
              </a:rPr>
              <a:t>【</a:t>
            </a:r>
            <a:r>
              <a:rPr lang="zh-CN" altLang="en-US" sz="2300" b="1">
                <a:solidFill>
                  <a:srgbClr val="FF0000"/>
                </a:solidFill>
                <a:latin typeface="华文楷体" panose="02010600040101010101" pitchFamily="2" charset="-122"/>
                <a:ea typeface="华文楷体" panose="02010600040101010101" pitchFamily="2" charset="-122"/>
                <a:cs typeface="微软雅黑" panose="020B0503020204020204" charset="-122"/>
              </a:rPr>
              <a:t>问题求解</a:t>
            </a:r>
            <a:r>
              <a:rPr lang="en-US" altLang="zh-CN" sz="2300" b="1">
                <a:solidFill>
                  <a:srgbClr val="FF0000"/>
                </a:solidFill>
                <a:latin typeface="华文楷体" panose="02010600040101010101" pitchFamily="2" charset="-122"/>
                <a:ea typeface="华文楷体" panose="02010600040101010101" pitchFamily="2" charset="-122"/>
                <a:cs typeface="微软雅黑" panose="020B0503020204020204" charset="-122"/>
              </a:rPr>
              <a:t>】</a:t>
            </a:r>
            <a:r>
              <a:rPr lang="zh-CN" altLang="en-US" sz="2300" b="1">
                <a:solidFill>
                  <a:srgbClr val="0000FF"/>
                </a:solidFill>
                <a:latin typeface="华文楷体" panose="02010600040101010101" pitchFamily="2" charset="-122"/>
                <a:ea typeface="华文楷体" panose="02010600040101010101" pitchFamily="2" charset="-122"/>
                <a:cs typeface="微软雅黑" panose="020B0503020204020204" charset="-122"/>
              </a:rPr>
              <a:t>先</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构建以这个</a:t>
            </a:r>
            <a:r>
              <a:rPr lang="en-US" altLang="zh-CN" sz="2300" b="1" i="1" dirty="0">
                <a:solidFill>
                  <a:srgbClr val="0000FF"/>
                </a:solidFill>
                <a:latin typeface="华文楷体" panose="02010600040101010101" pitchFamily="2" charset="-122"/>
                <a:ea typeface="华文楷体" panose="02010600040101010101" pitchFamily="2" charset="-122"/>
                <a:cs typeface="微软雅黑" panose="020B0503020204020204" charset="-122"/>
              </a:rPr>
              <a:t>n</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个结点为叶子结点的哈夫</a:t>
            </a:r>
            <a:r>
              <a:rPr lang="zh-CN" altLang="en-US" sz="2300" b="1">
                <a:solidFill>
                  <a:srgbClr val="0000FF"/>
                </a:solidFill>
                <a:latin typeface="华文楷体" panose="02010600040101010101" pitchFamily="2" charset="-122"/>
                <a:ea typeface="华文楷体" panose="02010600040101010101" pitchFamily="2" charset="-122"/>
                <a:cs typeface="微软雅黑" panose="020B0503020204020204" charset="-122"/>
              </a:rPr>
              <a:t>曼树，然</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后由哈夫曼树产生各叶子结点对应字符的哈夫曼编码。</a:t>
            </a:r>
          </a:p>
        </p:txBody>
      </p:sp>
      <p:sp>
        <p:nvSpPr>
          <p:cNvPr id="164867" name="Text Box 3"/>
          <p:cNvSpPr txBox="1">
            <a:spLocks noChangeArrowheads="1"/>
          </p:cNvSpPr>
          <p:nvPr/>
        </p:nvSpPr>
        <p:spPr bwMode="auto">
          <a:xfrm>
            <a:off x="1355426" y="2761391"/>
            <a:ext cx="8463280" cy="1630045"/>
          </a:xfrm>
          <a:prstGeom prst="rect">
            <a:avLst/>
          </a:prstGeom>
          <a:noFill/>
          <a:ln w="9525">
            <a:noFill/>
            <a:miter lim="800000"/>
          </a:ln>
          <a:effectLst/>
        </p:spPr>
        <p:txBody>
          <a:bodyPr wrap="square">
            <a:spAutoFit/>
          </a:bodyPr>
          <a:lstStyle/>
          <a:p>
            <a:pPr>
              <a:lnSpc>
                <a:spcPts val="3000"/>
              </a:lnSpc>
            </a:pP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　　</a:t>
            </a:r>
            <a:r>
              <a:rPr lang="zh-CN" altLang="en-US" sz="2300" b="1" dirty="0">
                <a:solidFill>
                  <a:srgbClr val="FF00FF"/>
                </a:solidFill>
                <a:latin typeface="华文楷体" panose="02010600040101010101" pitchFamily="2" charset="-122"/>
                <a:ea typeface="华文楷体" panose="02010600040101010101" pitchFamily="2" charset="-122"/>
                <a:cs typeface="微软雅黑" panose="020B0503020204020204" charset="-122"/>
              </a:rPr>
              <a:t>哈夫曼树</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Huffman Tree</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）的定义：设二叉树具有</a:t>
            </a:r>
            <a:r>
              <a:rPr lang="en-US" altLang="zh-CN" sz="2300" b="1" i="1" dirty="0">
                <a:solidFill>
                  <a:srgbClr val="0000FF"/>
                </a:solidFill>
                <a:latin typeface="华文楷体" panose="02010600040101010101" pitchFamily="2" charset="-122"/>
                <a:ea typeface="华文楷体" panose="02010600040101010101" pitchFamily="2" charset="-122"/>
                <a:cs typeface="微软雅黑" panose="020B0503020204020204" charset="-122"/>
              </a:rPr>
              <a:t>n</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个带权值的叶子结点，从根结点到每个叶子结点都有一个路径长度。从根结点到各个叶子结点的路径长度与相应结点权值的乘积的和称为该二叉树的带权路径长度，记作：</a:t>
            </a:r>
          </a:p>
        </p:txBody>
      </p:sp>
      <p:graphicFrame>
        <p:nvGraphicFramePr>
          <p:cNvPr id="164868" name="Object 4"/>
          <p:cNvGraphicFramePr>
            <a:graphicFrameLocks noChangeAspect="1"/>
          </p:cNvGraphicFramePr>
          <p:nvPr>
            <p:extLst>
              <p:ext uri="{D42A27DB-BD31-4B8C-83A1-F6EECF244321}">
                <p14:modId xmlns:p14="http://schemas.microsoft.com/office/powerpoint/2010/main" val="2691004210"/>
              </p:ext>
            </p:extLst>
          </p:nvPr>
        </p:nvGraphicFramePr>
        <p:xfrm>
          <a:off x="3371551" y="4402232"/>
          <a:ext cx="1727200" cy="746125"/>
        </p:xfrm>
        <a:graphic>
          <a:graphicData uri="http://schemas.openxmlformats.org/presentationml/2006/ole">
            <mc:AlternateContent xmlns:mc="http://schemas.openxmlformats.org/markup-compatibility/2006">
              <mc:Choice xmlns:v="urn:schemas-microsoft-com:vml" Requires="v">
                <p:oleObj name="公式" r:id="rId4" imgW="901065" imgH="393700" progId="">
                  <p:embed/>
                </p:oleObj>
              </mc:Choice>
              <mc:Fallback>
                <p:oleObj name="公式" r:id="rId4" imgW="901065" imgH="393700" progId="">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71551" y="4402232"/>
                        <a:ext cx="1727200" cy="746125"/>
                      </a:xfrm>
                      <a:prstGeom prst="rect">
                        <a:avLst/>
                      </a:prstGeom>
                      <a:solidFill>
                        <a:schemeClr val="bg1">
                          <a:lumMod val="95000"/>
                        </a:schemeClr>
                      </a:solidFill>
                    </p:spPr>
                  </p:pic>
                </p:oleObj>
              </mc:Fallback>
            </mc:AlternateContent>
          </a:graphicData>
        </a:graphic>
      </p:graphicFrame>
      <p:sp>
        <p:nvSpPr>
          <p:cNvPr id="164870" name="Text Box 6"/>
          <p:cNvSpPr txBox="1">
            <a:spLocks noChangeArrowheads="1"/>
          </p:cNvSpPr>
          <p:nvPr/>
        </p:nvSpPr>
        <p:spPr bwMode="auto">
          <a:xfrm>
            <a:off x="1571326" y="5092795"/>
            <a:ext cx="7704138" cy="860425"/>
          </a:xfrm>
          <a:prstGeom prst="rect">
            <a:avLst/>
          </a:prstGeom>
          <a:noFill/>
          <a:ln w="9525">
            <a:noFill/>
            <a:miter lim="800000"/>
          </a:ln>
          <a:effectLst/>
        </p:spPr>
        <p:txBody>
          <a:bodyPr>
            <a:spAutoFit/>
          </a:bodyPr>
          <a:lstStyle/>
          <a:p>
            <a:pPr>
              <a:lnSpc>
                <a:spcPts val="3000"/>
              </a:lnSpc>
              <a:spcBef>
                <a:spcPct val="50000"/>
              </a:spcBef>
            </a:pP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　　由</a:t>
            </a:r>
            <a:r>
              <a:rPr lang="en-US" altLang="zh-CN" sz="2300" b="1" i="1" dirty="0">
                <a:solidFill>
                  <a:srgbClr val="0000FF"/>
                </a:solidFill>
                <a:latin typeface="华文楷体" panose="02010600040101010101" pitchFamily="2" charset="-122"/>
                <a:ea typeface="华文楷体" panose="02010600040101010101" pitchFamily="2" charset="-122"/>
                <a:cs typeface="微软雅黑" panose="020B0503020204020204" charset="-122"/>
              </a:rPr>
              <a:t>n</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个叶子结点可以构造出多种二叉树，其中具有最小带权路径长度的二叉树称为</a:t>
            </a:r>
            <a:r>
              <a:rPr lang="zh-CN" altLang="en-US" sz="2300" b="1" spc="300" dirty="0">
                <a:solidFill>
                  <a:srgbClr val="0000FF"/>
                </a:solidFill>
                <a:latin typeface="华文楷体" panose="02010600040101010101" pitchFamily="2" charset="-122"/>
                <a:ea typeface="华文楷体" panose="02010600040101010101" pitchFamily="2" charset="-122"/>
                <a:cs typeface="微软雅黑" panose="020B0503020204020204" charset="-122"/>
              </a:rPr>
              <a:t>哈夫曼树</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（也称最优树）。</a:t>
            </a:r>
          </a:p>
        </p:txBody>
      </p:sp>
    </p:spTree>
  </p:cSld>
  <p:clrMapOvr>
    <a:overrideClrMapping bg1="lt1" tx1="dk1" bg2="lt2" tx2="dk2" accent1="accent1" accent2="accent2" accent3="accent3" accent4="accent4" accent5="accent5" accent6="accent6" hlink="hlink" folHlink="folHlink"/>
  </p:clrMapOvr>
</p:sld>
</file>

<file path=ppt/slides/slide51.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163842" name="Text Box 2"/>
          <p:cNvSpPr txBox="1">
            <a:spLocks noChangeArrowheads="1"/>
          </p:cNvSpPr>
          <p:nvPr/>
        </p:nvSpPr>
        <p:spPr bwMode="auto">
          <a:xfrm>
            <a:off x="1358780" y="1105072"/>
            <a:ext cx="5889637" cy="445135"/>
          </a:xfrm>
          <a:prstGeom prst="rect">
            <a:avLst/>
          </a:prstGeom>
          <a:noFill/>
          <a:ln w="9525">
            <a:noFill/>
            <a:miter lim="800000"/>
          </a:ln>
          <a:effectLst/>
        </p:spPr>
        <p:txBody>
          <a:bodyPr wrap="square">
            <a:spAutoFit/>
          </a:bodyPr>
          <a:lstStyle/>
          <a:p>
            <a:pPr>
              <a:spcBef>
                <a:spcPct val="50000"/>
              </a:spcBef>
            </a:pPr>
            <a:r>
              <a:rPr lang="zh-CN" altLang="en-US" sz="2300" b="1">
                <a:solidFill>
                  <a:srgbClr val="0000FF"/>
                </a:solidFill>
                <a:latin typeface="华文楷体" panose="02010600040101010101" pitchFamily="2" charset="-122"/>
                <a:ea typeface="华文楷体" panose="02010600040101010101" pitchFamily="2" charset="-122"/>
                <a:cs typeface="Consolas" panose="020B0609020204030204" pitchFamily="49" charset="0"/>
              </a:rPr>
              <a:t>构造一棵哈夫曼树的方法如下：</a:t>
            </a:r>
          </a:p>
        </p:txBody>
      </p:sp>
      <p:sp>
        <p:nvSpPr>
          <p:cNvPr id="163843" name="Text Box 3"/>
          <p:cNvSpPr txBox="1">
            <a:spLocks noChangeArrowheads="1"/>
          </p:cNvSpPr>
          <p:nvPr/>
        </p:nvSpPr>
        <p:spPr bwMode="auto">
          <a:xfrm>
            <a:off x="1317186" y="1534335"/>
            <a:ext cx="8135937" cy="5137785"/>
          </a:xfrm>
          <a:prstGeom prst="rect">
            <a:avLst/>
          </a:prstGeom>
        </p:spPr>
        <p:style>
          <a:lnRef idx="2">
            <a:schemeClr val="accent2"/>
          </a:lnRef>
          <a:fillRef idx="1">
            <a:schemeClr val="lt1"/>
          </a:fillRef>
          <a:effectRef idx="0">
            <a:schemeClr val="accent2"/>
          </a:effectRef>
          <a:fontRef idx="minor">
            <a:schemeClr val="dk1"/>
          </a:fontRef>
        </p:style>
        <p:txBody>
          <a:bodyPr lIns="180000" tIns="180000" bIns="180000">
            <a:spAutoFit/>
          </a:bodyPr>
          <a:lstStyle/>
          <a:p>
            <a:pPr>
              <a:lnSpc>
                <a:spcPct val="150000"/>
              </a:lnSpc>
            </a:pP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    </a:t>
            </a:r>
            <a:r>
              <a:rPr lang="zh-CN"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1</a:t>
            </a:r>
            <a:r>
              <a:rPr lang="zh-CN"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）由给定的</a:t>
            </a:r>
            <a:r>
              <a:rPr lang="en-US" altLang="zh-CN" sz="2300" b="1" i="1">
                <a:solidFill>
                  <a:srgbClr val="0000FF"/>
                </a:solidFill>
                <a:latin typeface="华文楷体" panose="02010600040101010101" pitchFamily="2" charset="-122"/>
                <a:ea typeface="华文楷体" panose="02010600040101010101" pitchFamily="2" charset="-122"/>
                <a:cs typeface="微软雅黑" panose="020B0503020204020204" charset="-122"/>
              </a:rPr>
              <a:t>n</a:t>
            </a:r>
            <a:r>
              <a:rPr lang="zh-CN"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个权值</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i="1">
                <a:solidFill>
                  <a:srgbClr val="0000FF"/>
                </a:solidFill>
                <a:latin typeface="华文楷体" panose="02010600040101010101" pitchFamily="2" charset="-122"/>
                <a:ea typeface="华文楷体" panose="02010600040101010101" pitchFamily="2" charset="-122"/>
                <a:cs typeface="微软雅黑" panose="020B0503020204020204" charset="-122"/>
              </a:rPr>
              <a:t>w</a:t>
            </a:r>
            <a:r>
              <a:rPr lang="en-US" altLang="zh-CN" sz="2300" b="1" baseline="-25000">
                <a:solidFill>
                  <a:srgbClr val="0000FF"/>
                </a:solidFill>
                <a:latin typeface="华文楷体" panose="02010600040101010101" pitchFamily="2" charset="-122"/>
                <a:ea typeface="华文楷体" panose="02010600040101010101" pitchFamily="2" charset="-122"/>
                <a:cs typeface="微软雅黑" panose="020B0503020204020204" charset="-122"/>
              </a:rPr>
              <a:t>1</a:t>
            </a:r>
            <a:r>
              <a:rPr lang="zh-CN"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i="1">
                <a:solidFill>
                  <a:srgbClr val="0000FF"/>
                </a:solidFill>
                <a:latin typeface="华文楷体" panose="02010600040101010101" pitchFamily="2" charset="-122"/>
                <a:ea typeface="华文楷体" panose="02010600040101010101" pitchFamily="2" charset="-122"/>
                <a:cs typeface="微软雅黑" panose="020B0503020204020204" charset="-122"/>
              </a:rPr>
              <a:t>w</a:t>
            </a:r>
            <a:r>
              <a:rPr lang="en-US" altLang="zh-CN" sz="2300" b="1" baseline="-25000">
                <a:solidFill>
                  <a:srgbClr val="0000FF"/>
                </a:solidFill>
                <a:latin typeface="华文楷体" panose="02010600040101010101" pitchFamily="2" charset="-122"/>
                <a:ea typeface="华文楷体" panose="02010600040101010101" pitchFamily="2" charset="-122"/>
                <a:cs typeface="微软雅黑" panose="020B0503020204020204" charset="-122"/>
              </a:rPr>
              <a:t>2</a:t>
            </a:r>
            <a:r>
              <a:rPr lang="zh-CN"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i="1">
                <a:solidFill>
                  <a:srgbClr val="0000FF"/>
                </a:solidFill>
                <a:latin typeface="华文楷体" panose="02010600040101010101" pitchFamily="2" charset="-122"/>
                <a:ea typeface="华文楷体" panose="02010600040101010101" pitchFamily="2" charset="-122"/>
                <a:cs typeface="微软雅黑" panose="020B0503020204020204" charset="-122"/>
              </a:rPr>
              <a:t>w</a:t>
            </a:r>
            <a:r>
              <a:rPr lang="en-US" altLang="zh-CN" sz="2300" b="1" i="1" baseline="-25000">
                <a:solidFill>
                  <a:srgbClr val="0000FF"/>
                </a:solidFill>
                <a:latin typeface="华文楷体" panose="02010600040101010101" pitchFamily="2" charset="-122"/>
                <a:ea typeface="华文楷体" panose="02010600040101010101" pitchFamily="2" charset="-122"/>
                <a:cs typeface="微软雅黑" panose="020B0503020204020204" charset="-122"/>
              </a:rPr>
              <a:t>n</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zh-CN"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构造</a:t>
            </a:r>
            <a:r>
              <a:rPr lang="en-US" altLang="zh-CN" sz="2300" b="1" i="1">
                <a:solidFill>
                  <a:srgbClr val="0000FF"/>
                </a:solidFill>
                <a:latin typeface="华文楷体" panose="02010600040101010101" pitchFamily="2" charset="-122"/>
                <a:ea typeface="华文楷体" panose="02010600040101010101" pitchFamily="2" charset="-122"/>
                <a:cs typeface="微软雅黑" panose="020B0503020204020204" charset="-122"/>
              </a:rPr>
              <a:t>n</a:t>
            </a:r>
            <a:r>
              <a:rPr lang="zh-CN"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棵只有一个叶子结点的二叉树，从而得到一个二叉树的集合</a:t>
            </a:r>
            <a:r>
              <a:rPr lang="en-US" altLang="zh-CN" sz="2300" b="1" i="1">
                <a:solidFill>
                  <a:srgbClr val="0000FF"/>
                </a:solidFill>
                <a:latin typeface="华文楷体" panose="02010600040101010101" pitchFamily="2" charset="-122"/>
                <a:ea typeface="华文楷体" panose="02010600040101010101" pitchFamily="2" charset="-122"/>
                <a:cs typeface="微软雅黑" panose="020B0503020204020204" charset="-122"/>
              </a:rPr>
              <a:t>F</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i="1">
                <a:solidFill>
                  <a:srgbClr val="0000FF"/>
                </a:solidFill>
                <a:latin typeface="华文楷体" panose="02010600040101010101" pitchFamily="2" charset="-122"/>
                <a:ea typeface="华文楷体" panose="02010600040101010101" pitchFamily="2" charset="-122"/>
                <a:cs typeface="微软雅黑" panose="020B0503020204020204" charset="-122"/>
              </a:rPr>
              <a:t>T</a:t>
            </a:r>
            <a:r>
              <a:rPr lang="en-US" altLang="zh-CN" sz="2300" b="1" baseline="-25000">
                <a:solidFill>
                  <a:srgbClr val="0000FF"/>
                </a:solidFill>
                <a:latin typeface="华文楷体" panose="02010600040101010101" pitchFamily="2" charset="-122"/>
                <a:ea typeface="华文楷体" panose="02010600040101010101" pitchFamily="2" charset="-122"/>
                <a:cs typeface="微软雅黑" panose="020B0503020204020204" charset="-122"/>
              </a:rPr>
              <a:t>1</a:t>
            </a:r>
            <a:r>
              <a:rPr lang="zh-CN"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i="1">
                <a:solidFill>
                  <a:srgbClr val="0000FF"/>
                </a:solidFill>
                <a:latin typeface="华文楷体" panose="02010600040101010101" pitchFamily="2" charset="-122"/>
                <a:ea typeface="华文楷体" panose="02010600040101010101" pitchFamily="2" charset="-122"/>
                <a:cs typeface="微软雅黑" panose="020B0503020204020204" charset="-122"/>
              </a:rPr>
              <a:t>T</a:t>
            </a:r>
            <a:r>
              <a:rPr lang="en-US" altLang="zh-CN" sz="2300" b="1" baseline="-25000">
                <a:solidFill>
                  <a:srgbClr val="0000FF"/>
                </a:solidFill>
                <a:latin typeface="华文楷体" panose="02010600040101010101" pitchFamily="2" charset="-122"/>
                <a:ea typeface="华文楷体" panose="02010600040101010101" pitchFamily="2" charset="-122"/>
                <a:cs typeface="微软雅黑" panose="020B0503020204020204" charset="-122"/>
              </a:rPr>
              <a:t>2</a:t>
            </a:r>
            <a:r>
              <a:rPr lang="zh-CN"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i="1">
                <a:solidFill>
                  <a:srgbClr val="0000FF"/>
                </a:solidFill>
                <a:latin typeface="华文楷体" panose="02010600040101010101" pitchFamily="2" charset="-122"/>
                <a:ea typeface="华文楷体" panose="02010600040101010101" pitchFamily="2" charset="-122"/>
                <a:cs typeface="微软雅黑" panose="020B0503020204020204" charset="-122"/>
              </a:rPr>
              <a:t>T</a:t>
            </a:r>
            <a:r>
              <a:rPr lang="en-US" altLang="zh-CN" sz="2300" b="1" i="1" baseline="-25000">
                <a:solidFill>
                  <a:srgbClr val="0000FF"/>
                </a:solidFill>
                <a:latin typeface="华文楷体" panose="02010600040101010101" pitchFamily="2" charset="-122"/>
                <a:ea typeface="华文楷体" panose="02010600040101010101" pitchFamily="2" charset="-122"/>
                <a:cs typeface="微软雅黑" panose="020B0503020204020204" charset="-122"/>
              </a:rPr>
              <a:t>n</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zh-CN"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a:t>
            </a:r>
          </a:p>
          <a:p>
            <a:pPr>
              <a:lnSpc>
                <a:spcPct val="150000"/>
              </a:lnSpc>
            </a:pP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    </a:t>
            </a:r>
            <a:r>
              <a:rPr lang="zh-CN"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2</a:t>
            </a:r>
            <a:r>
              <a:rPr lang="zh-CN"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）在</a:t>
            </a:r>
            <a:r>
              <a:rPr lang="en-US" altLang="zh-CN" sz="2300" b="1" i="1">
                <a:solidFill>
                  <a:srgbClr val="0000FF"/>
                </a:solidFill>
                <a:latin typeface="华文楷体" panose="02010600040101010101" pitchFamily="2" charset="-122"/>
                <a:ea typeface="华文楷体" panose="02010600040101010101" pitchFamily="2" charset="-122"/>
                <a:cs typeface="微软雅黑" panose="020B0503020204020204" charset="-122"/>
              </a:rPr>
              <a:t>F </a:t>
            </a:r>
            <a:r>
              <a:rPr lang="zh-CN"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中选取根结点的权值最小和次小的两棵二叉树作为左、右子树构造一棵新的二叉树，这棵新的二叉树根结点的权值为其左、右子树根结点权值之和。即合并两棵二叉树为一棵二叉树。</a:t>
            </a:r>
          </a:p>
          <a:p>
            <a:pPr>
              <a:lnSpc>
                <a:spcPct val="150000"/>
              </a:lnSpc>
            </a:pP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    </a:t>
            </a:r>
            <a:r>
              <a:rPr lang="zh-CN"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3</a:t>
            </a:r>
            <a:r>
              <a:rPr lang="zh-CN"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）重复步骤（</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2</a:t>
            </a:r>
            <a:r>
              <a:rPr lang="zh-CN"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），当</a:t>
            </a:r>
            <a:r>
              <a:rPr lang="en-US" altLang="zh-CN" sz="2300" b="1" i="1">
                <a:solidFill>
                  <a:srgbClr val="0000FF"/>
                </a:solidFill>
                <a:latin typeface="华文楷体" panose="02010600040101010101" pitchFamily="2" charset="-122"/>
                <a:ea typeface="华文楷体" panose="02010600040101010101" pitchFamily="2" charset="-122"/>
                <a:cs typeface="微软雅黑" panose="020B0503020204020204" charset="-122"/>
              </a:rPr>
              <a:t>F </a:t>
            </a:r>
            <a:r>
              <a:rPr lang="zh-CN"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中只剩下一棵二叉树时，这棵二叉树便是所要建立的哈夫曼树。</a:t>
            </a:r>
          </a:p>
        </p:txBody>
      </p:sp>
    </p:spTree>
  </p:cSld>
  <p:clrMapOvr>
    <a:overrideClrMapping bg1="lt1" tx1="dk1" bg2="lt2" tx2="dk2" accent1="accent1" accent2="accent2" accent3="accent3" accent4="accent4" accent5="accent5" accent6="accent6" hlink="hlink" folHlink="folHlink"/>
  </p:clrMapOvr>
</p:sld>
</file>

<file path=ppt/slides/slide52.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162818" name="Text Box 2"/>
          <p:cNvSpPr txBox="1">
            <a:spLocks noChangeArrowheads="1"/>
          </p:cNvSpPr>
          <p:nvPr/>
        </p:nvSpPr>
        <p:spPr bwMode="auto">
          <a:xfrm>
            <a:off x="1255954" y="1195434"/>
            <a:ext cx="7740650" cy="911860"/>
          </a:xfrm>
          <a:prstGeom prst="rect">
            <a:avLst/>
          </a:prstGeom>
          <a:noFill/>
          <a:ln w="9525">
            <a:noFill/>
            <a:miter lim="800000"/>
          </a:ln>
          <a:effectLst/>
        </p:spPr>
        <p:txBody>
          <a:bodyPr wrap="square">
            <a:spAutoFit/>
          </a:bodyPr>
          <a:lstStyle/>
          <a:p>
            <a:pPr>
              <a:lnSpc>
                <a:spcPts val="3200"/>
              </a:lnSpc>
              <a:spcBef>
                <a:spcPts val="0"/>
              </a:spcBef>
            </a:pP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　　例如，给定的</a:t>
            </a:r>
            <a:r>
              <a:rPr lang="en-US" altLang="zh-CN" sz="2300" b="1" i="1" dirty="0">
                <a:solidFill>
                  <a:srgbClr val="0000FF"/>
                </a:solidFill>
                <a:latin typeface="华文楷体" panose="02010600040101010101" pitchFamily="2" charset="-122"/>
                <a:ea typeface="华文楷体" panose="02010600040101010101" pitchFamily="2" charset="-122"/>
                <a:cs typeface="微软雅黑" panose="020B0503020204020204" charset="-122"/>
              </a:rPr>
              <a:t>a</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i="1" dirty="0">
                <a:solidFill>
                  <a:srgbClr val="0000FF"/>
                </a:solidFill>
                <a:latin typeface="华文楷体" panose="02010600040101010101" pitchFamily="2" charset="-122"/>
                <a:ea typeface="华文楷体" panose="02010600040101010101" pitchFamily="2" charset="-122"/>
                <a:cs typeface="微软雅黑" panose="020B0503020204020204" charset="-122"/>
              </a:rPr>
              <a:t>e</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的</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5</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个字符，它们的权值集合为</a:t>
            </a:r>
            <a:r>
              <a:rPr lang="en-US" altLang="zh-CN" sz="2300" b="1" i="1" dirty="0">
                <a:solidFill>
                  <a:srgbClr val="0000FF"/>
                </a:solidFill>
                <a:latin typeface="华文楷体" panose="02010600040101010101" pitchFamily="2" charset="-122"/>
                <a:ea typeface="华文楷体" panose="02010600040101010101" pitchFamily="2" charset="-122"/>
                <a:cs typeface="微软雅黑" panose="020B0503020204020204" charset="-122"/>
              </a:rPr>
              <a:t>W</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={4</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2</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1</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7</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3}</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，构造哈夫曼树的过程如下。</a:t>
            </a:r>
          </a:p>
        </p:txBody>
      </p:sp>
      <p:sp>
        <p:nvSpPr>
          <p:cNvPr id="5" name="TextBox 4"/>
          <p:cNvSpPr txBox="1"/>
          <p:nvPr/>
        </p:nvSpPr>
        <p:spPr>
          <a:xfrm>
            <a:off x="1573792" y="2366159"/>
            <a:ext cx="3742055" cy="445135"/>
          </a:xfrm>
          <a:prstGeom prst="rect">
            <a:avLst/>
          </a:prstGeom>
          <a:noFill/>
        </p:spPr>
        <p:txBody>
          <a:bodyPr wrap="square" rtlCol="0">
            <a:spAutoFit/>
          </a:bodyPr>
          <a:lstStyle/>
          <a:p>
            <a:r>
              <a:rPr lang="zh-CN" altLang="en-US" sz="2300" dirty="0">
                <a:solidFill>
                  <a:schemeClr val="tx1"/>
                </a:solidFill>
                <a:latin typeface="微软雅黑" panose="020B0503020204020204" charset="-122"/>
                <a:ea typeface="微软雅黑" panose="020B0503020204020204" charset="-122"/>
                <a:cs typeface="微软雅黑" panose="020B0503020204020204" charset="-122"/>
              </a:rPr>
              <a:t>（</a:t>
            </a:r>
            <a:r>
              <a:rPr lang="en-US" altLang="zh-CN" sz="2300" dirty="0">
                <a:solidFill>
                  <a:schemeClr val="tx1"/>
                </a:solidFill>
                <a:latin typeface="微软雅黑" panose="020B0503020204020204" charset="-122"/>
                <a:ea typeface="微软雅黑" panose="020B0503020204020204" charset="-122"/>
                <a:cs typeface="微软雅黑" panose="020B0503020204020204" charset="-122"/>
              </a:rPr>
              <a:t>1</a:t>
            </a:r>
            <a:r>
              <a:rPr lang="zh-CN" altLang="en-US" sz="2300" dirty="0">
                <a:solidFill>
                  <a:schemeClr val="tx1"/>
                </a:solidFill>
                <a:latin typeface="微软雅黑" panose="020B0503020204020204" charset="-122"/>
                <a:ea typeface="微软雅黑" panose="020B0503020204020204" charset="-122"/>
                <a:cs typeface="微软雅黑" panose="020B0503020204020204" charset="-122"/>
              </a:rPr>
              <a:t>）</a:t>
            </a:r>
            <a:r>
              <a:rPr lang="en-US" altLang="zh-CN" sz="2300" dirty="0">
                <a:solidFill>
                  <a:schemeClr val="tx1"/>
                </a:solidFill>
                <a:latin typeface="微软雅黑" panose="020B0503020204020204" charset="-122"/>
                <a:ea typeface="微软雅黑" panose="020B0503020204020204" charset="-122"/>
                <a:cs typeface="微软雅黑" panose="020B0503020204020204" charset="-122"/>
              </a:rPr>
              <a:t>{4</a:t>
            </a:r>
            <a:r>
              <a:rPr lang="zh-CN" altLang="en-US" sz="2300" dirty="0">
                <a:solidFill>
                  <a:schemeClr val="tx1"/>
                </a:solidFill>
                <a:latin typeface="微软雅黑" panose="020B0503020204020204" charset="-122"/>
                <a:ea typeface="微软雅黑" panose="020B0503020204020204" charset="-122"/>
                <a:cs typeface="微软雅黑" panose="020B0503020204020204" charset="-122"/>
              </a:rPr>
              <a:t>，</a:t>
            </a:r>
            <a:r>
              <a:rPr lang="en-US" altLang="zh-CN" sz="2300" dirty="0">
                <a:solidFill>
                  <a:srgbClr val="FF0000"/>
                </a:solidFill>
                <a:latin typeface="微软雅黑" panose="020B0503020204020204" charset="-122"/>
                <a:ea typeface="微软雅黑" panose="020B0503020204020204" charset="-122"/>
                <a:cs typeface="微软雅黑" panose="020B0503020204020204" charset="-122"/>
              </a:rPr>
              <a:t>2</a:t>
            </a:r>
            <a:r>
              <a:rPr lang="zh-CN" altLang="en-US" sz="2300" dirty="0">
                <a:solidFill>
                  <a:schemeClr val="tx1"/>
                </a:solidFill>
                <a:latin typeface="微软雅黑" panose="020B0503020204020204" charset="-122"/>
                <a:ea typeface="微软雅黑" panose="020B0503020204020204" charset="-122"/>
                <a:cs typeface="微软雅黑" panose="020B0503020204020204" charset="-122"/>
              </a:rPr>
              <a:t>，</a:t>
            </a:r>
            <a:r>
              <a:rPr lang="en-US" altLang="zh-CN" sz="2300" dirty="0">
                <a:solidFill>
                  <a:srgbClr val="FF0000"/>
                </a:solidFill>
                <a:latin typeface="微软雅黑" panose="020B0503020204020204" charset="-122"/>
                <a:ea typeface="微软雅黑" panose="020B0503020204020204" charset="-122"/>
                <a:cs typeface="微软雅黑" panose="020B0503020204020204" charset="-122"/>
              </a:rPr>
              <a:t>1</a:t>
            </a:r>
            <a:r>
              <a:rPr lang="zh-CN" altLang="en-US" sz="2300" dirty="0">
                <a:solidFill>
                  <a:schemeClr val="tx1"/>
                </a:solidFill>
                <a:latin typeface="微软雅黑" panose="020B0503020204020204" charset="-122"/>
                <a:ea typeface="微软雅黑" panose="020B0503020204020204" charset="-122"/>
                <a:cs typeface="微软雅黑" panose="020B0503020204020204" charset="-122"/>
              </a:rPr>
              <a:t>，</a:t>
            </a:r>
            <a:r>
              <a:rPr lang="en-US" altLang="zh-CN" sz="2300" dirty="0">
                <a:solidFill>
                  <a:schemeClr val="tx1"/>
                </a:solidFill>
                <a:latin typeface="微软雅黑" panose="020B0503020204020204" charset="-122"/>
                <a:ea typeface="微软雅黑" panose="020B0503020204020204" charset="-122"/>
                <a:cs typeface="微软雅黑" panose="020B0503020204020204" charset="-122"/>
              </a:rPr>
              <a:t>7</a:t>
            </a:r>
            <a:r>
              <a:rPr lang="zh-CN" altLang="en-US" sz="2300" dirty="0">
                <a:solidFill>
                  <a:schemeClr val="tx1"/>
                </a:solidFill>
                <a:latin typeface="微软雅黑" panose="020B0503020204020204" charset="-122"/>
                <a:ea typeface="微软雅黑" panose="020B0503020204020204" charset="-122"/>
                <a:cs typeface="微软雅黑" panose="020B0503020204020204" charset="-122"/>
              </a:rPr>
              <a:t>，</a:t>
            </a:r>
            <a:r>
              <a:rPr lang="en-US" altLang="zh-CN" sz="2300" dirty="0">
                <a:solidFill>
                  <a:schemeClr val="tx1"/>
                </a:solidFill>
                <a:latin typeface="微软雅黑" panose="020B0503020204020204" charset="-122"/>
                <a:ea typeface="微软雅黑" panose="020B0503020204020204" charset="-122"/>
                <a:cs typeface="微软雅黑" panose="020B0503020204020204" charset="-122"/>
              </a:rPr>
              <a:t>3}</a:t>
            </a:r>
          </a:p>
        </p:txBody>
      </p:sp>
      <p:sp>
        <p:nvSpPr>
          <p:cNvPr id="6" name="TextBox 5"/>
          <p:cNvSpPr txBox="1"/>
          <p:nvPr/>
        </p:nvSpPr>
        <p:spPr>
          <a:xfrm>
            <a:off x="4715772" y="2366159"/>
            <a:ext cx="2921000" cy="445135"/>
          </a:xfrm>
          <a:prstGeom prst="rect">
            <a:avLst/>
          </a:prstGeom>
          <a:noFill/>
        </p:spPr>
        <p:txBody>
          <a:bodyPr wrap="square" rtlCol="0">
            <a:spAutoFit/>
          </a:bodyPr>
          <a:lstStyle/>
          <a:p>
            <a:r>
              <a:rPr lang="zh-CN" altLang="en-US" sz="2300">
                <a:solidFill>
                  <a:schemeClr val="tx1"/>
                </a:solidFill>
                <a:latin typeface="微软雅黑" panose="020B0503020204020204" charset="-122"/>
                <a:ea typeface="微软雅黑" panose="020B0503020204020204" charset="-122"/>
                <a:cs typeface="微软雅黑" panose="020B0503020204020204" charset="-122"/>
                <a:sym typeface="Wingdings" panose="05000000000000000000"/>
              </a:rPr>
              <a:t>  </a:t>
            </a:r>
            <a:r>
              <a:rPr lang="en-US" altLang="zh-CN" sz="2300">
                <a:solidFill>
                  <a:schemeClr val="tx1"/>
                </a:solidFill>
                <a:latin typeface="微软雅黑" panose="020B0503020204020204" charset="-122"/>
                <a:ea typeface="微软雅黑" panose="020B0503020204020204" charset="-122"/>
                <a:cs typeface="微软雅黑" panose="020B0503020204020204" charset="-122"/>
              </a:rPr>
              <a:t>{4</a:t>
            </a:r>
            <a:r>
              <a:rPr lang="zh-CN" altLang="en-US" sz="2300">
                <a:solidFill>
                  <a:schemeClr val="tx1"/>
                </a:solidFill>
                <a:latin typeface="微软雅黑" panose="020B0503020204020204" charset="-122"/>
                <a:ea typeface="微软雅黑" panose="020B0503020204020204" charset="-122"/>
                <a:cs typeface="微软雅黑" panose="020B0503020204020204" charset="-122"/>
              </a:rPr>
              <a:t>，</a:t>
            </a:r>
            <a:r>
              <a:rPr lang="zh-CN" altLang="en-US" sz="2300" b="1" dirty="0">
                <a:solidFill>
                  <a:schemeClr val="accent6"/>
                </a:solidFill>
                <a:latin typeface="微软雅黑" panose="020B0503020204020204" charset="-122"/>
                <a:ea typeface="微软雅黑" panose="020B0503020204020204" charset="-122"/>
              </a:rPr>
              <a:t>3</a:t>
            </a:r>
            <a:r>
              <a:rPr lang="zh-CN" altLang="en-US" sz="2300">
                <a:solidFill>
                  <a:schemeClr val="tx1"/>
                </a:solidFill>
                <a:latin typeface="微软雅黑" panose="020B0503020204020204" charset="-122"/>
                <a:ea typeface="微软雅黑" panose="020B0503020204020204" charset="-122"/>
                <a:cs typeface="微软雅黑" panose="020B0503020204020204" charset="-122"/>
              </a:rPr>
              <a:t>，</a:t>
            </a:r>
            <a:r>
              <a:rPr lang="en-US" altLang="zh-CN" sz="2300">
                <a:solidFill>
                  <a:schemeClr val="tx1"/>
                </a:solidFill>
                <a:latin typeface="微软雅黑" panose="020B0503020204020204" charset="-122"/>
                <a:ea typeface="微软雅黑" panose="020B0503020204020204" charset="-122"/>
                <a:cs typeface="微软雅黑" panose="020B0503020204020204" charset="-122"/>
              </a:rPr>
              <a:t>7</a:t>
            </a:r>
            <a:r>
              <a:rPr lang="zh-CN" altLang="en-US" sz="2300">
                <a:solidFill>
                  <a:schemeClr val="tx1"/>
                </a:solidFill>
                <a:latin typeface="微软雅黑" panose="020B0503020204020204" charset="-122"/>
                <a:ea typeface="微软雅黑" panose="020B0503020204020204" charset="-122"/>
                <a:cs typeface="微软雅黑" panose="020B0503020204020204" charset="-122"/>
              </a:rPr>
              <a:t>，</a:t>
            </a:r>
            <a:r>
              <a:rPr lang="en-US" altLang="zh-CN" sz="2300">
                <a:solidFill>
                  <a:schemeClr val="tx1"/>
                </a:solidFill>
                <a:latin typeface="微软雅黑" panose="020B0503020204020204" charset="-122"/>
                <a:ea typeface="微软雅黑" panose="020B0503020204020204" charset="-122"/>
                <a:cs typeface="微软雅黑" panose="020B0503020204020204" charset="-122"/>
              </a:rPr>
              <a:t>3}</a:t>
            </a:r>
          </a:p>
        </p:txBody>
      </p:sp>
      <p:sp>
        <p:nvSpPr>
          <p:cNvPr id="7" name="TextBox 6"/>
          <p:cNvSpPr txBox="1"/>
          <p:nvPr/>
        </p:nvSpPr>
        <p:spPr>
          <a:xfrm>
            <a:off x="1573792" y="2937659"/>
            <a:ext cx="3742055" cy="445135"/>
          </a:xfrm>
          <a:prstGeom prst="rect">
            <a:avLst/>
          </a:prstGeom>
          <a:noFill/>
        </p:spPr>
        <p:txBody>
          <a:bodyPr wrap="square" rtlCol="0">
            <a:spAutoFit/>
          </a:bodyPr>
          <a:lstStyle/>
          <a:p>
            <a:r>
              <a:rPr lang="zh-CN" altLang="en-US" sz="2300">
                <a:solidFill>
                  <a:schemeClr val="tx1"/>
                </a:solidFill>
                <a:latin typeface="微软雅黑" panose="020B0503020204020204" charset="-122"/>
                <a:ea typeface="微软雅黑" panose="020B0503020204020204" charset="-122"/>
                <a:cs typeface="微软雅黑" panose="020B0503020204020204" charset="-122"/>
              </a:rPr>
              <a:t>（</a:t>
            </a:r>
            <a:r>
              <a:rPr lang="en-US" altLang="zh-CN" sz="2300">
                <a:solidFill>
                  <a:schemeClr val="tx1"/>
                </a:solidFill>
                <a:latin typeface="微软雅黑" panose="020B0503020204020204" charset="-122"/>
                <a:ea typeface="微软雅黑" panose="020B0503020204020204" charset="-122"/>
                <a:cs typeface="微软雅黑" panose="020B0503020204020204" charset="-122"/>
              </a:rPr>
              <a:t>2</a:t>
            </a:r>
            <a:r>
              <a:rPr lang="zh-CN" altLang="en-US" sz="2300">
                <a:solidFill>
                  <a:schemeClr val="tx1"/>
                </a:solidFill>
                <a:latin typeface="微软雅黑" panose="020B0503020204020204" charset="-122"/>
                <a:ea typeface="微软雅黑" panose="020B0503020204020204" charset="-122"/>
                <a:cs typeface="微软雅黑" panose="020B0503020204020204" charset="-122"/>
              </a:rPr>
              <a:t>）</a:t>
            </a:r>
            <a:r>
              <a:rPr lang="en-US" altLang="zh-CN" sz="2300">
                <a:solidFill>
                  <a:schemeClr val="tx1"/>
                </a:solidFill>
                <a:latin typeface="微软雅黑" panose="020B0503020204020204" charset="-122"/>
                <a:ea typeface="微软雅黑" panose="020B0503020204020204" charset="-122"/>
                <a:cs typeface="微软雅黑" panose="020B0503020204020204" charset="-122"/>
              </a:rPr>
              <a:t>{4</a:t>
            </a:r>
            <a:r>
              <a:rPr lang="zh-CN" altLang="en-US" sz="2300">
                <a:solidFill>
                  <a:schemeClr val="tx1"/>
                </a:solidFill>
                <a:latin typeface="微软雅黑" panose="020B0503020204020204" charset="-122"/>
                <a:ea typeface="微软雅黑" panose="020B0503020204020204" charset="-122"/>
                <a:cs typeface="微软雅黑" panose="020B0503020204020204" charset="-122"/>
              </a:rPr>
              <a:t>，</a:t>
            </a:r>
            <a:r>
              <a:rPr lang="en-US" altLang="zh-CN" sz="2300">
                <a:solidFill>
                  <a:srgbClr val="FF0000"/>
                </a:solidFill>
                <a:latin typeface="微软雅黑" panose="020B0503020204020204" charset="-122"/>
                <a:ea typeface="微软雅黑" panose="020B0503020204020204" charset="-122"/>
                <a:cs typeface="微软雅黑" panose="020B0503020204020204" charset="-122"/>
              </a:rPr>
              <a:t>3</a:t>
            </a:r>
            <a:r>
              <a:rPr lang="zh-CN" altLang="en-US" sz="2300">
                <a:solidFill>
                  <a:schemeClr val="tx1"/>
                </a:solidFill>
                <a:latin typeface="微软雅黑" panose="020B0503020204020204" charset="-122"/>
                <a:ea typeface="微软雅黑" panose="020B0503020204020204" charset="-122"/>
                <a:cs typeface="微软雅黑" panose="020B0503020204020204" charset="-122"/>
              </a:rPr>
              <a:t>，</a:t>
            </a:r>
            <a:r>
              <a:rPr lang="en-US" altLang="zh-CN" sz="2300">
                <a:solidFill>
                  <a:schemeClr val="tx1"/>
                </a:solidFill>
                <a:latin typeface="微软雅黑" panose="020B0503020204020204" charset="-122"/>
                <a:ea typeface="微软雅黑" panose="020B0503020204020204" charset="-122"/>
                <a:cs typeface="微软雅黑" panose="020B0503020204020204" charset="-122"/>
              </a:rPr>
              <a:t>7</a:t>
            </a:r>
            <a:r>
              <a:rPr lang="zh-CN" altLang="en-US" sz="2300">
                <a:solidFill>
                  <a:schemeClr val="tx1"/>
                </a:solidFill>
                <a:latin typeface="微软雅黑" panose="020B0503020204020204" charset="-122"/>
                <a:ea typeface="微软雅黑" panose="020B0503020204020204" charset="-122"/>
                <a:cs typeface="微软雅黑" panose="020B0503020204020204" charset="-122"/>
              </a:rPr>
              <a:t>，</a:t>
            </a:r>
            <a:r>
              <a:rPr lang="en-US" altLang="zh-CN" sz="2300">
                <a:solidFill>
                  <a:srgbClr val="FF0000"/>
                </a:solidFill>
                <a:latin typeface="微软雅黑" panose="020B0503020204020204" charset="-122"/>
                <a:ea typeface="微软雅黑" panose="020B0503020204020204" charset="-122"/>
                <a:cs typeface="微软雅黑" panose="020B0503020204020204" charset="-122"/>
              </a:rPr>
              <a:t>3</a:t>
            </a:r>
            <a:r>
              <a:rPr lang="en-US" altLang="zh-CN" sz="2300">
                <a:solidFill>
                  <a:schemeClr val="tx1"/>
                </a:solidFill>
                <a:latin typeface="微软雅黑" panose="020B0503020204020204" charset="-122"/>
                <a:ea typeface="微软雅黑" panose="020B0503020204020204" charset="-122"/>
                <a:cs typeface="微软雅黑" panose="020B0503020204020204" charset="-122"/>
              </a:rPr>
              <a:t>}</a:t>
            </a:r>
          </a:p>
        </p:txBody>
      </p:sp>
      <p:sp>
        <p:nvSpPr>
          <p:cNvPr id="8" name="TextBox 7"/>
          <p:cNvSpPr txBox="1"/>
          <p:nvPr/>
        </p:nvSpPr>
        <p:spPr>
          <a:xfrm>
            <a:off x="4715772" y="2937659"/>
            <a:ext cx="2646680" cy="445135"/>
          </a:xfrm>
          <a:prstGeom prst="rect">
            <a:avLst/>
          </a:prstGeom>
          <a:noFill/>
        </p:spPr>
        <p:txBody>
          <a:bodyPr wrap="square" rtlCol="0">
            <a:spAutoFit/>
          </a:bodyPr>
          <a:lstStyle/>
          <a:p>
            <a:r>
              <a:rPr lang="zh-CN" altLang="en-US" sz="2300">
                <a:solidFill>
                  <a:schemeClr val="tx1"/>
                </a:solidFill>
                <a:latin typeface="微软雅黑" panose="020B0503020204020204" charset="-122"/>
                <a:ea typeface="微软雅黑" panose="020B0503020204020204" charset="-122"/>
                <a:cs typeface="微软雅黑" panose="020B0503020204020204" charset="-122"/>
                <a:sym typeface="Wingdings" panose="05000000000000000000"/>
              </a:rPr>
              <a:t>  </a:t>
            </a:r>
            <a:r>
              <a:rPr lang="en-US" altLang="zh-CN" sz="2300">
                <a:solidFill>
                  <a:schemeClr val="tx1"/>
                </a:solidFill>
                <a:latin typeface="微软雅黑" panose="020B0503020204020204" charset="-122"/>
                <a:ea typeface="微软雅黑" panose="020B0503020204020204" charset="-122"/>
                <a:cs typeface="微软雅黑" panose="020B0503020204020204" charset="-122"/>
              </a:rPr>
              <a:t>{4</a:t>
            </a:r>
            <a:r>
              <a:rPr lang="zh-CN" altLang="en-US" sz="2300">
                <a:solidFill>
                  <a:schemeClr val="tx1"/>
                </a:solidFill>
                <a:latin typeface="微软雅黑" panose="020B0503020204020204" charset="-122"/>
                <a:ea typeface="微软雅黑" panose="020B0503020204020204" charset="-122"/>
                <a:cs typeface="微软雅黑" panose="020B0503020204020204" charset="-122"/>
              </a:rPr>
              <a:t>，</a:t>
            </a:r>
            <a:r>
              <a:rPr lang="zh-CN" altLang="en-US" sz="2300" b="1" dirty="0">
                <a:solidFill>
                  <a:schemeClr val="accent6"/>
                </a:solidFill>
                <a:latin typeface="微软雅黑" panose="020B0503020204020204" charset="-122"/>
                <a:ea typeface="微软雅黑" panose="020B0503020204020204" charset="-122"/>
              </a:rPr>
              <a:t>6</a:t>
            </a:r>
            <a:r>
              <a:rPr lang="zh-CN" altLang="en-US" sz="2300">
                <a:solidFill>
                  <a:schemeClr val="tx1"/>
                </a:solidFill>
                <a:latin typeface="微软雅黑" panose="020B0503020204020204" charset="-122"/>
                <a:ea typeface="微软雅黑" panose="020B0503020204020204" charset="-122"/>
                <a:cs typeface="微软雅黑" panose="020B0503020204020204" charset="-122"/>
              </a:rPr>
              <a:t>，</a:t>
            </a:r>
            <a:r>
              <a:rPr lang="en-US" altLang="zh-CN" sz="2300">
                <a:solidFill>
                  <a:schemeClr val="tx1"/>
                </a:solidFill>
                <a:latin typeface="微软雅黑" panose="020B0503020204020204" charset="-122"/>
                <a:ea typeface="微软雅黑" panose="020B0503020204020204" charset="-122"/>
                <a:cs typeface="微软雅黑" panose="020B0503020204020204" charset="-122"/>
              </a:rPr>
              <a:t>7}</a:t>
            </a:r>
          </a:p>
        </p:txBody>
      </p:sp>
      <p:sp>
        <p:nvSpPr>
          <p:cNvPr id="9" name="TextBox 8"/>
          <p:cNvSpPr txBox="1"/>
          <p:nvPr/>
        </p:nvSpPr>
        <p:spPr>
          <a:xfrm>
            <a:off x="1573792" y="3466614"/>
            <a:ext cx="3742055" cy="445135"/>
          </a:xfrm>
          <a:prstGeom prst="rect">
            <a:avLst/>
          </a:prstGeom>
          <a:noFill/>
        </p:spPr>
        <p:txBody>
          <a:bodyPr wrap="square" rtlCol="0">
            <a:spAutoFit/>
          </a:bodyPr>
          <a:lstStyle/>
          <a:p>
            <a:r>
              <a:rPr lang="zh-CN" altLang="en-US" sz="2300">
                <a:solidFill>
                  <a:schemeClr val="tx1"/>
                </a:solidFill>
                <a:latin typeface="微软雅黑" panose="020B0503020204020204" charset="-122"/>
                <a:ea typeface="微软雅黑" panose="020B0503020204020204" charset="-122"/>
                <a:cs typeface="微软雅黑" panose="020B0503020204020204" charset="-122"/>
              </a:rPr>
              <a:t>（</a:t>
            </a:r>
            <a:r>
              <a:rPr lang="en-US" altLang="zh-CN" sz="2300">
                <a:solidFill>
                  <a:schemeClr val="tx1"/>
                </a:solidFill>
                <a:latin typeface="微软雅黑" panose="020B0503020204020204" charset="-122"/>
                <a:ea typeface="微软雅黑" panose="020B0503020204020204" charset="-122"/>
                <a:cs typeface="微软雅黑" panose="020B0503020204020204" charset="-122"/>
              </a:rPr>
              <a:t>3</a:t>
            </a:r>
            <a:r>
              <a:rPr lang="zh-CN" altLang="en-US" sz="2300">
                <a:solidFill>
                  <a:schemeClr val="tx1"/>
                </a:solidFill>
                <a:latin typeface="微软雅黑" panose="020B0503020204020204" charset="-122"/>
                <a:ea typeface="微软雅黑" panose="020B0503020204020204" charset="-122"/>
                <a:cs typeface="微软雅黑" panose="020B0503020204020204" charset="-122"/>
              </a:rPr>
              <a:t>）</a:t>
            </a:r>
            <a:r>
              <a:rPr lang="en-US" altLang="zh-CN" sz="2300">
                <a:solidFill>
                  <a:schemeClr val="tx1"/>
                </a:solidFill>
                <a:latin typeface="微软雅黑" panose="020B0503020204020204" charset="-122"/>
                <a:ea typeface="微软雅黑" panose="020B0503020204020204" charset="-122"/>
                <a:cs typeface="微软雅黑" panose="020B0503020204020204" charset="-122"/>
              </a:rPr>
              <a:t>{</a:t>
            </a:r>
            <a:r>
              <a:rPr lang="en-US" altLang="zh-CN" sz="2300">
                <a:solidFill>
                  <a:srgbClr val="FF0000"/>
                </a:solidFill>
                <a:latin typeface="微软雅黑" panose="020B0503020204020204" charset="-122"/>
                <a:ea typeface="微软雅黑" panose="020B0503020204020204" charset="-122"/>
                <a:cs typeface="微软雅黑" panose="020B0503020204020204" charset="-122"/>
              </a:rPr>
              <a:t>4</a:t>
            </a:r>
            <a:r>
              <a:rPr lang="zh-CN" altLang="en-US" sz="2300">
                <a:solidFill>
                  <a:schemeClr val="tx1"/>
                </a:solidFill>
                <a:latin typeface="微软雅黑" panose="020B0503020204020204" charset="-122"/>
                <a:ea typeface="微软雅黑" panose="020B0503020204020204" charset="-122"/>
                <a:cs typeface="微软雅黑" panose="020B0503020204020204" charset="-122"/>
              </a:rPr>
              <a:t>，</a:t>
            </a:r>
            <a:r>
              <a:rPr lang="en-US" altLang="zh-CN" sz="2300">
                <a:solidFill>
                  <a:srgbClr val="FF0000"/>
                </a:solidFill>
                <a:latin typeface="微软雅黑" panose="020B0503020204020204" charset="-122"/>
                <a:ea typeface="微软雅黑" panose="020B0503020204020204" charset="-122"/>
                <a:cs typeface="微软雅黑" panose="020B0503020204020204" charset="-122"/>
              </a:rPr>
              <a:t>6</a:t>
            </a:r>
            <a:r>
              <a:rPr lang="zh-CN" altLang="en-US" sz="2300">
                <a:solidFill>
                  <a:schemeClr val="tx1"/>
                </a:solidFill>
                <a:latin typeface="微软雅黑" panose="020B0503020204020204" charset="-122"/>
                <a:ea typeface="微软雅黑" panose="020B0503020204020204" charset="-122"/>
                <a:cs typeface="微软雅黑" panose="020B0503020204020204" charset="-122"/>
              </a:rPr>
              <a:t>，</a:t>
            </a:r>
            <a:r>
              <a:rPr lang="en-US" altLang="zh-CN" sz="2300">
                <a:solidFill>
                  <a:schemeClr val="tx1"/>
                </a:solidFill>
                <a:latin typeface="微软雅黑" panose="020B0503020204020204" charset="-122"/>
                <a:ea typeface="微软雅黑" panose="020B0503020204020204" charset="-122"/>
                <a:cs typeface="微软雅黑" panose="020B0503020204020204" charset="-122"/>
              </a:rPr>
              <a:t>7}</a:t>
            </a:r>
          </a:p>
        </p:txBody>
      </p:sp>
      <p:sp>
        <p:nvSpPr>
          <p:cNvPr id="10" name="TextBox 9"/>
          <p:cNvSpPr txBox="1"/>
          <p:nvPr/>
        </p:nvSpPr>
        <p:spPr>
          <a:xfrm>
            <a:off x="4715772" y="3466614"/>
            <a:ext cx="2190115" cy="445135"/>
          </a:xfrm>
          <a:prstGeom prst="rect">
            <a:avLst/>
          </a:prstGeom>
          <a:noFill/>
        </p:spPr>
        <p:txBody>
          <a:bodyPr wrap="square" rtlCol="0">
            <a:spAutoFit/>
          </a:bodyPr>
          <a:lstStyle/>
          <a:p>
            <a:r>
              <a:rPr lang="zh-CN" altLang="en-US" sz="2300">
                <a:solidFill>
                  <a:schemeClr val="tx1"/>
                </a:solidFill>
                <a:latin typeface="微软雅黑" panose="020B0503020204020204" charset="-122"/>
                <a:ea typeface="微软雅黑" panose="020B0503020204020204" charset="-122"/>
                <a:cs typeface="微软雅黑" panose="020B0503020204020204" charset="-122"/>
                <a:sym typeface="Wingdings" panose="05000000000000000000"/>
              </a:rPr>
              <a:t>  </a:t>
            </a:r>
            <a:r>
              <a:rPr lang="en-US" altLang="zh-CN" sz="2300">
                <a:solidFill>
                  <a:schemeClr val="tx1"/>
                </a:solidFill>
                <a:latin typeface="微软雅黑" panose="020B0503020204020204" charset="-122"/>
                <a:ea typeface="微软雅黑" panose="020B0503020204020204" charset="-122"/>
                <a:cs typeface="微软雅黑" panose="020B0503020204020204" charset="-122"/>
              </a:rPr>
              <a:t>{</a:t>
            </a:r>
            <a:r>
              <a:rPr lang="zh-CN" altLang="en-US" sz="2300" b="1" dirty="0">
                <a:solidFill>
                  <a:schemeClr val="accent6"/>
                </a:solidFill>
                <a:latin typeface="微软雅黑" panose="020B0503020204020204" charset="-122"/>
                <a:ea typeface="微软雅黑" panose="020B0503020204020204" charset="-122"/>
              </a:rPr>
              <a:t>10</a:t>
            </a:r>
            <a:r>
              <a:rPr lang="zh-CN" altLang="en-US" sz="2300">
                <a:solidFill>
                  <a:schemeClr val="tx1"/>
                </a:solidFill>
                <a:latin typeface="微软雅黑" panose="020B0503020204020204" charset="-122"/>
                <a:ea typeface="微软雅黑" panose="020B0503020204020204" charset="-122"/>
                <a:cs typeface="微软雅黑" panose="020B0503020204020204" charset="-122"/>
              </a:rPr>
              <a:t>，</a:t>
            </a:r>
            <a:r>
              <a:rPr lang="en-US" altLang="zh-CN" sz="2300">
                <a:solidFill>
                  <a:schemeClr val="tx1"/>
                </a:solidFill>
                <a:latin typeface="微软雅黑" panose="020B0503020204020204" charset="-122"/>
                <a:ea typeface="微软雅黑" panose="020B0503020204020204" charset="-122"/>
                <a:cs typeface="微软雅黑" panose="020B0503020204020204" charset="-122"/>
              </a:rPr>
              <a:t>7}</a:t>
            </a:r>
          </a:p>
        </p:txBody>
      </p:sp>
      <p:sp>
        <p:nvSpPr>
          <p:cNvPr id="11" name="TextBox 10"/>
          <p:cNvSpPr txBox="1"/>
          <p:nvPr/>
        </p:nvSpPr>
        <p:spPr>
          <a:xfrm>
            <a:off x="1573792" y="4009539"/>
            <a:ext cx="3742055" cy="445135"/>
          </a:xfrm>
          <a:prstGeom prst="rect">
            <a:avLst/>
          </a:prstGeom>
          <a:noFill/>
        </p:spPr>
        <p:txBody>
          <a:bodyPr wrap="square" rtlCol="0">
            <a:spAutoFit/>
          </a:bodyPr>
          <a:lstStyle/>
          <a:p>
            <a:r>
              <a:rPr lang="zh-CN" altLang="en-US" sz="2300">
                <a:solidFill>
                  <a:schemeClr val="tx1"/>
                </a:solidFill>
                <a:latin typeface="微软雅黑" panose="020B0503020204020204" charset="-122"/>
                <a:ea typeface="微软雅黑" panose="020B0503020204020204" charset="-122"/>
                <a:cs typeface="微软雅黑" panose="020B0503020204020204" charset="-122"/>
              </a:rPr>
              <a:t>（</a:t>
            </a:r>
            <a:r>
              <a:rPr lang="en-US" altLang="zh-CN" sz="2300">
                <a:solidFill>
                  <a:schemeClr val="tx1"/>
                </a:solidFill>
                <a:latin typeface="微软雅黑" panose="020B0503020204020204" charset="-122"/>
                <a:ea typeface="微软雅黑" panose="020B0503020204020204" charset="-122"/>
                <a:cs typeface="微软雅黑" panose="020B0503020204020204" charset="-122"/>
              </a:rPr>
              <a:t>4</a:t>
            </a:r>
            <a:r>
              <a:rPr lang="zh-CN" altLang="en-US" sz="2300">
                <a:solidFill>
                  <a:schemeClr val="tx1"/>
                </a:solidFill>
                <a:latin typeface="微软雅黑" panose="020B0503020204020204" charset="-122"/>
                <a:ea typeface="微软雅黑" panose="020B0503020204020204" charset="-122"/>
                <a:cs typeface="微软雅黑" panose="020B0503020204020204" charset="-122"/>
              </a:rPr>
              <a:t>）</a:t>
            </a:r>
            <a:r>
              <a:rPr lang="en-US" altLang="zh-CN" sz="2300">
                <a:solidFill>
                  <a:schemeClr val="tx1"/>
                </a:solidFill>
                <a:latin typeface="微软雅黑" panose="020B0503020204020204" charset="-122"/>
                <a:ea typeface="微软雅黑" panose="020B0503020204020204" charset="-122"/>
                <a:cs typeface="微软雅黑" panose="020B0503020204020204" charset="-122"/>
              </a:rPr>
              <a:t>{</a:t>
            </a:r>
            <a:r>
              <a:rPr lang="en-US" altLang="zh-CN" sz="2300">
                <a:solidFill>
                  <a:srgbClr val="FF0000"/>
                </a:solidFill>
                <a:latin typeface="微软雅黑" panose="020B0503020204020204" charset="-122"/>
                <a:ea typeface="微软雅黑" panose="020B0503020204020204" charset="-122"/>
                <a:cs typeface="微软雅黑" panose="020B0503020204020204" charset="-122"/>
              </a:rPr>
              <a:t>10</a:t>
            </a:r>
            <a:r>
              <a:rPr lang="zh-CN" altLang="en-US" sz="2300">
                <a:solidFill>
                  <a:schemeClr val="tx1"/>
                </a:solidFill>
                <a:latin typeface="微软雅黑" panose="020B0503020204020204" charset="-122"/>
                <a:ea typeface="微软雅黑" panose="020B0503020204020204" charset="-122"/>
                <a:cs typeface="微软雅黑" panose="020B0503020204020204" charset="-122"/>
              </a:rPr>
              <a:t>，</a:t>
            </a:r>
            <a:r>
              <a:rPr lang="en-US" altLang="zh-CN" sz="2300">
                <a:solidFill>
                  <a:srgbClr val="FF0000"/>
                </a:solidFill>
                <a:latin typeface="微软雅黑" panose="020B0503020204020204" charset="-122"/>
                <a:ea typeface="微软雅黑" panose="020B0503020204020204" charset="-122"/>
                <a:cs typeface="微软雅黑" panose="020B0503020204020204" charset="-122"/>
              </a:rPr>
              <a:t>7</a:t>
            </a:r>
            <a:r>
              <a:rPr lang="en-US" altLang="zh-CN" sz="2300">
                <a:solidFill>
                  <a:schemeClr val="tx1"/>
                </a:solidFill>
                <a:latin typeface="微软雅黑" panose="020B0503020204020204" charset="-122"/>
                <a:ea typeface="微软雅黑" panose="020B0503020204020204" charset="-122"/>
                <a:cs typeface="微软雅黑" panose="020B0503020204020204" charset="-122"/>
              </a:rPr>
              <a:t>}</a:t>
            </a:r>
          </a:p>
        </p:txBody>
      </p:sp>
      <p:sp>
        <p:nvSpPr>
          <p:cNvPr id="12" name="TextBox 11"/>
          <p:cNvSpPr txBox="1"/>
          <p:nvPr/>
        </p:nvSpPr>
        <p:spPr>
          <a:xfrm>
            <a:off x="4715772" y="4009539"/>
            <a:ext cx="2190115" cy="445135"/>
          </a:xfrm>
          <a:prstGeom prst="rect">
            <a:avLst/>
          </a:prstGeom>
          <a:noFill/>
        </p:spPr>
        <p:txBody>
          <a:bodyPr wrap="square" rtlCol="0">
            <a:spAutoFit/>
          </a:bodyPr>
          <a:lstStyle/>
          <a:p>
            <a:r>
              <a:rPr lang="zh-CN" altLang="en-US" sz="2300">
                <a:solidFill>
                  <a:schemeClr val="tx1"/>
                </a:solidFill>
                <a:latin typeface="微软雅黑" panose="020B0503020204020204" charset="-122"/>
                <a:ea typeface="微软雅黑" panose="020B0503020204020204" charset="-122"/>
                <a:cs typeface="微软雅黑" panose="020B0503020204020204" charset="-122"/>
                <a:sym typeface="Wingdings" panose="05000000000000000000"/>
              </a:rPr>
              <a:t>  </a:t>
            </a:r>
            <a:r>
              <a:rPr lang="en-US" altLang="zh-CN" sz="2300">
                <a:solidFill>
                  <a:schemeClr val="tx1"/>
                </a:solidFill>
                <a:latin typeface="微软雅黑" panose="020B0503020204020204" charset="-122"/>
                <a:ea typeface="微软雅黑" panose="020B0503020204020204" charset="-122"/>
                <a:cs typeface="微软雅黑" panose="020B0503020204020204" charset="-122"/>
              </a:rPr>
              <a:t>{17}</a:t>
            </a:r>
          </a:p>
        </p:txBody>
      </p:sp>
      <p:grpSp>
        <p:nvGrpSpPr>
          <p:cNvPr id="49" name="组合 48"/>
          <p:cNvGrpSpPr/>
          <p:nvPr/>
        </p:nvGrpSpPr>
        <p:grpSpPr>
          <a:xfrm>
            <a:off x="6066417" y="3438039"/>
            <a:ext cx="3442970" cy="3286125"/>
            <a:chOff x="4786314" y="2428868"/>
            <a:chExt cx="3357586" cy="3286148"/>
          </a:xfrm>
        </p:grpSpPr>
        <p:sp>
          <p:nvSpPr>
            <p:cNvPr id="13" name="椭圆 12"/>
            <p:cNvSpPr/>
            <p:nvPr/>
          </p:nvSpPr>
          <p:spPr>
            <a:xfrm>
              <a:off x="4786314" y="5214950"/>
              <a:ext cx="428628" cy="500066"/>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bodyPr>
            <a:lstStyle/>
            <a:p>
              <a:pPr algn="ctr"/>
              <a:r>
                <a:rPr lang="en-US" altLang="zh-CN" sz="2300" b="1">
                  <a:ln w="22225">
                    <a:solidFill>
                      <a:schemeClr val="accent2"/>
                    </a:solidFill>
                    <a:prstDash val="solid"/>
                  </a:ln>
                  <a:solidFill>
                    <a:schemeClr val="accent2">
                      <a:lumMod val="40000"/>
                      <a:lumOff val="60000"/>
                    </a:schemeClr>
                  </a:solidFill>
                  <a:effectLst/>
                  <a:latin typeface="微软雅黑" panose="020B0503020204020204" charset="-122"/>
                  <a:ea typeface="微软雅黑" panose="020B0503020204020204" charset="-122"/>
                  <a:cs typeface="Consolas" panose="020B0609020204030204" pitchFamily="49" charset="0"/>
                </a:rPr>
                <a:t>2</a:t>
              </a:r>
            </a:p>
          </p:txBody>
        </p:sp>
        <p:sp>
          <p:nvSpPr>
            <p:cNvPr id="14" name="椭圆 13"/>
            <p:cNvSpPr/>
            <p:nvPr/>
          </p:nvSpPr>
          <p:spPr>
            <a:xfrm>
              <a:off x="5715008" y="5214950"/>
              <a:ext cx="428628" cy="500066"/>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bodyPr>
            <a:lstStyle/>
            <a:p>
              <a:pPr algn="ctr"/>
              <a:r>
                <a:rPr lang="en-US" altLang="zh-CN" sz="2300" b="1">
                  <a:ln w="22225">
                    <a:solidFill>
                      <a:schemeClr val="accent2"/>
                    </a:solidFill>
                    <a:prstDash val="solid"/>
                  </a:ln>
                  <a:solidFill>
                    <a:schemeClr val="accent2">
                      <a:lumMod val="40000"/>
                      <a:lumOff val="60000"/>
                    </a:schemeClr>
                  </a:solidFill>
                  <a:effectLst/>
                  <a:latin typeface="微软雅黑" panose="020B0503020204020204" charset="-122"/>
                  <a:ea typeface="微软雅黑" panose="020B0503020204020204" charset="-122"/>
                  <a:cs typeface="Consolas" panose="020B0609020204030204" pitchFamily="49" charset="0"/>
                </a:rPr>
                <a:t>1</a:t>
              </a:r>
            </a:p>
          </p:txBody>
        </p:sp>
        <p:sp>
          <p:nvSpPr>
            <p:cNvPr id="15" name="椭圆 14"/>
            <p:cNvSpPr/>
            <p:nvPr/>
          </p:nvSpPr>
          <p:spPr>
            <a:xfrm>
              <a:off x="5286380" y="4500570"/>
              <a:ext cx="428628" cy="500066"/>
            </a:xfrm>
            <a:prstGeom prst="ellipse">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300" b="1">
                  <a:solidFill>
                    <a:schemeClr val="tx1"/>
                  </a:solidFill>
                  <a:latin typeface="微软雅黑" panose="020B0503020204020204" charset="-122"/>
                  <a:ea typeface="微软雅黑" panose="020B0503020204020204" charset="-122"/>
                  <a:cs typeface="Consolas" panose="020B0609020204030204" pitchFamily="49" charset="0"/>
                </a:rPr>
                <a:t>3</a:t>
              </a:r>
            </a:p>
          </p:txBody>
        </p:sp>
        <p:cxnSp>
          <p:nvCxnSpPr>
            <p:cNvPr id="17" name="直接连接符 16"/>
            <p:cNvCxnSpPr>
              <a:stCxn id="15" idx="3"/>
              <a:endCxn id="13" idx="7"/>
            </p:cNvCxnSpPr>
            <p:nvPr/>
          </p:nvCxnSpPr>
          <p:spPr>
            <a:xfrm rot="5400000">
              <a:off x="5070271" y="5009303"/>
              <a:ext cx="360780" cy="196980"/>
            </a:xfrm>
            <a:prstGeom prst="line">
              <a:avLst/>
            </a:prstGeom>
          </p:spPr>
          <p:style>
            <a:lnRef idx="2">
              <a:schemeClr val="dk1"/>
            </a:lnRef>
            <a:fillRef idx="0">
              <a:schemeClr val="dk1"/>
            </a:fillRef>
            <a:effectRef idx="1">
              <a:schemeClr val="dk1"/>
            </a:effectRef>
            <a:fontRef idx="minor">
              <a:schemeClr val="tx1"/>
            </a:fontRef>
          </p:style>
        </p:cxnSp>
        <p:cxnSp>
          <p:nvCxnSpPr>
            <p:cNvPr id="19" name="直接连接符 18"/>
            <p:cNvCxnSpPr>
              <a:stCxn id="15" idx="5"/>
              <a:endCxn id="14" idx="1"/>
            </p:cNvCxnSpPr>
            <p:nvPr/>
          </p:nvCxnSpPr>
          <p:spPr>
            <a:xfrm rot="16200000" flipH="1">
              <a:off x="5534618" y="5045022"/>
              <a:ext cx="360780" cy="125542"/>
            </a:xfrm>
            <a:prstGeom prst="line">
              <a:avLst/>
            </a:prstGeom>
          </p:spPr>
          <p:style>
            <a:lnRef idx="2">
              <a:schemeClr val="dk1"/>
            </a:lnRef>
            <a:fillRef idx="0">
              <a:schemeClr val="dk1"/>
            </a:fillRef>
            <a:effectRef idx="1">
              <a:schemeClr val="dk1"/>
            </a:effectRef>
            <a:fontRef idx="minor">
              <a:schemeClr val="tx1"/>
            </a:fontRef>
          </p:style>
        </p:cxnSp>
        <p:sp>
          <p:nvSpPr>
            <p:cNvPr id="20" name="椭圆 19"/>
            <p:cNvSpPr/>
            <p:nvPr/>
          </p:nvSpPr>
          <p:spPr>
            <a:xfrm>
              <a:off x="6286512" y="4500570"/>
              <a:ext cx="428628" cy="500066"/>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bodyPr>
            <a:lstStyle/>
            <a:p>
              <a:pPr algn="ctr"/>
              <a:r>
                <a:rPr lang="en-US" altLang="zh-CN" sz="2300" b="1">
                  <a:ln w="22225">
                    <a:solidFill>
                      <a:schemeClr val="accent2"/>
                    </a:solidFill>
                    <a:prstDash val="solid"/>
                  </a:ln>
                  <a:solidFill>
                    <a:schemeClr val="accent2">
                      <a:lumMod val="40000"/>
                      <a:lumOff val="60000"/>
                    </a:schemeClr>
                  </a:solidFill>
                  <a:effectLst/>
                  <a:latin typeface="微软雅黑" panose="020B0503020204020204" charset="-122"/>
                  <a:ea typeface="微软雅黑" panose="020B0503020204020204" charset="-122"/>
                  <a:cs typeface="Consolas" panose="020B0609020204030204" pitchFamily="49" charset="0"/>
                </a:rPr>
                <a:t>3</a:t>
              </a:r>
            </a:p>
          </p:txBody>
        </p:sp>
        <p:sp>
          <p:nvSpPr>
            <p:cNvPr id="21" name="椭圆 20"/>
            <p:cNvSpPr/>
            <p:nvPr/>
          </p:nvSpPr>
          <p:spPr>
            <a:xfrm>
              <a:off x="5786446" y="3786190"/>
              <a:ext cx="428628" cy="500066"/>
            </a:xfrm>
            <a:prstGeom prst="ellipse">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300" b="1">
                  <a:solidFill>
                    <a:schemeClr val="tx1"/>
                  </a:solidFill>
                  <a:latin typeface="微软雅黑" panose="020B0503020204020204" charset="-122"/>
                  <a:ea typeface="微软雅黑" panose="020B0503020204020204" charset="-122"/>
                  <a:cs typeface="Consolas" panose="020B0609020204030204" pitchFamily="49" charset="0"/>
                </a:rPr>
                <a:t>6</a:t>
              </a:r>
            </a:p>
          </p:txBody>
        </p:sp>
        <p:cxnSp>
          <p:nvCxnSpPr>
            <p:cNvPr id="23" name="直接连接符 22"/>
            <p:cNvCxnSpPr>
              <a:stCxn id="21" idx="3"/>
              <a:endCxn id="15" idx="7"/>
            </p:cNvCxnSpPr>
            <p:nvPr/>
          </p:nvCxnSpPr>
          <p:spPr>
            <a:xfrm rot="5400000">
              <a:off x="5570337" y="4294923"/>
              <a:ext cx="360780" cy="196980"/>
            </a:xfrm>
            <a:prstGeom prst="line">
              <a:avLst/>
            </a:prstGeom>
          </p:spPr>
          <p:style>
            <a:lnRef idx="2">
              <a:schemeClr val="dk1"/>
            </a:lnRef>
            <a:fillRef idx="0">
              <a:schemeClr val="dk1"/>
            </a:fillRef>
            <a:effectRef idx="1">
              <a:schemeClr val="dk1"/>
            </a:effectRef>
            <a:fontRef idx="minor">
              <a:schemeClr val="tx1"/>
            </a:fontRef>
          </p:style>
        </p:cxnSp>
        <p:cxnSp>
          <p:nvCxnSpPr>
            <p:cNvPr id="25" name="直接连接符 24"/>
            <p:cNvCxnSpPr>
              <a:stCxn id="21" idx="5"/>
              <a:endCxn id="20" idx="1"/>
            </p:cNvCxnSpPr>
            <p:nvPr/>
          </p:nvCxnSpPr>
          <p:spPr>
            <a:xfrm rot="16200000" flipH="1">
              <a:off x="6070403" y="4294923"/>
              <a:ext cx="360780" cy="196980"/>
            </a:xfrm>
            <a:prstGeom prst="line">
              <a:avLst/>
            </a:prstGeom>
          </p:spPr>
          <p:style>
            <a:lnRef idx="2">
              <a:schemeClr val="dk1"/>
            </a:lnRef>
            <a:fillRef idx="0">
              <a:schemeClr val="dk1"/>
            </a:fillRef>
            <a:effectRef idx="1">
              <a:schemeClr val="dk1"/>
            </a:effectRef>
            <a:fontRef idx="minor">
              <a:schemeClr val="tx1"/>
            </a:fontRef>
          </p:style>
        </p:cxnSp>
        <p:sp>
          <p:nvSpPr>
            <p:cNvPr id="26" name="椭圆 25"/>
            <p:cNvSpPr/>
            <p:nvPr/>
          </p:nvSpPr>
          <p:spPr>
            <a:xfrm>
              <a:off x="6786578" y="3786190"/>
              <a:ext cx="428628" cy="500066"/>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bodyPr>
            <a:lstStyle/>
            <a:p>
              <a:pPr algn="ctr"/>
              <a:r>
                <a:rPr lang="en-US" altLang="zh-CN" sz="2300" b="1">
                  <a:ln w="22225">
                    <a:solidFill>
                      <a:schemeClr val="accent2"/>
                    </a:solidFill>
                    <a:prstDash val="solid"/>
                  </a:ln>
                  <a:solidFill>
                    <a:schemeClr val="accent2">
                      <a:lumMod val="40000"/>
                      <a:lumOff val="60000"/>
                    </a:schemeClr>
                  </a:solidFill>
                  <a:effectLst/>
                  <a:latin typeface="微软雅黑" panose="020B0503020204020204" charset="-122"/>
                  <a:ea typeface="微软雅黑" panose="020B0503020204020204" charset="-122"/>
                  <a:cs typeface="Consolas" panose="020B0609020204030204" pitchFamily="49" charset="0"/>
                </a:rPr>
                <a:t>4</a:t>
              </a:r>
            </a:p>
          </p:txBody>
        </p:sp>
        <p:sp>
          <p:nvSpPr>
            <p:cNvPr id="27" name="椭圆 26"/>
            <p:cNvSpPr/>
            <p:nvPr/>
          </p:nvSpPr>
          <p:spPr>
            <a:xfrm>
              <a:off x="6209975" y="3072128"/>
              <a:ext cx="505310" cy="500384"/>
            </a:xfrm>
            <a:prstGeom prst="ellipse">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300" b="1">
                  <a:solidFill>
                    <a:schemeClr val="tx1"/>
                  </a:solidFill>
                  <a:latin typeface="微软雅黑" panose="020B0503020204020204" charset="-122"/>
                  <a:ea typeface="微软雅黑" panose="020B0503020204020204" charset="-122"/>
                  <a:cs typeface="Consolas" panose="020B0609020204030204" pitchFamily="49" charset="0"/>
                </a:rPr>
                <a:t>10</a:t>
              </a:r>
            </a:p>
          </p:txBody>
        </p:sp>
        <p:sp>
          <p:nvSpPr>
            <p:cNvPr id="28" name="椭圆 27"/>
            <p:cNvSpPr/>
            <p:nvPr/>
          </p:nvSpPr>
          <p:spPr>
            <a:xfrm>
              <a:off x="6849043" y="2428868"/>
              <a:ext cx="561662" cy="500384"/>
            </a:xfrm>
            <a:prstGeom prst="ellipse">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300" b="1">
                  <a:solidFill>
                    <a:schemeClr val="tx1"/>
                  </a:solidFill>
                  <a:latin typeface="微软雅黑" panose="020B0503020204020204" charset="-122"/>
                  <a:ea typeface="微软雅黑" panose="020B0503020204020204" charset="-122"/>
                  <a:cs typeface="Consolas" panose="020B0609020204030204" pitchFamily="49" charset="0"/>
                </a:rPr>
                <a:t>17</a:t>
              </a:r>
            </a:p>
          </p:txBody>
        </p:sp>
        <p:sp>
          <p:nvSpPr>
            <p:cNvPr id="29" name="椭圆 28"/>
            <p:cNvSpPr/>
            <p:nvPr/>
          </p:nvSpPr>
          <p:spPr>
            <a:xfrm>
              <a:off x="7715272" y="3000372"/>
              <a:ext cx="428628" cy="500066"/>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scene3d>
                <a:camera prst="orthographicFront"/>
                <a:lightRig rig="threePt" dir="t"/>
              </a:scene3d>
            </a:bodyPr>
            <a:lstStyle/>
            <a:p>
              <a:pPr algn="ctr"/>
              <a:r>
                <a:rPr lang="en-US" altLang="zh-CN" sz="2300" b="1">
                  <a:ln w="22225">
                    <a:solidFill>
                      <a:schemeClr val="accent2"/>
                    </a:solidFill>
                    <a:prstDash val="solid"/>
                  </a:ln>
                  <a:solidFill>
                    <a:schemeClr val="accent2">
                      <a:lumMod val="40000"/>
                      <a:lumOff val="60000"/>
                    </a:schemeClr>
                  </a:solidFill>
                  <a:effectLst/>
                  <a:latin typeface="微软雅黑" panose="020B0503020204020204" charset="-122"/>
                  <a:ea typeface="微软雅黑" panose="020B0503020204020204" charset="-122"/>
                  <a:cs typeface="Consolas" panose="020B0609020204030204" pitchFamily="49" charset="0"/>
                </a:rPr>
                <a:t>7</a:t>
              </a:r>
            </a:p>
          </p:txBody>
        </p:sp>
        <p:cxnSp>
          <p:nvCxnSpPr>
            <p:cNvPr id="31" name="直接连接符 30"/>
            <p:cNvCxnSpPr>
              <a:stCxn id="28" idx="3"/>
              <a:endCxn id="27" idx="7"/>
            </p:cNvCxnSpPr>
            <p:nvPr/>
          </p:nvCxnSpPr>
          <p:spPr>
            <a:xfrm flipH="1">
              <a:off x="6641110" y="2856336"/>
              <a:ext cx="290429" cy="288927"/>
            </a:xfrm>
            <a:prstGeom prst="line">
              <a:avLst/>
            </a:prstGeom>
          </p:spPr>
          <p:style>
            <a:lnRef idx="2">
              <a:schemeClr val="accent1"/>
            </a:lnRef>
            <a:fillRef idx="0">
              <a:schemeClr val="accent1"/>
            </a:fillRef>
            <a:effectRef idx="1">
              <a:schemeClr val="accent1"/>
            </a:effectRef>
            <a:fontRef idx="minor">
              <a:schemeClr val="tx1"/>
            </a:fontRef>
          </p:style>
        </p:cxnSp>
        <p:cxnSp>
          <p:nvCxnSpPr>
            <p:cNvPr id="33" name="直接连接符 32"/>
            <p:cNvCxnSpPr>
              <a:stCxn id="28" idx="5"/>
              <a:endCxn id="29" idx="1"/>
            </p:cNvCxnSpPr>
            <p:nvPr/>
          </p:nvCxnSpPr>
          <p:spPr>
            <a:xfrm>
              <a:off x="7328131" y="2856336"/>
              <a:ext cx="449577" cy="217172"/>
            </a:xfrm>
            <a:prstGeom prst="line">
              <a:avLst/>
            </a:prstGeom>
          </p:spPr>
          <p:style>
            <a:lnRef idx="2">
              <a:schemeClr val="accent1"/>
            </a:lnRef>
            <a:fillRef idx="0">
              <a:schemeClr val="accent1"/>
            </a:fillRef>
            <a:effectRef idx="1">
              <a:schemeClr val="accent1"/>
            </a:effectRef>
            <a:fontRef idx="minor">
              <a:schemeClr val="tx1"/>
            </a:fontRef>
          </p:style>
        </p:cxnSp>
        <p:cxnSp>
          <p:nvCxnSpPr>
            <p:cNvPr id="35" name="直接连接符 34"/>
            <p:cNvCxnSpPr>
              <a:stCxn id="27" idx="3"/>
              <a:endCxn id="21" idx="7"/>
            </p:cNvCxnSpPr>
            <p:nvPr/>
          </p:nvCxnSpPr>
          <p:spPr>
            <a:xfrm flipH="1">
              <a:off x="6152361" y="3499278"/>
              <a:ext cx="131901" cy="360048"/>
            </a:xfrm>
            <a:prstGeom prst="line">
              <a:avLst/>
            </a:prstGeom>
          </p:spPr>
          <p:style>
            <a:lnRef idx="2">
              <a:schemeClr val="accent1"/>
            </a:lnRef>
            <a:fillRef idx="0">
              <a:schemeClr val="accent1"/>
            </a:fillRef>
            <a:effectRef idx="1">
              <a:schemeClr val="accent1"/>
            </a:effectRef>
            <a:fontRef idx="minor">
              <a:schemeClr val="tx1"/>
            </a:fontRef>
          </p:style>
        </p:cxnSp>
        <p:cxnSp>
          <p:nvCxnSpPr>
            <p:cNvPr id="37" name="直接连接符 36"/>
            <p:cNvCxnSpPr>
              <a:stCxn id="27" idx="5"/>
              <a:endCxn id="26" idx="1"/>
            </p:cNvCxnSpPr>
            <p:nvPr/>
          </p:nvCxnSpPr>
          <p:spPr>
            <a:xfrm>
              <a:off x="6641222" y="3499278"/>
              <a:ext cx="208069" cy="360048"/>
            </a:xfrm>
            <a:prstGeom prst="line">
              <a:avLst/>
            </a:prstGeom>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6620397" y="2736210"/>
              <a:ext cx="142876" cy="353697"/>
            </a:xfrm>
            <a:prstGeom prst="rect">
              <a:avLst/>
            </a:prstGeom>
            <a:noFill/>
          </p:spPr>
          <p:txBody>
            <a:bodyPr wrap="square" lIns="0" tIns="0" rIns="0" bIns="0" rtlCol="0">
              <a:spAutoFit/>
            </a:bodyPr>
            <a:lstStyle/>
            <a:p>
              <a:r>
                <a:rPr lang="en-US" altLang="zh-CN" sz="2300" b="1">
                  <a:solidFill>
                    <a:schemeClr val="tx1"/>
                  </a:solidFill>
                  <a:latin typeface="微软雅黑" panose="020B0503020204020204" charset="-122"/>
                  <a:ea typeface="微软雅黑" panose="020B0503020204020204" charset="-122"/>
                  <a:cs typeface="Consolas" panose="020B0609020204030204" pitchFamily="49" charset="0"/>
                </a:rPr>
                <a:t>0</a:t>
              </a:r>
            </a:p>
          </p:txBody>
        </p:sp>
        <p:sp>
          <p:nvSpPr>
            <p:cNvPr id="42" name="TextBox 41"/>
            <p:cNvSpPr txBox="1"/>
            <p:nvPr/>
          </p:nvSpPr>
          <p:spPr>
            <a:xfrm>
              <a:off x="7572396" y="2714620"/>
              <a:ext cx="142876" cy="353697"/>
            </a:xfrm>
            <a:prstGeom prst="rect">
              <a:avLst/>
            </a:prstGeom>
            <a:noFill/>
          </p:spPr>
          <p:txBody>
            <a:bodyPr wrap="square" lIns="0" tIns="0" rIns="0" bIns="0" rtlCol="0">
              <a:spAutoFit/>
            </a:bodyPr>
            <a:lstStyle/>
            <a:p>
              <a:r>
                <a:rPr lang="en-US" altLang="zh-CN" sz="2300" b="1">
                  <a:solidFill>
                    <a:schemeClr val="tx1"/>
                  </a:solidFill>
                  <a:latin typeface="微软雅黑" panose="020B0503020204020204" charset="-122"/>
                  <a:ea typeface="微软雅黑" panose="020B0503020204020204" charset="-122"/>
                  <a:cs typeface="Consolas" panose="020B0609020204030204" pitchFamily="49" charset="0"/>
                </a:rPr>
                <a:t>1</a:t>
              </a:r>
            </a:p>
          </p:txBody>
        </p:sp>
        <p:sp>
          <p:nvSpPr>
            <p:cNvPr id="43" name="TextBox 42"/>
            <p:cNvSpPr txBox="1"/>
            <p:nvPr/>
          </p:nvSpPr>
          <p:spPr>
            <a:xfrm>
              <a:off x="6072198" y="3462860"/>
              <a:ext cx="142876" cy="353697"/>
            </a:xfrm>
            <a:prstGeom prst="rect">
              <a:avLst/>
            </a:prstGeom>
            <a:noFill/>
          </p:spPr>
          <p:txBody>
            <a:bodyPr wrap="square" lIns="0" tIns="0" rIns="0" bIns="0" rtlCol="0">
              <a:spAutoFit/>
            </a:bodyPr>
            <a:lstStyle/>
            <a:p>
              <a:r>
                <a:rPr lang="en-US" altLang="zh-CN" sz="2300" b="1">
                  <a:solidFill>
                    <a:schemeClr val="tx1"/>
                  </a:solidFill>
                  <a:latin typeface="微软雅黑" panose="020B0503020204020204" charset="-122"/>
                  <a:ea typeface="微软雅黑" panose="020B0503020204020204" charset="-122"/>
                  <a:cs typeface="Consolas" panose="020B0609020204030204" pitchFamily="49" charset="0"/>
                </a:rPr>
                <a:t>0</a:t>
              </a:r>
            </a:p>
          </p:txBody>
        </p:sp>
        <p:sp>
          <p:nvSpPr>
            <p:cNvPr id="44" name="TextBox 43"/>
            <p:cNvSpPr txBox="1"/>
            <p:nvPr/>
          </p:nvSpPr>
          <p:spPr>
            <a:xfrm>
              <a:off x="6786578" y="3462860"/>
              <a:ext cx="142876" cy="353697"/>
            </a:xfrm>
            <a:prstGeom prst="rect">
              <a:avLst/>
            </a:prstGeom>
            <a:noFill/>
          </p:spPr>
          <p:txBody>
            <a:bodyPr wrap="square" lIns="0" tIns="0" rIns="0" bIns="0" rtlCol="0">
              <a:spAutoFit/>
            </a:bodyPr>
            <a:lstStyle/>
            <a:p>
              <a:r>
                <a:rPr lang="en-US" altLang="zh-CN" sz="2300" b="1">
                  <a:solidFill>
                    <a:schemeClr val="tx1"/>
                  </a:solidFill>
                  <a:latin typeface="微软雅黑" panose="020B0503020204020204" charset="-122"/>
                  <a:ea typeface="微软雅黑" panose="020B0503020204020204" charset="-122"/>
                  <a:cs typeface="Consolas" panose="020B0609020204030204" pitchFamily="49" charset="0"/>
                </a:rPr>
                <a:t>1</a:t>
              </a:r>
            </a:p>
          </p:txBody>
        </p:sp>
        <p:sp>
          <p:nvSpPr>
            <p:cNvPr id="45" name="TextBox 44"/>
            <p:cNvSpPr txBox="1"/>
            <p:nvPr/>
          </p:nvSpPr>
          <p:spPr>
            <a:xfrm>
              <a:off x="5584658" y="4127136"/>
              <a:ext cx="142876" cy="353697"/>
            </a:xfrm>
            <a:prstGeom prst="rect">
              <a:avLst/>
            </a:prstGeom>
            <a:noFill/>
          </p:spPr>
          <p:txBody>
            <a:bodyPr wrap="square" lIns="0" tIns="0" rIns="0" bIns="0" rtlCol="0">
              <a:spAutoFit/>
            </a:bodyPr>
            <a:lstStyle/>
            <a:p>
              <a:r>
                <a:rPr lang="en-US" altLang="zh-CN" sz="2300" b="1">
                  <a:solidFill>
                    <a:schemeClr val="tx1"/>
                  </a:solidFill>
                  <a:latin typeface="微软雅黑" panose="020B0503020204020204" charset="-122"/>
                  <a:ea typeface="微软雅黑" panose="020B0503020204020204" charset="-122"/>
                  <a:cs typeface="Consolas" panose="020B0609020204030204" pitchFamily="49" charset="0"/>
                </a:rPr>
                <a:t>0</a:t>
              </a:r>
            </a:p>
          </p:txBody>
        </p:sp>
        <p:sp>
          <p:nvSpPr>
            <p:cNvPr id="46" name="TextBox 45"/>
            <p:cNvSpPr txBox="1"/>
            <p:nvPr/>
          </p:nvSpPr>
          <p:spPr>
            <a:xfrm>
              <a:off x="6299038" y="4127136"/>
              <a:ext cx="142876" cy="353697"/>
            </a:xfrm>
            <a:prstGeom prst="rect">
              <a:avLst/>
            </a:prstGeom>
            <a:noFill/>
          </p:spPr>
          <p:txBody>
            <a:bodyPr wrap="square" lIns="0" tIns="0" rIns="0" bIns="0" rtlCol="0">
              <a:spAutoFit/>
            </a:bodyPr>
            <a:lstStyle/>
            <a:p>
              <a:r>
                <a:rPr lang="en-US" altLang="zh-CN" sz="2300" b="1">
                  <a:solidFill>
                    <a:schemeClr val="tx1"/>
                  </a:solidFill>
                  <a:latin typeface="微软雅黑" panose="020B0503020204020204" charset="-122"/>
                  <a:ea typeface="微软雅黑" panose="020B0503020204020204" charset="-122"/>
                  <a:cs typeface="Consolas" panose="020B0609020204030204" pitchFamily="49" charset="0"/>
                </a:rPr>
                <a:t>1</a:t>
              </a:r>
            </a:p>
          </p:txBody>
        </p:sp>
        <p:sp>
          <p:nvSpPr>
            <p:cNvPr id="47" name="TextBox 46"/>
            <p:cNvSpPr txBox="1"/>
            <p:nvPr/>
          </p:nvSpPr>
          <p:spPr>
            <a:xfrm>
              <a:off x="5072066" y="4904146"/>
              <a:ext cx="142876" cy="353697"/>
            </a:xfrm>
            <a:prstGeom prst="rect">
              <a:avLst/>
            </a:prstGeom>
            <a:noFill/>
          </p:spPr>
          <p:txBody>
            <a:bodyPr wrap="square" lIns="0" tIns="0" rIns="0" bIns="0" rtlCol="0">
              <a:spAutoFit/>
            </a:bodyPr>
            <a:lstStyle/>
            <a:p>
              <a:r>
                <a:rPr lang="en-US" altLang="zh-CN" sz="2300" b="1">
                  <a:solidFill>
                    <a:schemeClr val="tx1"/>
                  </a:solidFill>
                  <a:latin typeface="微软雅黑" panose="020B0503020204020204" charset="-122"/>
                  <a:ea typeface="微软雅黑" panose="020B0503020204020204" charset="-122"/>
                  <a:cs typeface="Consolas" panose="020B0609020204030204" pitchFamily="49" charset="0"/>
                </a:rPr>
                <a:t>0</a:t>
              </a:r>
            </a:p>
          </p:txBody>
        </p:sp>
        <p:sp>
          <p:nvSpPr>
            <p:cNvPr id="48" name="TextBox 47"/>
            <p:cNvSpPr txBox="1"/>
            <p:nvPr/>
          </p:nvSpPr>
          <p:spPr>
            <a:xfrm>
              <a:off x="5786446" y="4904146"/>
              <a:ext cx="142876" cy="353697"/>
            </a:xfrm>
            <a:prstGeom prst="rect">
              <a:avLst/>
            </a:prstGeom>
            <a:noFill/>
          </p:spPr>
          <p:txBody>
            <a:bodyPr wrap="square" lIns="0" tIns="0" rIns="0" bIns="0" rtlCol="0">
              <a:spAutoFit/>
            </a:bodyPr>
            <a:lstStyle/>
            <a:p>
              <a:r>
                <a:rPr lang="en-US" altLang="zh-CN" sz="2300" b="1">
                  <a:solidFill>
                    <a:schemeClr val="tx1"/>
                  </a:solidFill>
                  <a:latin typeface="微软雅黑" panose="020B0503020204020204" charset="-122"/>
                  <a:ea typeface="微软雅黑" panose="020B0503020204020204" charset="-122"/>
                  <a:cs typeface="Consolas" panose="020B0609020204030204" pitchFamily="49" charset="0"/>
                </a:rPr>
                <a:t>1</a:t>
              </a:r>
            </a:p>
          </p:txBody>
        </p:sp>
      </p:grpSp>
      <p:grpSp>
        <p:nvGrpSpPr>
          <p:cNvPr id="52" name="组合 51"/>
          <p:cNvGrpSpPr/>
          <p:nvPr/>
        </p:nvGrpSpPr>
        <p:grpSpPr>
          <a:xfrm>
            <a:off x="1716637" y="4804564"/>
            <a:ext cx="4399312" cy="1861185"/>
            <a:chOff x="285720" y="3795399"/>
            <a:chExt cx="4399312" cy="1861185"/>
          </a:xfrm>
        </p:grpSpPr>
        <p:sp>
          <p:nvSpPr>
            <p:cNvPr id="50" name="TextBox 49"/>
            <p:cNvSpPr txBox="1"/>
            <p:nvPr/>
          </p:nvSpPr>
          <p:spPr>
            <a:xfrm>
              <a:off x="285720" y="3795399"/>
              <a:ext cx="3929090" cy="1861185"/>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altLang="zh-CN" sz="2300" dirty="0">
                  <a:solidFill>
                    <a:srgbClr val="0000FF"/>
                  </a:solidFill>
                  <a:latin typeface="微软雅黑" panose="020B0503020204020204" charset="-122"/>
                  <a:ea typeface="微软雅黑" panose="020B0503020204020204" charset="-122"/>
                  <a:cs typeface="微软雅黑" panose="020B0503020204020204" charset="-122"/>
                </a:rPr>
                <a:t>b(2)</a:t>
              </a:r>
              <a:r>
                <a:rPr lang="zh-CN" altLang="en-US" sz="2300" dirty="0">
                  <a:solidFill>
                    <a:srgbClr val="0000FF"/>
                  </a:solidFill>
                  <a:latin typeface="微软雅黑" panose="020B0503020204020204" charset="-122"/>
                  <a:ea typeface="微软雅黑" panose="020B0503020204020204" charset="-122"/>
                  <a:cs typeface="微软雅黑" panose="020B0503020204020204" charset="-122"/>
                </a:rPr>
                <a:t>：</a:t>
              </a:r>
              <a:r>
                <a:rPr lang="en-US" altLang="zh-CN" sz="2300" dirty="0">
                  <a:solidFill>
                    <a:srgbClr val="0000FF"/>
                  </a:solidFill>
                  <a:latin typeface="微软雅黑" panose="020B0503020204020204" charset="-122"/>
                  <a:ea typeface="微软雅黑" panose="020B0503020204020204" charset="-122"/>
                  <a:cs typeface="微软雅黑" panose="020B0503020204020204" charset="-122"/>
                </a:rPr>
                <a:t>0000	c(1)</a:t>
              </a:r>
              <a:r>
                <a:rPr lang="zh-CN" altLang="en-US" sz="2300" dirty="0">
                  <a:solidFill>
                    <a:srgbClr val="0000FF"/>
                  </a:solidFill>
                  <a:latin typeface="微软雅黑" panose="020B0503020204020204" charset="-122"/>
                  <a:ea typeface="微软雅黑" panose="020B0503020204020204" charset="-122"/>
                  <a:cs typeface="微软雅黑" panose="020B0503020204020204" charset="-122"/>
                </a:rPr>
                <a:t>：</a:t>
              </a:r>
              <a:r>
                <a:rPr lang="en-US" altLang="zh-CN" sz="2300" dirty="0">
                  <a:solidFill>
                    <a:srgbClr val="0000FF"/>
                  </a:solidFill>
                  <a:latin typeface="微软雅黑" panose="020B0503020204020204" charset="-122"/>
                  <a:ea typeface="微软雅黑" panose="020B0503020204020204" charset="-122"/>
                  <a:cs typeface="微软雅黑" panose="020B0503020204020204" charset="-122"/>
                </a:rPr>
                <a:t>0001</a:t>
              </a:r>
            </a:p>
            <a:p>
              <a:r>
                <a:rPr lang="en-US" altLang="zh-CN" sz="2300" dirty="0">
                  <a:solidFill>
                    <a:srgbClr val="0000FF"/>
                  </a:solidFill>
                  <a:latin typeface="微软雅黑" panose="020B0503020204020204" charset="-122"/>
                  <a:ea typeface="微软雅黑" panose="020B0503020204020204" charset="-122"/>
                  <a:cs typeface="微软雅黑" panose="020B0503020204020204" charset="-122"/>
                </a:rPr>
                <a:t>e(3)</a:t>
              </a:r>
              <a:r>
                <a:rPr lang="zh-CN" altLang="en-US" sz="2300" dirty="0">
                  <a:solidFill>
                    <a:srgbClr val="0000FF"/>
                  </a:solidFill>
                  <a:latin typeface="微软雅黑" panose="020B0503020204020204" charset="-122"/>
                  <a:ea typeface="微软雅黑" panose="020B0503020204020204" charset="-122"/>
                  <a:cs typeface="微软雅黑" panose="020B0503020204020204" charset="-122"/>
                </a:rPr>
                <a:t>：</a:t>
              </a:r>
              <a:r>
                <a:rPr lang="en-US" altLang="zh-CN" sz="2300" dirty="0">
                  <a:solidFill>
                    <a:srgbClr val="0000FF"/>
                  </a:solidFill>
                  <a:latin typeface="微软雅黑" panose="020B0503020204020204" charset="-122"/>
                  <a:ea typeface="微软雅黑" panose="020B0503020204020204" charset="-122"/>
                  <a:cs typeface="微软雅黑" panose="020B0503020204020204" charset="-122"/>
                </a:rPr>
                <a:t>001	a(4)</a:t>
              </a:r>
              <a:r>
                <a:rPr lang="zh-CN" altLang="en-US" sz="2300" dirty="0">
                  <a:solidFill>
                    <a:srgbClr val="0000FF"/>
                  </a:solidFill>
                  <a:latin typeface="微软雅黑" panose="020B0503020204020204" charset="-122"/>
                  <a:ea typeface="微软雅黑" panose="020B0503020204020204" charset="-122"/>
                  <a:cs typeface="微软雅黑" panose="020B0503020204020204" charset="-122"/>
                </a:rPr>
                <a:t>：</a:t>
              </a:r>
              <a:r>
                <a:rPr lang="en-US" altLang="zh-CN" sz="2300" dirty="0">
                  <a:solidFill>
                    <a:srgbClr val="0000FF"/>
                  </a:solidFill>
                  <a:latin typeface="微软雅黑" panose="020B0503020204020204" charset="-122"/>
                  <a:ea typeface="微软雅黑" panose="020B0503020204020204" charset="-122"/>
                  <a:cs typeface="微软雅黑" panose="020B0503020204020204" charset="-122"/>
                </a:rPr>
                <a:t>01</a:t>
              </a:r>
            </a:p>
            <a:p>
              <a:r>
                <a:rPr lang="en-US" altLang="zh-CN" sz="2300" dirty="0">
                  <a:solidFill>
                    <a:srgbClr val="0000FF"/>
                  </a:solidFill>
                  <a:latin typeface="微软雅黑" panose="020B0503020204020204" charset="-122"/>
                  <a:ea typeface="微软雅黑" panose="020B0503020204020204" charset="-122"/>
                  <a:cs typeface="微软雅黑" panose="020B0503020204020204" charset="-122"/>
                </a:rPr>
                <a:t>d(7)</a:t>
              </a:r>
              <a:r>
                <a:rPr lang="zh-CN" altLang="en-US" sz="2300" dirty="0">
                  <a:solidFill>
                    <a:srgbClr val="0000FF"/>
                  </a:solidFill>
                  <a:latin typeface="微软雅黑" panose="020B0503020204020204" charset="-122"/>
                  <a:ea typeface="微软雅黑" panose="020B0503020204020204" charset="-122"/>
                  <a:cs typeface="微软雅黑" panose="020B0503020204020204" charset="-122"/>
                </a:rPr>
                <a:t>：</a:t>
              </a:r>
              <a:r>
                <a:rPr lang="en-US" altLang="zh-CN" sz="2300" dirty="0">
                  <a:solidFill>
                    <a:srgbClr val="0000FF"/>
                  </a:solidFill>
                  <a:latin typeface="微软雅黑" panose="020B0503020204020204" charset="-122"/>
                  <a:ea typeface="微软雅黑" panose="020B0503020204020204" charset="-122"/>
                  <a:cs typeface="微软雅黑" panose="020B0503020204020204" charset="-122"/>
                </a:rPr>
                <a:t>1</a:t>
              </a:r>
            </a:p>
            <a:p>
              <a:r>
                <a:rPr lang="en-US" altLang="zh-CN" sz="2300" dirty="0">
                  <a:solidFill>
                    <a:srgbClr val="0000FF"/>
                  </a:solidFill>
                  <a:latin typeface="微软雅黑" panose="020B0503020204020204" charset="-122"/>
                  <a:ea typeface="微软雅黑" panose="020B0503020204020204" charset="-122"/>
                  <a:cs typeface="微软雅黑" panose="020B0503020204020204" charset="-122"/>
                </a:rPr>
                <a:t>WPL=(2+1)*4+3*3+4*2+7*1=36</a:t>
              </a:r>
              <a:endParaRPr lang="zh-CN" altLang="en-US" sz="2300" dirty="0">
                <a:solidFill>
                  <a:srgbClr val="0000FF"/>
                </a:solidFill>
                <a:latin typeface="微软雅黑" panose="020B0503020204020204" charset="-122"/>
                <a:ea typeface="微软雅黑" panose="020B0503020204020204" charset="-122"/>
                <a:cs typeface="微软雅黑" panose="020B0503020204020204" charset="-122"/>
              </a:endParaRPr>
            </a:p>
          </p:txBody>
        </p:sp>
        <p:sp>
          <p:nvSpPr>
            <p:cNvPr id="51" name="左箭头 50"/>
            <p:cNvSpPr/>
            <p:nvPr/>
          </p:nvSpPr>
          <p:spPr>
            <a:xfrm>
              <a:off x="4256404" y="4500570"/>
              <a:ext cx="428628" cy="285752"/>
            </a:xfrm>
            <a:prstGeom prst="lef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sz="2300" b="1">
                <a:solidFill>
                  <a:prstClr val="white"/>
                </a:solidFill>
                <a:latin typeface="微软雅黑" panose="020B0503020204020204" charset="-122"/>
                <a:ea typeface="微软雅黑" panose="020B0503020204020204" charset="-122"/>
                <a:cs typeface="Consolas" panose="020B0609020204030204" pitchFamily="49" charset="0"/>
              </a:endParaRPr>
            </a:p>
          </p:txBody>
        </p:sp>
      </p:gr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childTnLst>
                                </p:cTn>
                              </p:par>
                            </p:childTnLst>
                          </p:cTn>
                        </p:par>
                        <p:par>
                          <p:cTn id="18" fill="hold">
                            <p:stCondLst>
                              <p:cond delay="0"/>
                            </p:stCondLst>
                            <p:childTnLst>
                              <p:par>
                                <p:cTn id="19" presetID="1" presetClass="entr" presetSubtype="0" fill="hold" grpId="0" nodeType="after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par>
                          <p:cTn id="25" fill="hold">
                            <p:stCondLst>
                              <p:cond delay="0"/>
                            </p:stCondLst>
                            <p:childTnLst>
                              <p:par>
                                <p:cTn id="26" presetID="1" presetClass="entr" presetSubtype="0" fill="hold" grpId="0" nodeType="afterEffect">
                                  <p:stCondLst>
                                    <p:cond delay="0"/>
                                  </p:stCondLst>
                                  <p:childTnLst>
                                    <p:set>
                                      <p:cBhvr>
                                        <p:cTn id="27" dur="1" fill="hold">
                                          <p:stCondLst>
                                            <p:cond delay="0"/>
                                          </p:stCondLst>
                                        </p:cTn>
                                        <p:tgtEl>
                                          <p:spTgt spid="11"/>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49"/>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Lst>
  </p:timing>
</p:sld>
</file>

<file path=ppt/slides/slide53.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30" name="TextBox 4">
            <a:extLst>
              <a:ext uri="{FF2B5EF4-FFF2-40B4-BE49-F238E27FC236}">
                <a16:creationId xmlns:a16="http://schemas.microsoft.com/office/drawing/2014/main" id="{153CB736-0DBB-2AE8-2A55-40393137A1FA}"/>
              </a:ext>
            </a:extLst>
          </p:cNvPr>
          <p:cNvSpPr txBox="1"/>
          <p:nvPr/>
        </p:nvSpPr>
        <p:spPr>
          <a:xfrm>
            <a:off x="1075788" y="1402155"/>
            <a:ext cx="2460036" cy="445135"/>
          </a:xfrm>
          <a:prstGeom prst="rect">
            <a:avLst/>
          </a:prstGeom>
          <a:noFill/>
        </p:spPr>
        <p:txBody>
          <a:bodyPr wrap="square" rtlCol="0">
            <a:spAutoFit/>
          </a:bodyPr>
          <a:lstStyle/>
          <a:p>
            <a:r>
              <a:rPr lang="en-US" altLang="zh-CN" sz="2300" dirty="0">
                <a:solidFill>
                  <a:schemeClr val="tx1"/>
                </a:solidFill>
                <a:latin typeface="微软雅黑" panose="020B0503020204020204" charset="-122"/>
                <a:ea typeface="微软雅黑" panose="020B0503020204020204" charset="-122"/>
                <a:cs typeface="微软雅黑" panose="020B0503020204020204" charset="-122"/>
              </a:rPr>
              <a:t>{4</a:t>
            </a:r>
            <a:r>
              <a:rPr lang="zh-CN" altLang="en-US" sz="2300" dirty="0">
                <a:solidFill>
                  <a:schemeClr val="tx1"/>
                </a:solidFill>
                <a:latin typeface="微软雅黑" panose="020B0503020204020204" charset="-122"/>
                <a:ea typeface="微软雅黑" panose="020B0503020204020204" charset="-122"/>
                <a:cs typeface="微软雅黑" panose="020B0503020204020204" charset="-122"/>
              </a:rPr>
              <a:t>，</a:t>
            </a:r>
            <a:r>
              <a:rPr lang="en-US" altLang="zh-CN" sz="2300" dirty="0">
                <a:solidFill>
                  <a:srgbClr val="FF0000"/>
                </a:solidFill>
                <a:latin typeface="微软雅黑" panose="020B0503020204020204" charset="-122"/>
                <a:ea typeface="微软雅黑" panose="020B0503020204020204" charset="-122"/>
                <a:cs typeface="微软雅黑" panose="020B0503020204020204" charset="-122"/>
              </a:rPr>
              <a:t>2</a:t>
            </a:r>
            <a:r>
              <a:rPr lang="zh-CN" altLang="en-US" sz="2300" dirty="0">
                <a:solidFill>
                  <a:schemeClr val="tx1"/>
                </a:solidFill>
                <a:latin typeface="微软雅黑" panose="020B0503020204020204" charset="-122"/>
                <a:ea typeface="微软雅黑" panose="020B0503020204020204" charset="-122"/>
                <a:cs typeface="微软雅黑" panose="020B0503020204020204" charset="-122"/>
              </a:rPr>
              <a:t>，</a:t>
            </a:r>
            <a:r>
              <a:rPr lang="en-US" altLang="zh-CN" sz="2300" dirty="0">
                <a:solidFill>
                  <a:srgbClr val="FF0000"/>
                </a:solidFill>
                <a:latin typeface="微软雅黑" panose="020B0503020204020204" charset="-122"/>
                <a:ea typeface="微软雅黑" panose="020B0503020204020204" charset="-122"/>
                <a:cs typeface="微软雅黑" panose="020B0503020204020204" charset="-122"/>
              </a:rPr>
              <a:t>1</a:t>
            </a:r>
            <a:r>
              <a:rPr lang="zh-CN" altLang="en-US" sz="2300" dirty="0">
                <a:solidFill>
                  <a:schemeClr val="tx1"/>
                </a:solidFill>
                <a:latin typeface="微软雅黑" panose="020B0503020204020204" charset="-122"/>
                <a:ea typeface="微软雅黑" panose="020B0503020204020204" charset="-122"/>
                <a:cs typeface="微软雅黑" panose="020B0503020204020204" charset="-122"/>
              </a:rPr>
              <a:t>，</a:t>
            </a:r>
            <a:r>
              <a:rPr lang="en-US" altLang="zh-CN" sz="2300" dirty="0">
                <a:solidFill>
                  <a:schemeClr val="tx1"/>
                </a:solidFill>
                <a:latin typeface="微软雅黑" panose="020B0503020204020204" charset="-122"/>
                <a:ea typeface="微软雅黑" panose="020B0503020204020204" charset="-122"/>
                <a:cs typeface="微软雅黑" panose="020B0503020204020204" charset="-122"/>
              </a:rPr>
              <a:t>7</a:t>
            </a:r>
            <a:r>
              <a:rPr lang="zh-CN" altLang="en-US" sz="2300" dirty="0">
                <a:solidFill>
                  <a:schemeClr val="tx1"/>
                </a:solidFill>
                <a:latin typeface="微软雅黑" panose="020B0503020204020204" charset="-122"/>
                <a:ea typeface="微软雅黑" panose="020B0503020204020204" charset="-122"/>
                <a:cs typeface="微软雅黑" panose="020B0503020204020204" charset="-122"/>
              </a:rPr>
              <a:t>，</a:t>
            </a:r>
            <a:r>
              <a:rPr lang="en-US" altLang="zh-CN" sz="2300" dirty="0">
                <a:solidFill>
                  <a:schemeClr val="tx1"/>
                </a:solidFill>
                <a:latin typeface="微软雅黑" panose="020B0503020204020204" charset="-122"/>
                <a:ea typeface="微软雅黑" panose="020B0503020204020204" charset="-122"/>
                <a:cs typeface="微软雅黑" panose="020B0503020204020204" charset="-122"/>
              </a:rPr>
              <a:t>3}</a:t>
            </a:r>
          </a:p>
        </p:txBody>
      </p:sp>
      <p:grpSp>
        <p:nvGrpSpPr>
          <p:cNvPr id="36" name="组合 35">
            <a:extLst>
              <a:ext uri="{FF2B5EF4-FFF2-40B4-BE49-F238E27FC236}">
                <a16:creationId xmlns:a16="http://schemas.microsoft.com/office/drawing/2014/main" id="{FAF0E6D8-4840-175B-A6F9-F663C01F949B}"/>
              </a:ext>
            </a:extLst>
          </p:cNvPr>
          <p:cNvGrpSpPr/>
          <p:nvPr/>
        </p:nvGrpSpPr>
        <p:grpSpPr>
          <a:xfrm>
            <a:off x="5843535" y="1561540"/>
            <a:ext cx="3464297" cy="3989141"/>
            <a:chOff x="5144288" y="142875"/>
            <a:chExt cx="3464297" cy="3989141"/>
          </a:xfrm>
        </p:grpSpPr>
        <p:grpSp>
          <p:nvGrpSpPr>
            <p:cNvPr id="4" name="组合 3">
              <a:extLst>
                <a:ext uri="{FF2B5EF4-FFF2-40B4-BE49-F238E27FC236}">
                  <a16:creationId xmlns:a16="http://schemas.microsoft.com/office/drawing/2014/main" id="{C0785EA5-711C-E213-DB91-5B361EB08A9F}"/>
                </a:ext>
              </a:extLst>
            </p:cNvPr>
            <p:cNvGrpSpPr/>
            <p:nvPr/>
          </p:nvGrpSpPr>
          <p:grpSpPr>
            <a:xfrm>
              <a:off x="5144288" y="142875"/>
              <a:ext cx="3442970" cy="3286125"/>
              <a:chOff x="4786314" y="2428868"/>
              <a:chExt cx="3357586" cy="3286148"/>
            </a:xfrm>
          </p:grpSpPr>
          <p:sp>
            <p:nvSpPr>
              <p:cNvPr id="5" name="椭圆 4">
                <a:extLst>
                  <a:ext uri="{FF2B5EF4-FFF2-40B4-BE49-F238E27FC236}">
                    <a16:creationId xmlns:a16="http://schemas.microsoft.com/office/drawing/2014/main" id="{81FA456D-C96A-18BD-372E-A7DACC5363C7}"/>
                  </a:ext>
                </a:extLst>
              </p:cNvPr>
              <p:cNvSpPr/>
              <p:nvPr/>
            </p:nvSpPr>
            <p:spPr>
              <a:xfrm>
                <a:off x="4786314" y="5214950"/>
                <a:ext cx="428628" cy="500066"/>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bodyPr>
              <a:lstStyle/>
              <a:p>
                <a:pPr algn="ctr"/>
                <a:r>
                  <a:rPr lang="en-US" altLang="zh-CN" sz="2300" b="1">
                    <a:ln w="22225">
                      <a:solidFill>
                        <a:schemeClr val="accent2"/>
                      </a:solidFill>
                      <a:prstDash val="solid"/>
                    </a:ln>
                    <a:solidFill>
                      <a:schemeClr val="accent2">
                        <a:lumMod val="40000"/>
                        <a:lumOff val="60000"/>
                      </a:schemeClr>
                    </a:solidFill>
                    <a:effectLst/>
                    <a:latin typeface="微软雅黑" panose="020B0503020204020204" charset="-122"/>
                    <a:ea typeface="微软雅黑" panose="020B0503020204020204" charset="-122"/>
                    <a:cs typeface="Consolas" panose="020B0609020204030204" pitchFamily="49" charset="0"/>
                  </a:rPr>
                  <a:t>2</a:t>
                </a:r>
              </a:p>
            </p:txBody>
          </p:sp>
          <p:sp>
            <p:nvSpPr>
              <p:cNvPr id="6" name="椭圆 5">
                <a:extLst>
                  <a:ext uri="{FF2B5EF4-FFF2-40B4-BE49-F238E27FC236}">
                    <a16:creationId xmlns:a16="http://schemas.microsoft.com/office/drawing/2014/main" id="{17E8DD87-E35E-4EEF-A11C-7A3673F416BB}"/>
                  </a:ext>
                </a:extLst>
              </p:cNvPr>
              <p:cNvSpPr/>
              <p:nvPr/>
            </p:nvSpPr>
            <p:spPr>
              <a:xfrm>
                <a:off x="5715008" y="5214950"/>
                <a:ext cx="428628" cy="500066"/>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bodyPr>
              <a:lstStyle/>
              <a:p>
                <a:pPr algn="ctr"/>
                <a:r>
                  <a:rPr lang="en-US" altLang="zh-CN" sz="2300" b="1">
                    <a:ln w="22225">
                      <a:solidFill>
                        <a:schemeClr val="accent2"/>
                      </a:solidFill>
                      <a:prstDash val="solid"/>
                    </a:ln>
                    <a:solidFill>
                      <a:schemeClr val="accent2">
                        <a:lumMod val="40000"/>
                        <a:lumOff val="60000"/>
                      </a:schemeClr>
                    </a:solidFill>
                    <a:effectLst/>
                    <a:latin typeface="微软雅黑" panose="020B0503020204020204" charset="-122"/>
                    <a:ea typeface="微软雅黑" panose="020B0503020204020204" charset="-122"/>
                    <a:cs typeface="Consolas" panose="020B0609020204030204" pitchFamily="49" charset="0"/>
                  </a:rPr>
                  <a:t>1</a:t>
                </a:r>
              </a:p>
            </p:txBody>
          </p:sp>
          <p:sp>
            <p:nvSpPr>
              <p:cNvPr id="7" name="椭圆 6">
                <a:extLst>
                  <a:ext uri="{FF2B5EF4-FFF2-40B4-BE49-F238E27FC236}">
                    <a16:creationId xmlns:a16="http://schemas.microsoft.com/office/drawing/2014/main" id="{7091CA86-5DD0-6EA1-178D-1DA8D40CFF10}"/>
                  </a:ext>
                </a:extLst>
              </p:cNvPr>
              <p:cNvSpPr/>
              <p:nvPr/>
            </p:nvSpPr>
            <p:spPr>
              <a:xfrm>
                <a:off x="5286380" y="4500570"/>
                <a:ext cx="428628" cy="500066"/>
              </a:xfrm>
              <a:prstGeom prst="ellipse">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300" b="1">
                    <a:solidFill>
                      <a:schemeClr val="tx1"/>
                    </a:solidFill>
                    <a:latin typeface="微软雅黑" panose="020B0503020204020204" charset="-122"/>
                    <a:ea typeface="微软雅黑" panose="020B0503020204020204" charset="-122"/>
                    <a:cs typeface="Consolas" panose="020B0609020204030204" pitchFamily="49" charset="0"/>
                  </a:rPr>
                  <a:t>3</a:t>
                </a:r>
              </a:p>
            </p:txBody>
          </p:sp>
          <p:cxnSp>
            <p:nvCxnSpPr>
              <p:cNvPr id="8" name="直接连接符 7">
                <a:extLst>
                  <a:ext uri="{FF2B5EF4-FFF2-40B4-BE49-F238E27FC236}">
                    <a16:creationId xmlns:a16="http://schemas.microsoft.com/office/drawing/2014/main" id="{5C8508D7-AA4C-1C67-DF16-5B4D97116F32}"/>
                  </a:ext>
                </a:extLst>
              </p:cNvPr>
              <p:cNvCxnSpPr>
                <a:stCxn id="7" idx="3"/>
                <a:endCxn id="5" idx="7"/>
              </p:cNvCxnSpPr>
              <p:nvPr/>
            </p:nvCxnSpPr>
            <p:spPr>
              <a:xfrm rot="5400000">
                <a:off x="5070271" y="5009303"/>
                <a:ext cx="360780" cy="196980"/>
              </a:xfrm>
              <a:prstGeom prst="line">
                <a:avLst/>
              </a:prstGeom>
            </p:spPr>
            <p:style>
              <a:lnRef idx="2">
                <a:schemeClr val="dk1"/>
              </a:lnRef>
              <a:fillRef idx="0">
                <a:schemeClr val="dk1"/>
              </a:fillRef>
              <a:effectRef idx="1">
                <a:schemeClr val="dk1"/>
              </a:effectRef>
              <a:fontRef idx="minor">
                <a:schemeClr val="tx1"/>
              </a:fontRef>
            </p:style>
          </p:cxnSp>
          <p:cxnSp>
            <p:nvCxnSpPr>
              <p:cNvPr id="9" name="直接连接符 8">
                <a:extLst>
                  <a:ext uri="{FF2B5EF4-FFF2-40B4-BE49-F238E27FC236}">
                    <a16:creationId xmlns:a16="http://schemas.microsoft.com/office/drawing/2014/main" id="{F2328163-CDF2-E1E4-B545-79CC03B61958}"/>
                  </a:ext>
                </a:extLst>
              </p:cNvPr>
              <p:cNvCxnSpPr>
                <a:stCxn id="7" idx="5"/>
                <a:endCxn id="6" idx="1"/>
              </p:cNvCxnSpPr>
              <p:nvPr/>
            </p:nvCxnSpPr>
            <p:spPr>
              <a:xfrm rot="16200000" flipH="1">
                <a:off x="5534618" y="5045022"/>
                <a:ext cx="360780" cy="125542"/>
              </a:xfrm>
              <a:prstGeom prst="line">
                <a:avLst/>
              </a:prstGeom>
            </p:spPr>
            <p:style>
              <a:lnRef idx="2">
                <a:schemeClr val="dk1"/>
              </a:lnRef>
              <a:fillRef idx="0">
                <a:schemeClr val="dk1"/>
              </a:fillRef>
              <a:effectRef idx="1">
                <a:schemeClr val="dk1"/>
              </a:effectRef>
              <a:fontRef idx="minor">
                <a:schemeClr val="tx1"/>
              </a:fontRef>
            </p:style>
          </p:cxnSp>
          <p:sp>
            <p:nvSpPr>
              <p:cNvPr id="10" name="椭圆 9">
                <a:extLst>
                  <a:ext uri="{FF2B5EF4-FFF2-40B4-BE49-F238E27FC236}">
                    <a16:creationId xmlns:a16="http://schemas.microsoft.com/office/drawing/2014/main" id="{CECB4EEC-D378-34E9-915E-EFD5096AB35F}"/>
                  </a:ext>
                </a:extLst>
              </p:cNvPr>
              <p:cNvSpPr/>
              <p:nvPr/>
            </p:nvSpPr>
            <p:spPr>
              <a:xfrm>
                <a:off x="6286512" y="4500570"/>
                <a:ext cx="428628" cy="500066"/>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bodyPr>
              <a:lstStyle/>
              <a:p>
                <a:pPr algn="ctr"/>
                <a:r>
                  <a:rPr lang="en-US" altLang="zh-CN" sz="2300" b="1">
                    <a:ln w="22225">
                      <a:solidFill>
                        <a:schemeClr val="accent2"/>
                      </a:solidFill>
                      <a:prstDash val="solid"/>
                    </a:ln>
                    <a:solidFill>
                      <a:schemeClr val="accent2">
                        <a:lumMod val="40000"/>
                        <a:lumOff val="60000"/>
                      </a:schemeClr>
                    </a:solidFill>
                    <a:effectLst/>
                    <a:latin typeface="微软雅黑" panose="020B0503020204020204" charset="-122"/>
                    <a:ea typeface="微软雅黑" panose="020B0503020204020204" charset="-122"/>
                    <a:cs typeface="Consolas" panose="020B0609020204030204" pitchFamily="49" charset="0"/>
                  </a:rPr>
                  <a:t>3</a:t>
                </a:r>
              </a:p>
            </p:txBody>
          </p:sp>
          <p:sp>
            <p:nvSpPr>
              <p:cNvPr id="11" name="椭圆 10">
                <a:extLst>
                  <a:ext uri="{FF2B5EF4-FFF2-40B4-BE49-F238E27FC236}">
                    <a16:creationId xmlns:a16="http://schemas.microsoft.com/office/drawing/2014/main" id="{EBA7A01E-037A-8FB8-F332-B44FDFCE1790}"/>
                  </a:ext>
                </a:extLst>
              </p:cNvPr>
              <p:cNvSpPr/>
              <p:nvPr/>
            </p:nvSpPr>
            <p:spPr>
              <a:xfrm>
                <a:off x="5786446" y="3786190"/>
                <a:ext cx="428628" cy="500066"/>
              </a:xfrm>
              <a:prstGeom prst="ellipse">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300" b="1">
                    <a:solidFill>
                      <a:schemeClr val="tx1"/>
                    </a:solidFill>
                    <a:latin typeface="微软雅黑" panose="020B0503020204020204" charset="-122"/>
                    <a:ea typeface="微软雅黑" panose="020B0503020204020204" charset="-122"/>
                    <a:cs typeface="Consolas" panose="020B0609020204030204" pitchFamily="49" charset="0"/>
                  </a:rPr>
                  <a:t>6</a:t>
                </a:r>
              </a:p>
            </p:txBody>
          </p:sp>
          <p:cxnSp>
            <p:nvCxnSpPr>
              <p:cNvPr id="12" name="直接连接符 11">
                <a:extLst>
                  <a:ext uri="{FF2B5EF4-FFF2-40B4-BE49-F238E27FC236}">
                    <a16:creationId xmlns:a16="http://schemas.microsoft.com/office/drawing/2014/main" id="{FD8654F8-34BE-FC99-86FA-EA9FD93673A5}"/>
                  </a:ext>
                </a:extLst>
              </p:cNvPr>
              <p:cNvCxnSpPr>
                <a:stCxn id="11" idx="3"/>
                <a:endCxn id="7" idx="7"/>
              </p:cNvCxnSpPr>
              <p:nvPr/>
            </p:nvCxnSpPr>
            <p:spPr>
              <a:xfrm rot="5400000">
                <a:off x="5570337" y="4294923"/>
                <a:ext cx="360780" cy="196980"/>
              </a:xfrm>
              <a:prstGeom prst="line">
                <a:avLst/>
              </a:prstGeom>
            </p:spPr>
            <p:style>
              <a:lnRef idx="2">
                <a:schemeClr val="dk1"/>
              </a:lnRef>
              <a:fillRef idx="0">
                <a:schemeClr val="dk1"/>
              </a:fillRef>
              <a:effectRef idx="1">
                <a:schemeClr val="dk1"/>
              </a:effectRef>
              <a:fontRef idx="minor">
                <a:schemeClr val="tx1"/>
              </a:fontRef>
            </p:style>
          </p:cxnSp>
          <p:cxnSp>
            <p:nvCxnSpPr>
              <p:cNvPr id="13" name="直接连接符 12">
                <a:extLst>
                  <a:ext uri="{FF2B5EF4-FFF2-40B4-BE49-F238E27FC236}">
                    <a16:creationId xmlns:a16="http://schemas.microsoft.com/office/drawing/2014/main" id="{964F5A8D-1299-B63E-1CEA-3B1887CFD12A}"/>
                  </a:ext>
                </a:extLst>
              </p:cNvPr>
              <p:cNvCxnSpPr>
                <a:stCxn id="11" idx="5"/>
                <a:endCxn id="10" idx="1"/>
              </p:cNvCxnSpPr>
              <p:nvPr/>
            </p:nvCxnSpPr>
            <p:spPr>
              <a:xfrm rot="16200000" flipH="1">
                <a:off x="6070403" y="4294923"/>
                <a:ext cx="360780" cy="196980"/>
              </a:xfrm>
              <a:prstGeom prst="line">
                <a:avLst/>
              </a:prstGeom>
            </p:spPr>
            <p:style>
              <a:lnRef idx="2">
                <a:schemeClr val="dk1"/>
              </a:lnRef>
              <a:fillRef idx="0">
                <a:schemeClr val="dk1"/>
              </a:fillRef>
              <a:effectRef idx="1">
                <a:schemeClr val="dk1"/>
              </a:effectRef>
              <a:fontRef idx="minor">
                <a:schemeClr val="tx1"/>
              </a:fontRef>
            </p:style>
          </p:cxnSp>
          <p:sp>
            <p:nvSpPr>
              <p:cNvPr id="14" name="椭圆 13">
                <a:extLst>
                  <a:ext uri="{FF2B5EF4-FFF2-40B4-BE49-F238E27FC236}">
                    <a16:creationId xmlns:a16="http://schemas.microsoft.com/office/drawing/2014/main" id="{06A81F7F-3F40-9288-CA96-93A9891CEEEB}"/>
                  </a:ext>
                </a:extLst>
              </p:cNvPr>
              <p:cNvSpPr/>
              <p:nvPr/>
            </p:nvSpPr>
            <p:spPr>
              <a:xfrm>
                <a:off x="6786578" y="3786190"/>
                <a:ext cx="428628" cy="500066"/>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bodyPr>
              <a:lstStyle/>
              <a:p>
                <a:pPr algn="ctr"/>
                <a:r>
                  <a:rPr lang="en-US" altLang="zh-CN" sz="2300" b="1">
                    <a:ln w="22225">
                      <a:solidFill>
                        <a:schemeClr val="accent2"/>
                      </a:solidFill>
                      <a:prstDash val="solid"/>
                    </a:ln>
                    <a:solidFill>
                      <a:schemeClr val="accent2">
                        <a:lumMod val="40000"/>
                        <a:lumOff val="60000"/>
                      </a:schemeClr>
                    </a:solidFill>
                    <a:effectLst/>
                    <a:latin typeface="微软雅黑" panose="020B0503020204020204" charset="-122"/>
                    <a:ea typeface="微软雅黑" panose="020B0503020204020204" charset="-122"/>
                    <a:cs typeface="Consolas" panose="020B0609020204030204" pitchFamily="49" charset="0"/>
                  </a:rPr>
                  <a:t>4</a:t>
                </a:r>
              </a:p>
            </p:txBody>
          </p:sp>
          <p:sp>
            <p:nvSpPr>
              <p:cNvPr id="15" name="椭圆 14">
                <a:extLst>
                  <a:ext uri="{FF2B5EF4-FFF2-40B4-BE49-F238E27FC236}">
                    <a16:creationId xmlns:a16="http://schemas.microsoft.com/office/drawing/2014/main" id="{5BB22CCE-1CD6-2626-F018-283AB1FBD469}"/>
                  </a:ext>
                </a:extLst>
              </p:cNvPr>
              <p:cNvSpPr/>
              <p:nvPr/>
            </p:nvSpPr>
            <p:spPr>
              <a:xfrm>
                <a:off x="6209975" y="3072128"/>
                <a:ext cx="505310" cy="500384"/>
              </a:xfrm>
              <a:prstGeom prst="ellipse">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300" b="1">
                    <a:solidFill>
                      <a:schemeClr val="tx1"/>
                    </a:solidFill>
                    <a:latin typeface="微软雅黑" panose="020B0503020204020204" charset="-122"/>
                    <a:ea typeface="微软雅黑" panose="020B0503020204020204" charset="-122"/>
                    <a:cs typeface="Consolas" panose="020B0609020204030204" pitchFamily="49" charset="0"/>
                  </a:rPr>
                  <a:t>10</a:t>
                </a:r>
              </a:p>
            </p:txBody>
          </p:sp>
          <p:sp>
            <p:nvSpPr>
              <p:cNvPr id="16" name="椭圆 15">
                <a:extLst>
                  <a:ext uri="{FF2B5EF4-FFF2-40B4-BE49-F238E27FC236}">
                    <a16:creationId xmlns:a16="http://schemas.microsoft.com/office/drawing/2014/main" id="{DDB13959-450D-37C3-9E78-D23A452750C1}"/>
                  </a:ext>
                </a:extLst>
              </p:cNvPr>
              <p:cNvSpPr/>
              <p:nvPr/>
            </p:nvSpPr>
            <p:spPr>
              <a:xfrm>
                <a:off x="6849043" y="2428868"/>
                <a:ext cx="561662" cy="500384"/>
              </a:xfrm>
              <a:prstGeom prst="ellipse">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300" b="1">
                    <a:solidFill>
                      <a:schemeClr val="tx1"/>
                    </a:solidFill>
                    <a:latin typeface="微软雅黑" panose="020B0503020204020204" charset="-122"/>
                    <a:ea typeface="微软雅黑" panose="020B0503020204020204" charset="-122"/>
                    <a:cs typeface="Consolas" panose="020B0609020204030204" pitchFamily="49" charset="0"/>
                  </a:rPr>
                  <a:t>17</a:t>
                </a:r>
              </a:p>
            </p:txBody>
          </p:sp>
          <p:sp>
            <p:nvSpPr>
              <p:cNvPr id="17" name="椭圆 16">
                <a:extLst>
                  <a:ext uri="{FF2B5EF4-FFF2-40B4-BE49-F238E27FC236}">
                    <a16:creationId xmlns:a16="http://schemas.microsoft.com/office/drawing/2014/main" id="{8596FD32-14E3-B17C-6655-72BB936E9827}"/>
                  </a:ext>
                </a:extLst>
              </p:cNvPr>
              <p:cNvSpPr/>
              <p:nvPr/>
            </p:nvSpPr>
            <p:spPr>
              <a:xfrm>
                <a:off x="7715272" y="3000372"/>
                <a:ext cx="428628" cy="500066"/>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scene3d>
                  <a:camera prst="orthographicFront"/>
                  <a:lightRig rig="threePt" dir="t"/>
                </a:scene3d>
              </a:bodyPr>
              <a:lstStyle/>
              <a:p>
                <a:pPr algn="ctr"/>
                <a:r>
                  <a:rPr lang="en-US" altLang="zh-CN" sz="2300" b="1">
                    <a:ln w="22225">
                      <a:solidFill>
                        <a:schemeClr val="accent2"/>
                      </a:solidFill>
                      <a:prstDash val="solid"/>
                    </a:ln>
                    <a:solidFill>
                      <a:schemeClr val="accent2">
                        <a:lumMod val="40000"/>
                        <a:lumOff val="60000"/>
                      </a:schemeClr>
                    </a:solidFill>
                    <a:effectLst/>
                    <a:latin typeface="微软雅黑" panose="020B0503020204020204" charset="-122"/>
                    <a:ea typeface="微软雅黑" panose="020B0503020204020204" charset="-122"/>
                    <a:cs typeface="Consolas" panose="020B0609020204030204" pitchFamily="49" charset="0"/>
                  </a:rPr>
                  <a:t>7</a:t>
                </a:r>
              </a:p>
            </p:txBody>
          </p:sp>
          <p:cxnSp>
            <p:nvCxnSpPr>
              <p:cNvPr id="18" name="直接连接符 17">
                <a:extLst>
                  <a:ext uri="{FF2B5EF4-FFF2-40B4-BE49-F238E27FC236}">
                    <a16:creationId xmlns:a16="http://schemas.microsoft.com/office/drawing/2014/main" id="{722DB9F4-63BD-0ECC-4CF6-EF72A65BC386}"/>
                  </a:ext>
                </a:extLst>
              </p:cNvPr>
              <p:cNvCxnSpPr>
                <a:stCxn id="16" idx="3"/>
                <a:endCxn id="15" idx="7"/>
              </p:cNvCxnSpPr>
              <p:nvPr/>
            </p:nvCxnSpPr>
            <p:spPr>
              <a:xfrm flipH="1">
                <a:off x="6641110" y="2856336"/>
                <a:ext cx="290429" cy="288927"/>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直接连接符 18">
                <a:extLst>
                  <a:ext uri="{FF2B5EF4-FFF2-40B4-BE49-F238E27FC236}">
                    <a16:creationId xmlns:a16="http://schemas.microsoft.com/office/drawing/2014/main" id="{B924E119-38F5-F3A7-6368-BA6CD13FD184}"/>
                  </a:ext>
                </a:extLst>
              </p:cNvPr>
              <p:cNvCxnSpPr>
                <a:stCxn id="16" idx="5"/>
                <a:endCxn id="17" idx="1"/>
              </p:cNvCxnSpPr>
              <p:nvPr/>
            </p:nvCxnSpPr>
            <p:spPr>
              <a:xfrm>
                <a:off x="7328131" y="2856336"/>
                <a:ext cx="449577" cy="217172"/>
              </a:xfrm>
              <a:prstGeom prst="line">
                <a:avLst/>
              </a:prstGeom>
            </p:spPr>
            <p:style>
              <a:lnRef idx="2">
                <a:schemeClr val="accent1"/>
              </a:lnRef>
              <a:fillRef idx="0">
                <a:schemeClr val="accent1"/>
              </a:fillRef>
              <a:effectRef idx="1">
                <a:schemeClr val="accent1"/>
              </a:effectRef>
              <a:fontRef idx="minor">
                <a:schemeClr val="tx1"/>
              </a:fontRef>
            </p:style>
          </p:cxnSp>
          <p:cxnSp>
            <p:nvCxnSpPr>
              <p:cNvPr id="20" name="直接连接符 19">
                <a:extLst>
                  <a:ext uri="{FF2B5EF4-FFF2-40B4-BE49-F238E27FC236}">
                    <a16:creationId xmlns:a16="http://schemas.microsoft.com/office/drawing/2014/main" id="{C642BFF0-9F63-9908-C768-3118B7F668E4}"/>
                  </a:ext>
                </a:extLst>
              </p:cNvPr>
              <p:cNvCxnSpPr>
                <a:stCxn id="15" idx="3"/>
                <a:endCxn id="11" idx="7"/>
              </p:cNvCxnSpPr>
              <p:nvPr/>
            </p:nvCxnSpPr>
            <p:spPr>
              <a:xfrm flipH="1">
                <a:off x="6152361" y="3499278"/>
                <a:ext cx="131901" cy="360048"/>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直接连接符 20">
                <a:extLst>
                  <a:ext uri="{FF2B5EF4-FFF2-40B4-BE49-F238E27FC236}">
                    <a16:creationId xmlns:a16="http://schemas.microsoft.com/office/drawing/2014/main" id="{5B0DFE2E-C77A-14F5-4BC5-A06111BBC552}"/>
                  </a:ext>
                </a:extLst>
              </p:cNvPr>
              <p:cNvCxnSpPr>
                <a:stCxn id="15" idx="5"/>
                <a:endCxn id="14" idx="1"/>
              </p:cNvCxnSpPr>
              <p:nvPr/>
            </p:nvCxnSpPr>
            <p:spPr>
              <a:xfrm>
                <a:off x="6641222" y="3499278"/>
                <a:ext cx="208069" cy="360048"/>
              </a:xfrm>
              <a:prstGeom prst="line">
                <a:avLst/>
              </a:prstGeom>
            </p:spPr>
            <p:style>
              <a:lnRef idx="2">
                <a:schemeClr val="accent1"/>
              </a:lnRef>
              <a:fillRef idx="0">
                <a:schemeClr val="accent1"/>
              </a:fillRef>
              <a:effectRef idx="1">
                <a:schemeClr val="accent1"/>
              </a:effectRef>
              <a:fontRef idx="minor">
                <a:schemeClr val="tx1"/>
              </a:fontRef>
            </p:style>
          </p:cxnSp>
          <p:sp>
            <p:nvSpPr>
              <p:cNvPr id="22" name="TextBox 40">
                <a:extLst>
                  <a:ext uri="{FF2B5EF4-FFF2-40B4-BE49-F238E27FC236}">
                    <a16:creationId xmlns:a16="http://schemas.microsoft.com/office/drawing/2014/main" id="{7DABDF66-3ABE-980A-D441-E26A671A592D}"/>
                  </a:ext>
                </a:extLst>
              </p:cNvPr>
              <p:cNvSpPr txBox="1"/>
              <p:nvPr/>
            </p:nvSpPr>
            <p:spPr>
              <a:xfrm>
                <a:off x="6620397" y="2736210"/>
                <a:ext cx="142876" cy="353697"/>
              </a:xfrm>
              <a:prstGeom prst="rect">
                <a:avLst/>
              </a:prstGeom>
              <a:noFill/>
            </p:spPr>
            <p:txBody>
              <a:bodyPr wrap="square" lIns="0" tIns="0" rIns="0" bIns="0" rtlCol="0">
                <a:spAutoFit/>
              </a:bodyPr>
              <a:lstStyle/>
              <a:p>
                <a:r>
                  <a:rPr lang="en-US" altLang="zh-CN" sz="2300" b="1">
                    <a:solidFill>
                      <a:schemeClr val="tx1"/>
                    </a:solidFill>
                    <a:latin typeface="微软雅黑" panose="020B0503020204020204" charset="-122"/>
                    <a:ea typeface="微软雅黑" panose="020B0503020204020204" charset="-122"/>
                    <a:cs typeface="Consolas" panose="020B0609020204030204" pitchFamily="49" charset="0"/>
                  </a:rPr>
                  <a:t>0</a:t>
                </a:r>
              </a:p>
            </p:txBody>
          </p:sp>
          <p:sp>
            <p:nvSpPr>
              <p:cNvPr id="23" name="TextBox 41">
                <a:extLst>
                  <a:ext uri="{FF2B5EF4-FFF2-40B4-BE49-F238E27FC236}">
                    <a16:creationId xmlns:a16="http://schemas.microsoft.com/office/drawing/2014/main" id="{040008E8-CB87-25B4-2131-FC475952BA57}"/>
                  </a:ext>
                </a:extLst>
              </p:cNvPr>
              <p:cNvSpPr txBox="1"/>
              <p:nvPr/>
            </p:nvSpPr>
            <p:spPr>
              <a:xfrm>
                <a:off x="7572396" y="2714620"/>
                <a:ext cx="142876" cy="353697"/>
              </a:xfrm>
              <a:prstGeom prst="rect">
                <a:avLst/>
              </a:prstGeom>
              <a:noFill/>
            </p:spPr>
            <p:txBody>
              <a:bodyPr wrap="square" lIns="0" tIns="0" rIns="0" bIns="0" rtlCol="0">
                <a:spAutoFit/>
              </a:bodyPr>
              <a:lstStyle/>
              <a:p>
                <a:r>
                  <a:rPr lang="en-US" altLang="zh-CN" sz="2300" b="1">
                    <a:solidFill>
                      <a:schemeClr val="tx1"/>
                    </a:solidFill>
                    <a:latin typeface="微软雅黑" panose="020B0503020204020204" charset="-122"/>
                    <a:ea typeface="微软雅黑" panose="020B0503020204020204" charset="-122"/>
                    <a:cs typeface="Consolas" panose="020B0609020204030204" pitchFamily="49" charset="0"/>
                  </a:rPr>
                  <a:t>1</a:t>
                </a:r>
              </a:p>
            </p:txBody>
          </p:sp>
          <p:sp>
            <p:nvSpPr>
              <p:cNvPr id="24" name="TextBox 42">
                <a:extLst>
                  <a:ext uri="{FF2B5EF4-FFF2-40B4-BE49-F238E27FC236}">
                    <a16:creationId xmlns:a16="http://schemas.microsoft.com/office/drawing/2014/main" id="{B241913B-0D1D-937F-0586-5D21D8297A3D}"/>
                  </a:ext>
                </a:extLst>
              </p:cNvPr>
              <p:cNvSpPr txBox="1"/>
              <p:nvPr/>
            </p:nvSpPr>
            <p:spPr>
              <a:xfrm>
                <a:off x="6072198" y="3462860"/>
                <a:ext cx="142876" cy="353697"/>
              </a:xfrm>
              <a:prstGeom prst="rect">
                <a:avLst/>
              </a:prstGeom>
              <a:noFill/>
            </p:spPr>
            <p:txBody>
              <a:bodyPr wrap="square" lIns="0" tIns="0" rIns="0" bIns="0" rtlCol="0">
                <a:spAutoFit/>
              </a:bodyPr>
              <a:lstStyle/>
              <a:p>
                <a:r>
                  <a:rPr lang="en-US" altLang="zh-CN" sz="2300" b="1">
                    <a:solidFill>
                      <a:schemeClr val="tx1"/>
                    </a:solidFill>
                    <a:latin typeface="微软雅黑" panose="020B0503020204020204" charset="-122"/>
                    <a:ea typeface="微软雅黑" panose="020B0503020204020204" charset="-122"/>
                    <a:cs typeface="Consolas" panose="020B0609020204030204" pitchFamily="49" charset="0"/>
                  </a:rPr>
                  <a:t>0</a:t>
                </a:r>
              </a:p>
            </p:txBody>
          </p:sp>
          <p:sp>
            <p:nvSpPr>
              <p:cNvPr id="25" name="TextBox 43">
                <a:extLst>
                  <a:ext uri="{FF2B5EF4-FFF2-40B4-BE49-F238E27FC236}">
                    <a16:creationId xmlns:a16="http://schemas.microsoft.com/office/drawing/2014/main" id="{D6881B45-33F5-0FE4-582D-F69AF301A3D1}"/>
                  </a:ext>
                </a:extLst>
              </p:cNvPr>
              <p:cNvSpPr txBox="1"/>
              <p:nvPr/>
            </p:nvSpPr>
            <p:spPr>
              <a:xfrm>
                <a:off x="6786578" y="3462860"/>
                <a:ext cx="142876" cy="353697"/>
              </a:xfrm>
              <a:prstGeom prst="rect">
                <a:avLst/>
              </a:prstGeom>
              <a:noFill/>
            </p:spPr>
            <p:txBody>
              <a:bodyPr wrap="square" lIns="0" tIns="0" rIns="0" bIns="0" rtlCol="0">
                <a:spAutoFit/>
              </a:bodyPr>
              <a:lstStyle/>
              <a:p>
                <a:r>
                  <a:rPr lang="en-US" altLang="zh-CN" sz="2300" b="1">
                    <a:solidFill>
                      <a:schemeClr val="tx1"/>
                    </a:solidFill>
                    <a:latin typeface="微软雅黑" panose="020B0503020204020204" charset="-122"/>
                    <a:ea typeface="微软雅黑" panose="020B0503020204020204" charset="-122"/>
                    <a:cs typeface="Consolas" panose="020B0609020204030204" pitchFamily="49" charset="0"/>
                  </a:rPr>
                  <a:t>1</a:t>
                </a:r>
              </a:p>
            </p:txBody>
          </p:sp>
          <p:sp>
            <p:nvSpPr>
              <p:cNvPr id="26" name="TextBox 44">
                <a:extLst>
                  <a:ext uri="{FF2B5EF4-FFF2-40B4-BE49-F238E27FC236}">
                    <a16:creationId xmlns:a16="http://schemas.microsoft.com/office/drawing/2014/main" id="{7E47D4C8-0879-1481-B4BB-E78ACCBE6EB4}"/>
                  </a:ext>
                </a:extLst>
              </p:cNvPr>
              <p:cNvSpPr txBox="1"/>
              <p:nvPr/>
            </p:nvSpPr>
            <p:spPr>
              <a:xfrm>
                <a:off x="5584658" y="4127136"/>
                <a:ext cx="142876" cy="353697"/>
              </a:xfrm>
              <a:prstGeom prst="rect">
                <a:avLst/>
              </a:prstGeom>
              <a:noFill/>
            </p:spPr>
            <p:txBody>
              <a:bodyPr wrap="square" lIns="0" tIns="0" rIns="0" bIns="0" rtlCol="0">
                <a:spAutoFit/>
              </a:bodyPr>
              <a:lstStyle/>
              <a:p>
                <a:r>
                  <a:rPr lang="en-US" altLang="zh-CN" sz="2300" b="1">
                    <a:solidFill>
                      <a:schemeClr val="tx1"/>
                    </a:solidFill>
                    <a:latin typeface="微软雅黑" panose="020B0503020204020204" charset="-122"/>
                    <a:ea typeface="微软雅黑" panose="020B0503020204020204" charset="-122"/>
                    <a:cs typeface="Consolas" panose="020B0609020204030204" pitchFamily="49" charset="0"/>
                  </a:rPr>
                  <a:t>0</a:t>
                </a:r>
              </a:p>
            </p:txBody>
          </p:sp>
          <p:sp>
            <p:nvSpPr>
              <p:cNvPr id="27" name="TextBox 45">
                <a:extLst>
                  <a:ext uri="{FF2B5EF4-FFF2-40B4-BE49-F238E27FC236}">
                    <a16:creationId xmlns:a16="http://schemas.microsoft.com/office/drawing/2014/main" id="{5578170B-DBA8-C30F-4809-B972592526E6}"/>
                  </a:ext>
                </a:extLst>
              </p:cNvPr>
              <p:cNvSpPr txBox="1"/>
              <p:nvPr/>
            </p:nvSpPr>
            <p:spPr>
              <a:xfrm>
                <a:off x="6299038" y="4127136"/>
                <a:ext cx="142876" cy="353697"/>
              </a:xfrm>
              <a:prstGeom prst="rect">
                <a:avLst/>
              </a:prstGeom>
              <a:noFill/>
            </p:spPr>
            <p:txBody>
              <a:bodyPr wrap="square" lIns="0" tIns="0" rIns="0" bIns="0" rtlCol="0">
                <a:spAutoFit/>
              </a:bodyPr>
              <a:lstStyle/>
              <a:p>
                <a:r>
                  <a:rPr lang="en-US" altLang="zh-CN" sz="2300" b="1">
                    <a:solidFill>
                      <a:schemeClr val="tx1"/>
                    </a:solidFill>
                    <a:latin typeface="微软雅黑" panose="020B0503020204020204" charset="-122"/>
                    <a:ea typeface="微软雅黑" panose="020B0503020204020204" charset="-122"/>
                    <a:cs typeface="Consolas" panose="020B0609020204030204" pitchFamily="49" charset="0"/>
                  </a:rPr>
                  <a:t>1</a:t>
                </a:r>
              </a:p>
            </p:txBody>
          </p:sp>
          <p:sp>
            <p:nvSpPr>
              <p:cNvPr id="28" name="TextBox 46">
                <a:extLst>
                  <a:ext uri="{FF2B5EF4-FFF2-40B4-BE49-F238E27FC236}">
                    <a16:creationId xmlns:a16="http://schemas.microsoft.com/office/drawing/2014/main" id="{82EDA087-E687-3C49-B2D5-1EDF1DA9961A}"/>
                  </a:ext>
                </a:extLst>
              </p:cNvPr>
              <p:cNvSpPr txBox="1"/>
              <p:nvPr/>
            </p:nvSpPr>
            <p:spPr>
              <a:xfrm>
                <a:off x="5072066" y="4904146"/>
                <a:ext cx="142876" cy="353697"/>
              </a:xfrm>
              <a:prstGeom prst="rect">
                <a:avLst/>
              </a:prstGeom>
              <a:noFill/>
            </p:spPr>
            <p:txBody>
              <a:bodyPr wrap="square" lIns="0" tIns="0" rIns="0" bIns="0" rtlCol="0">
                <a:spAutoFit/>
              </a:bodyPr>
              <a:lstStyle/>
              <a:p>
                <a:r>
                  <a:rPr lang="en-US" altLang="zh-CN" sz="2300" b="1">
                    <a:solidFill>
                      <a:schemeClr val="tx1"/>
                    </a:solidFill>
                    <a:latin typeface="微软雅黑" panose="020B0503020204020204" charset="-122"/>
                    <a:ea typeface="微软雅黑" panose="020B0503020204020204" charset="-122"/>
                    <a:cs typeface="Consolas" panose="020B0609020204030204" pitchFamily="49" charset="0"/>
                  </a:rPr>
                  <a:t>0</a:t>
                </a:r>
              </a:p>
            </p:txBody>
          </p:sp>
          <p:sp>
            <p:nvSpPr>
              <p:cNvPr id="29" name="TextBox 47">
                <a:extLst>
                  <a:ext uri="{FF2B5EF4-FFF2-40B4-BE49-F238E27FC236}">
                    <a16:creationId xmlns:a16="http://schemas.microsoft.com/office/drawing/2014/main" id="{47EFB3F8-6450-5D50-75BE-8AE23FAD8F9E}"/>
                  </a:ext>
                </a:extLst>
              </p:cNvPr>
              <p:cNvSpPr txBox="1"/>
              <p:nvPr/>
            </p:nvSpPr>
            <p:spPr>
              <a:xfrm>
                <a:off x="5786446" y="4904146"/>
                <a:ext cx="142876" cy="353697"/>
              </a:xfrm>
              <a:prstGeom prst="rect">
                <a:avLst/>
              </a:prstGeom>
              <a:noFill/>
            </p:spPr>
            <p:txBody>
              <a:bodyPr wrap="square" lIns="0" tIns="0" rIns="0" bIns="0" rtlCol="0">
                <a:spAutoFit/>
              </a:bodyPr>
              <a:lstStyle/>
              <a:p>
                <a:r>
                  <a:rPr lang="en-US" altLang="zh-CN" sz="2300" b="1">
                    <a:solidFill>
                      <a:schemeClr val="tx1"/>
                    </a:solidFill>
                    <a:latin typeface="微软雅黑" panose="020B0503020204020204" charset="-122"/>
                    <a:ea typeface="微软雅黑" panose="020B0503020204020204" charset="-122"/>
                    <a:cs typeface="Consolas" panose="020B0609020204030204" pitchFamily="49" charset="0"/>
                  </a:rPr>
                  <a:t>1</a:t>
                </a:r>
              </a:p>
            </p:txBody>
          </p:sp>
        </p:grpSp>
        <p:sp>
          <p:nvSpPr>
            <p:cNvPr id="31" name="文本框 30">
              <a:extLst>
                <a:ext uri="{FF2B5EF4-FFF2-40B4-BE49-F238E27FC236}">
                  <a16:creationId xmlns:a16="http://schemas.microsoft.com/office/drawing/2014/main" id="{25080DAB-B913-51D6-4EC9-40F668CB50A4}"/>
                </a:ext>
              </a:extLst>
            </p:cNvPr>
            <p:cNvSpPr txBox="1"/>
            <p:nvPr/>
          </p:nvSpPr>
          <p:spPr>
            <a:xfrm>
              <a:off x="6178402" y="3547241"/>
              <a:ext cx="434299" cy="584775"/>
            </a:xfrm>
            <a:prstGeom prst="rect">
              <a:avLst/>
            </a:prstGeom>
            <a:noFill/>
          </p:spPr>
          <p:txBody>
            <a:bodyPr wrap="square" rtlCol="0">
              <a:spAutoFit/>
            </a:bodyPr>
            <a:lstStyle/>
            <a:p>
              <a:r>
                <a:rPr lang="en-US" altLang="zh-CN" sz="3200" dirty="0"/>
                <a:t>c</a:t>
              </a:r>
              <a:endParaRPr lang="zh-CN" altLang="en-US" sz="3200" dirty="0"/>
            </a:p>
          </p:txBody>
        </p:sp>
        <p:sp>
          <p:nvSpPr>
            <p:cNvPr id="32" name="文本框 31">
              <a:extLst>
                <a:ext uri="{FF2B5EF4-FFF2-40B4-BE49-F238E27FC236}">
                  <a16:creationId xmlns:a16="http://schemas.microsoft.com/office/drawing/2014/main" id="{FC68EFF5-EBCC-99BE-2AFB-06EEADA724B7}"/>
                </a:ext>
              </a:extLst>
            </p:cNvPr>
            <p:cNvSpPr txBox="1"/>
            <p:nvPr/>
          </p:nvSpPr>
          <p:spPr>
            <a:xfrm>
              <a:off x="5186144" y="3547241"/>
              <a:ext cx="434299" cy="584775"/>
            </a:xfrm>
            <a:prstGeom prst="rect">
              <a:avLst/>
            </a:prstGeom>
            <a:noFill/>
          </p:spPr>
          <p:txBody>
            <a:bodyPr wrap="square" rtlCol="0">
              <a:spAutoFit/>
            </a:bodyPr>
            <a:lstStyle/>
            <a:p>
              <a:r>
                <a:rPr lang="en-US" altLang="zh-CN" sz="3200" dirty="0"/>
                <a:t>b</a:t>
              </a:r>
              <a:endParaRPr lang="zh-CN" altLang="en-US" sz="3200" dirty="0"/>
            </a:p>
          </p:txBody>
        </p:sp>
        <p:sp>
          <p:nvSpPr>
            <p:cNvPr id="33" name="文本框 32">
              <a:extLst>
                <a:ext uri="{FF2B5EF4-FFF2-40B4-BE49-F238E27FC236}">
                  <a16:creationId xmlns:a16="http://schemas.microsoft.com/office/drawing/2014/main" id="{78ABF2F3-C8B8-93CC-904E-DBE998CAAD70}"/>
                </a:ext>
              </a:extLst>
            </p:cNvPr>
            <p:cNvSpPr txBox="1"/>
            <p:nvPr/>
          </p:nvSpPr>
          <p:spPr>
            <a:xfrm>
              <a:off x="6747787" y="2768977"/>
              <a:ext cx="434299" cy="584775"/>
            </a:xfrm>
            <a:prstGeom prst="rect">
              <a:avLst/>
            </a:prstGeom>
            <a:noFill/>
          </p:spPr>
          <p:txBody>
            <a:bodyPr wrap="square" rtlCol="0">
              <a:spAutoFit/>
            </a:bodyPr>
            <a:lstStyle/>
            <a:p>
              <a:r>
                <a:rPr lang="en-US" altLang="zh-CN" sz="3200" dirty="0"/>
                <a:t>e</a:t>
              </a:r>
              <a:endParaRPr lang="zh-CN" altLang="en-US" sz="3200" dirty="0"/>
            </a:p>
          </p:txBody>
        </p:sp>
        <p:sp>
          <p:nvSpPr>
            <p:cNvPr id="34" name="文本框 33">
              <a:extLst>
                <a:ext uri="{FF2B5EF4-FFF2-40B4-BE49-F238E27FC236}">
                  <a16:creationId xmlns:a16="http://schemas.microsoft.com/office/drawing/2014/main" id="{57D95A4A-D172-0DF6-13E7-A374A200AB3C}"/>
                </a:ext>
              </a:extLst>
            </p:cNvPr>
            <p:cNvSpPr txBox="1"/>
            <p:nvPr/>
          </p:nvSpPr>
          <p:spPr>
            <a:xfrm>
              <a:off x="7370082" y="1998760"/>
              <a:ext cx="434299" cy="584775"/>
            </a:xfrm>
            <a:prstGeom prst="rect">
              <a:avLst/>
            </a:prstGeom>
            <a:noFill/>
          </p:spPr>
          <p:txBody>
            <a:bodyPr wrap="square" rtlCol="0">
              <a:spAutoFit/>
            </a:bodyPr>
            <a:lstStyle/>
            <a:p>
              <a:r>
                <a:rPr lang="en-US" altLang="zh-CN" sz="3200" dirty="0"/>
                <a:t>a</a:t>
              </a:r>
              <a:endParaRPr lang="zh-CN" altLang="en-US" sz="3200" dirty="0"/>
            </a:p>
          </p:txBody>
        </p:sp>
        <p:sp>
          <p:nvSpPr>
            <p:cNvPr id="35" name="文本框 34">
              <a:extLst>
                <a:ext uri="{FF2B5EF4-FFF2-40B4-BE49-F238E27FC236}">
                  <a16:creationId xmlns:a16="http://schemas.microsoft.com/office/drawing/2014/main" id="{E962C83F-4F1B-0335-0A1D-0D0434FBAF7B}"/>
                </a:ext>
              </a:extLst>
            </p:cNvPr>
            <p:cNvSpPr txBox="1"/>
            <p:nvPr/>
          </p:nvSpPr>
          <p:spPr>
            <a:xfrm>
              <a:off x="8174286" y="1280935"/>
              <a:ext cx="434299" cy="584775"/>
            </a:xfrm>
            <a:prstGeom prst="rect">
              <a:avLst/>
            </a:prstGeom>
            <a:noFill/>
          </p:spPr>
          <p:txBody>
            <a:bodyPr wrap="square" rtlCol="0">
              <a:spAutoFit/>
            </a:bodyPr>
            <a:lstStyle/>
            <a:p>
              <a:r>
                <a:rPr lang="en-US" altLang="zh-CN" sz="3200" dirty="0"/>
                <a:t>e</a:t>
              </a:r>
              <a:endParaRPr lang="zh-CN" altLang="en-US" sz="3200" dirty="0"/>
            </a:p>
          </p:txBody>
        </p:sp>
      </p:grpSp>
    </p:spTree>
    <p:extLst>
      <p:ext uri="{BB962C8B-B14F-4D97-AF65-F5344CB8AC3E}">
        <p14:creationId xmlns:p14="http://schemas.microsoft.com/office/powerpoint/2010/main" val="2169352090"/>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Lst>
  </p:timing>
</p:sld>
</file>

<file path=ppt/slides/slide54.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graphicFrame>
        <p:nvGraphicFramePr>
          <p:cNvPr id="4" name="表格 3">
            <a:extLst>
              <a:ext uri="{FF2B5EF4-FFF2-40B4-BE49-F238E27FC236}">
                <a16:creationId xmlns:a16="http://schemas.microsoft.com/office/drawing/2014/main" id="{CE241F5F-6F32-BBCE-5044-771C16FCF9BB}"/>
              </a:ext>
            </a:extLst>
          </p:cNvPr>
          <p:cNvGraphicFramePr>
            <a:graphicFrameLocks noGrp="1"/>
          </p:cNvGraphicFramePr>
          <p:nvPr>
            <p:extLst>
              <p:ext uri="{D42A27DB-BD31-4B8C-83A1-F6EECF244321}">
                <p14:modId xmlns:p14="http://schemas.microsoft.com/office/powerpoint/2010/main" val="2774205212"/>
              </p:ext>
            </p:extLst>
          </p:nvPr>
        </p:nvGraphicFramePr>
        <p:xfrm>
          <a:off x="746612" y="1314661"/>
          <a:ext cx="5553570" cy="3708400"/>
        </p:xfrm>
        <a:graphic>
          <a:graphicData uri="http://schemas.openxmlformats.org/drawingml/2006/table">
            <a:tbl>
              <a:tblPr firstRow="1" bandRow="1">
                <a:tableStyleId>{5C22544A-7EE6-4342-B048-85BDC9FD1C3A}</a:tableStyleId>
              </a:tblPr>
              <a:tblGrid>
                <a:gridCol w="493119">
                  <a:extLst>
                    <a:ext uri="{9D8B030D-6E8A-4147-A177-3AD203B41FA5}">
                      <a16:colId xmlns:a16="http://schemas.microsoft.com/office/drawing/2014/main" val="209939659"/>
                    </a:ext>
                  </a:extLst>
                </a:gridCol>
                <a:gridCol w="664771">
                  <a:extLst>
                    <a:ext uri="{9D8B030D-6E8A-4147-A177-3AD203B41FA5}">
                      <a16:colId xmlns:a16="http://schemas.microsoft.com/office/drawing/2014/main" val="274655892"/>
                    </a:ext>
                  </a:extLst>
                </a:gridCol>
                <a:gridCol w="877614">
                  <a:extLst>
                    <a:ext uri="{9D8B030D-6E8A-4147-A177-3AD203B41FA5}">
                      <a16:colId xmlns:a16="http://schemas.microsoft.com/office/drawing/2014/main" val="683963583"/>
                    </a:ext>
                  </a:extLst>
                </a:gridCol>
                <a:gridCol w="1046486">
                  <a:extLst>
                    <a:ext uri="{9D8B030D-6E8A-4147-A177-3AD203B41FA5}">
                      <a16:colId xmlns:a16="http://schemas.microsoft.com/office/drawing/2014/main" val="2073250532"/>
                    </a:ext>
                  </a:extLst>
                </a:gridCol>
                <a:gridCol w="905875">
                  <a:extLst>
                    <a:ext uri="{9D8B030D-6E8A-4147-A177-3AD203B41FA5}">
                      <a16:colId xmlns:a16="http://schemas.microsoft.com/office/drawing/2014/main" val="2053948308"/>
                    </a:ext>
                  </a:extLst>
                </a:gridCol>
                <a:gridCol w="1565705">
                  <a:extLst>
                    <a:ext uri="{9D8B030D-6E8A-4147-A177-3AD203B41FA5}">
                      <a16:colId xmlns:a16="http://schemas.microsoft.com/office/drawing/2014/main" val="3468914729"/>
                    </a:ext>
                  </a:extLst>
                </a:gridCol>
              </a:tblGrid>
              <a:tr h="370840">
                <a:tc>
                  <a:txBody>
                    <a:bodyPr/>
                    <a:lstStyle/>
                    <a:p>
                      <a:r>
                        <a:rPr lang="en-US" altLang="zh-CN" dirty="0">
                          <a:solidFill>
                            <a:srgbClr val="0000FF"/>
                          </a:solidFill>
                        </a:rPr>
                        <a:t>No</a:t>
                      </a:r>
                      <a:endParaRPr lang="zh-CN" altLang="en-US" dirty="0">
                        <a:solidFill>
                          <a:srgbClr val="0000FF"/>
                        </a:solidFill>
                      </a:endParaRPr>
                    </a:p>
                  </a:txBody>
                  <a:tcPr/>
                </a:tc>
                <a:tc>
                  <a:txBody>
                    <a:bodyPr/>
                    <a:lstStyle/>
                    <a:p>
                      <a:r>
                        <a:rPr lang="en-US" altLang="zh-CN" dirty="0">
                          <a:solidFill>
                            <a:srgbClr val="0000FF"/>
                          </a:solidFill>
                        </a:rPr>
                        <a:t>data</a:t>
                      </a:r>
                      <a:endParaRPr lang="zh-CN" altLang="en-US" dirty="0">
                        <a:solidFill>
                          <a:srgbClr val="0000FF"/>
                        </a:solidFill>
                      </a:endParaRPr>
                    </a:p>
                  </a:txBody>
                  <a:tcPr/>
                </a:tc>
                <a:tc>
                  <a:txBody>
                    <a:bodyPr/>
                    <a:lstStyle/>
                    <a:p>
                      <a:r>
                        <a:rPr lang="en-US" altLang="zh-CN" dirty="0">
                          <a:solidFill>
                            <a:srgbClr val="0000FF"/>
                          </a:solidFill>
                        </a:rPr>
                        <a:t>weight</a:t>
                      </a:r>
                      <a:endParaRPr lang="zh-CN" altLang="en-US" dirty="0">
                        <a:solidFill>
                          <a:srgbClr val="0000FF"/>
                        </a:solidFill>
                      </a:endParaRPr>
                    </a:p>
                  </a:txBody>
                  <a:tcPr/>
                </a:tc>
                <a:tc>
                  <a:txBody>
                    <a:bodyPr/>
                    <a:lstStyle/>
                    <a:p>
                      <a:r>
                        <a:rPr lang="en-US" altLang="zh-CN" dirty="0">
                          <a:solidFill>
                            <a:srgbClr val="0000FF"/>
                          </a:solidFill>
                        </a:rPr>
                        <a:t>parent</a:t>
                      </a:r>
                      <a:endParaRPr lang="zh-CN" altLang="en-US" dirty="0">
                        <a:solidFill>
                          <a:srgbClr val="0000FF"/>
                        </a:solidFill>
                      </a:endParaRPr>
                    </a:p>
                  </a:txBody>
                  <a:tcPr/>
                </a:tc>
                <a:tc>
                  <a:txBody>
                    <a:bodyPr/>
                    <a:lstStyle/>
                    <a:p>
                      <a:r>
                        <a:rPr lang="en-US" altLang="zh-CN" dirty="0" err="1">
                          <a:solidFill>
                            <a:srgbClr val="0000FF"/>
                          </a:solidFill>
                        </a:rPr>
                        <a:t>lchild</a:t>
                      </a:r>
                      <a:endParaRPr lang="zh-CN" altLang="en-US" dirty="0">
                        <a:solidFill>
                          <a:srgbClr val="0000FF"/>
                        </a:solidFill>
                      </a:endParaRPr>
                    </a:p>
                  </a:txBody>
                  <a:tcPr/>
                </a:tc>
                <a:tc>
                  <a:txBody>
                    <a:bodyPr/>
                    <a:lstStyle/>
                    <a:p>
                      <a:r>
                        <a:rPr lang="en-US" altLang="zh-CN" dirty="0" err="1">
                          <a:solidFill>
                            <a:srgbClr val="0000FF"/>
                          </a:solidFill>
                        </a:rPr>
                        <a:t>rchild</a:t>
                      </a:r>
                      <a:endParaRPr lang="zh-CN" altLang="en-US" dirty="0">
                        <a:solidFill>
                          <a:srgbClr val="0000FF"/>
                        </a:solidFill>
                      </a:endParaRPr>
                    </a:p>
                  </a:txBody>
                  <a:tcPr/>
                </a:tc>
                <a:extLst>
                  <a:ext uri="{0D108BD9-81ED-4DB2-BD59-A6C34878D82A}">
                    <a16:rowId xmlns:a16="http://schemas.microsoft.com/office/drawing/2014/main" val="251775907"/>
                  </a:ext>
                </a:extLst>
              </a:tr>
              <a:tr h="370840">
                <a:tc>
                  <a:txBody>
                    <a:bodyPr/>
                    <a:lstStyle/>
                    <a:p>
                      <a:r>
                        <a:rPr lang="en-US" altLang="zh-CN" b="1" dirty="0">
                          <a:solidFill>
                            <a:srgbClr val="0000FF"/>
                          </a:solidFill>
                        </a:rPr>
                        <a:t>0</a:t>
                      </a:r>
                      <a:endParaRPr lang="zh-CN" altLang="en-US" b="1" dirty="0">
                        <a:solidFill>
                          <a:srgbClr val="0000FF"/>
                        </a:solidFill>
                      </a:endParaRPr>
                    </a:p>
                  </a:txBody>
                  <a:tcPr/>
                </a:tc>
                <a:tc>
                  <a:txBody>
                    <a:bodyPr/>
                    <a:lstStyle/>
                    <a:p>
                      <a:r>
                        <a:rPr lang="en-US" altLang="zh-CN" b="1" dirty="0">
                          <a:solidFill>
                            <a:srgbClr val="0000FF"/>
                          </a:solidFill>
                        </a:rPr>
                        <a:t>a</a:t>
                      </a:r>
                      <a:endParaRPr lang="zh-CN" altLang="en-US" b="1" dirty="0">
                        <a:solidFill>
                          <a:srgbClr val="0000FF"/>
                        </a:solidFill>
                      </a:endParaRPr>
                    </a:p>
                  </a:txBody>
                  <a:tcPr/>
                </a:tc>
                <a:tc>
                  <a:txBody>
                    <a:bodyPr/>
                    <a:lstStyle/>
                    <a:p>
                      <a:r>
                        <a:rPr lang="en-US" altLang="zh-CN" b="1" dirty="0">
                          <a:solidFill>
                            <a:srgbClr val="0000FF"/>
                          </a:solidFill>
                        </a:rPr>
                        <a:t>4</a:t>
                      </a:r>
                      <a:endParaRPr lang="zh-CN" altLang="en-US" b="1" dirty="0">
                        <a:solidFill>
                          <a:srgbClr val="0000FF"/>
                        </a:solidFill>
                      </a:endParaRPr>
                    </a:p>
                  </a:txBody>
                  <a:tcPr/>
                </a:tc>
                <a:tc>
                  <a:txBody>
                    <a:bodyPr/>
                    <a:lstStyle/>
                    <a:p>
                      <a:r>
                        <a:rPr lang="en-US" altLang="zh-CN" b="1" dirty="0">
                          <a:solidFill>
                            <a:srgbClr val="0000FF"/>
                          </a:solidFill>
                        </a:rPr>
                        <a:t>-1  7</a:t>
                      </a:r>
                      <a:endParaRPr lang="zh-CN" altLang="en-US" b="1" dirty="0">
                        <a:solidFill>
                          <a:srgbClr val="0000FF"/>
                        </a:solidFill>
                      </a:endParaRPr>
                    </a:p>
                  </a:txBody>
                  <a:tcPr/>
                </a:tc>
                <a:tc>
                  <a:txBody>
                    <a:bodyPr/>
                    <a:lstStyle/>
                    <a:p>
                      <a:r>
                        <a:rPr lang="en-US" altLang="zh-CN" b="1" dirty="0">
                          <a:solidFill>
                            <a:srgbClr val="0000FF"/>
                          </a:solidFill>
                        </a:rPr>
                        <a:t>-1</a:t>
                      </a:r>
                      <a:endParaRPr lang="zh-CN" altLang="en-US" b="1" dirty="0">
                        <a:solidFill>
                          <a:srgbClr val="0000FF"/>
                        </a:solidFill>
                      </a:endParaRPr>
                    </a:p>
                  </a:txBody>
                  <a:tcPr/>
                </a:tc>
                <a:tc>
                  <a:txBody>
                    <a:bodyPr/>
                    <a:lstStyle/>
                    <a:p>
                      <a:r>
                        <a:rPr lang="en-US" altLang="zh-CN" b="1" dirty="0">
                          <a:solidFill>
                            <a:srgbClr val="0000FF"/>
                          </a:solidFill>
                        </a:rPr>
                        <a:t>-1</a:t>
                      </a:r>
                      <a:endParaRPr lang="zh-CN" altLang="en-US" b="1" dirty="0">
                        <a:solidFill>
                          <a:srgbClr val="0000FF"/>
                        </a:solidFill>
                      </a:endParaRPr>
                    </a:p>
                  </a:txBody>
                  <a:tcPr/>
                </a:tc>
                <a:extLst>
                  <a:ext uri="{0D108BD9-81ED-4DB2-BD59-A6C34878D82A}">
                    <a16:rowId xmlns:a16="http://schemas.microsoft.com/office/drawing/2014/main" val="2574812295"/>
                  </a:ext>
                </a:extLst>
              </a:tr>
              <a:tr h="370840">
                <a:tc>
                  <a:txBody>
                    <a:bodyPr/>
                    <a:lstStyle/>
                    <a:p>
                      <a:r>
                        <a:rPr lang="en-US" altLang="zh-CN" b="1" dirty="0">
                          <a:solidFill>
                            <a:srgbClr val="0000FF"/>
                          </a:solidFill>
                        </a:rPr>
                        <a:t>1</a:t>
                      </a:r>
                      <a:endParaRPr lang="zh-CN" altLang="en-US" b="1" dirty="0">
                        <a:solidFill>
                          <a:srgbClr val="0000FF"/>
                        </a:solidFill>
                      </a:endParaRPr>
                    </a:p>
                  </a:txBody>
                  <a:tcPr/>
                </a:tc>
                <a:tc>
                  <a:txBody>
                    <a:bodyPr/>
                    <a:lstStyle/>
                    <a:p>
                      <a:r>
                        <a:rPr lang="en-US" altLang="zh-CN" b="1" dirty="0">
                          <a:solidFill>
                            <a:srgbClr val="0000FF"/>
                          </a:solidFill>
                        </a:rPr>
                        <a:t>b</a:t>
                      </a:r>
                      <a:endParaRPr lang="zh-CN" altLang="en-US" b="1" dirty="0">
                        <a:solidFill>
                          <a:srgbClr val="0000FF"/>
                        </a:solidFill>
                      </a:endParaRPr>
                    </a:p>
                  </a:txBody>
                  <a:tcPr/>
                </a:tc>
                <a:tc>
                  <a:txBody>
                    <a:bodyPr/>
                    <a:lstStyle/>
                    <a:p>
                      <a:r>
                        <a:rPr lang="en-US" altLang="zh-CN" b="1" dirty="0">
                          <a:solidFill>
                            <a:srgbClr val="0000FF"/>
                          </a:solidFill>
                        </a:rPr>
                        <a:t>2</a:t>
                      </a:r>
                      <a:endParaRPr lang="zh-CN" altLang="en-US" b="1" dirty="0">
                        <a:solidFill>
                          <a:srgbClr val="0000FF"/>
                        </a:solidFill>
                      </a:endParaRPr>
                    </a:p>
                  </a:txBody>
                  <a:tcPr/>
                </a:tc>
                <a:tc>
                  <a:txBody>
                    <a:bodyPr/>
                    <a:lstStyle/>
                    <a:p>
                      <a:r>
                        <a:rPr lang="en-US" altLang="zh-CN" b="1" dirty="0">
                          <a:solidFill>
                            <a:srgbClr val="0000FF"/>
                          </a:solidFill>
                        </a:rPr>
                        <a:t>-1  5</a:t>
                      </a:r>
                      <a:endParaRPr lang="zh-CN" altLang="en-US" b="1" dirty="0">
                        <a:solidFill>
                          <a:srgbClr val="0000FF"/>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a:solidFill>
                            <a:srgbClr val="0000FF"/>
                          </a:solidFill>
                        </a:rPr>
                        <a:t>-1</a:t>
                      </a:r>
                      <a:endParaRPr lang="zh-CN" altLang="en-US" b="1" dirty="0">
                        <a:solidFill>
                          <a:srgbClr val="0000FF"/>
                        </a:solidFill>
                      </a:endParaRPr>
                    </a:p>
                  </a:txBody>
                  <a:tcPr/>
                </a:tc>
                <a:tc>
                  <a:txBody>
                    <a:bodyPr/>
                    <a:lstStyle/>
                    <a:p>
                      <a:r>
                        <a:rPr lang="en-US" altLang="zh-CN" b="1" dirty="0">
                          <a:solidFill>
                            <a:srgbClr val="0000FF"/>
                          </a:solidFill>
                        </a:rPr>
                        <a:t>-1</a:t>
                      </a:r>
                      <a:endParaRPr lang="zh-CN" altLang="en-US" b="1" dirty="0">
                        <a:solidFill>
                          <a:srgbClr val="0000FF"/>
                        </a:solidFill>
                      </a:endParaRPr>
                    </a:p>
                  </a:txBody>
                  <a:tcPr/>
                </a:tc>
                <a:extLst>
                  <a:ext uri="{0D108BD9-81ED-4DB2-BD59-A6C34878D82A}">
                    <a16:rowId xmlns:a16="http://schemas.microsoft.com/office/drawing/2014/main" val="4232195479"/>
                  </a:ext>
                </a:extLst>
              </a:tr>
              <a:tr h="370840">
                <a:tc>
                  <a:txBody>
                    <a:bodyPr/>
                    <a:lstStyle/>
                    <a:p>
                      <a:r>
                        <a:rPr lang="en-US" altLang="zh-CN" b="1" dirty="0">
                          <a:solidFill>
                            <a:srgbClr val="0000FF"/>
                          </a:solidFill>
                        </a:rPr>
                        <a:t>2</a:t>
                      </a:r>
                      <a:endParaRPr lang="zh-CN" altLang="en-US" b="1" dirty="0">
                        <a:solidFill>
                          <a:srgbClr val="0000FF"/>
                        </a:solidFill>
                      </a:endParaRPr>
                    </a:p>
                  </a:txBody>
                  <a:tcPr/>
                </a:tc>
                <a:tc>
                  <a:txBody>
                    <a:bodyPr/>
                    <a:lstStyle/>
                    <a:p>
                      <a:r>
                        <a:rPr lang="en-US" altLang="zh-CN" b="1" dirty="0">
                          <a:solidFill>
                            <a:srgbClr val="0000FF"/>
                          </a:solidFill>
                        </a:rPr>
                        <a:t>c</a:t>
                      </a:r>
                      <a:endParaRPr lang="zh-CN" altLang="en-US" b="1" dirty="0">
                        <a:solidFill>
                          <a:srgbClr val="0000FF"/>
                        </a:solidFill>
                      </a:endParaRPr>
                    </a:p>
                  </a:txBody>
                  <a:tcPr/>
                </a:tc>
                <a:tc>
                  <a:txBody>
                    <a:bodyPr/>
                    <a:lstStyle/>
                    <a:p>
                      <a:r>
                        <a:rPr lang="en-US" altLang="zh-CN" b="1" dirty="0">
                          <a:solidFill>
                            <a:srgbClr val="0000FF"/>
                          </a:solidFill>
                        </a:rPr>
                        <a:t>1</a:t>
                      </a:r>
                      <a:endParaRPr lang="zh-CN" altLang="en-US" b="1" dirty="0">
                        <a:solidFill>
                          <a:srgbClr val="0000FF"/>
                        </a:solidFill>
                      </a:endParaRPr>
                    </a:p>
                  </a:txBody>
                  <a:tcPr/>
                </a:tc>
                <a:tc>
                  <a:txBody>
                    <a:bodyPr/>
                    <a:lstStyle/>
                    <a:p>
                      <a:r>
                        <a:rPr lang="en-US" altLang="zh-CN" b="1" dirty="0">
                          <a:solidFill>
                            <a:srgbClr val="0000FF"/>
                          </a:solidFill>
                        </a:rPr>
                        <a:t>-1  5</a:t>
                      </a:r>
                      <a:endParaRPr lang="zh-CN" altLang="en-US" b="1" dirty="0">
                        <a:solidFill>
                          <a:srgbClr val="0000FF"/>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a:solidFill>
                            <a:srgbClr val="0000FF"/>
                          </a:solidFill>
                        </a:rPr>
                        <a:t>-1</a:t>
                      </a:r>
                      <a:endParaRPr lang="zh-CN" altLang="en-US" b="1" dirty="0">
                        <a:solidFill>
                          <a:srgbClr val="0000FF"/>
                        </a:solidFill>
                      </a:endParaRPr>
                    </a:p>
                  </a:txBody>
                  <a:tcPr/>
                </a:tc>
                <a:tc>
                  <a:txBody>
                    <a:bodyPr/>
                    <a:lstStyle/>
                    <a:p>
                      <a:r>
                        <a:rPr lang="en-US" altLang="zh-CN" b="1" dirty="0">
                          <a:solidFill>
                            <a:srgbClr val="0000FF"/>
                          </a:solidFill>
                        </a:rPr>
                        <a:t>-1</a:t>
                      </a:r>
                      <a:endParaRPr lang="zh-CN" altLang="en-US" b="1" dirty="0">
                        <a:solidFill>
                          <a:srgbClr val="0000FF"/>
                        </a:solidFill>
                      </a:endParaRPr>
                    </a:p>
                  </a:txBody>
                  <a:tcPr/>
                </a:tc>
                <a:extLst>
                  <a:ext uri="{0D108BD9-81ED-4DB2-BD59-A6C34878D82A}">
                    <a16:rowId xmlns:a16="http://schemas.microsoft.com/office/drawing/2014/main" val="3067662474"/>
                  </a:ext>
                </a:extLst>
              </a:tr>
              <a:tr h="370840">
                <a:tc>
                  <a:txBody>
                    <a:bodyPr/>
                    <a:lstStyle/>
                    <a:p>
                      <a:r>
                        <a:rPr lang="en-US" altLang="zh-CN" b="1" dirty="0">
                          <a:solidFill>
                            <a:srgbClr val="0000FF"/>
                          </a:solidFill>
                        </a:rPr>
                        <a:t>3</a:t>
                      </a:r>
                      <a:endParaRPr lang="zh-CN" altLang="en-US" b="1" dirty="0">
                        <a:solidFill>
                          <a:srgbClr val="0000FF"/>
                        </a:solidFill>
                      </a:endParaRPr>
                    </a:p>
                  </a:txBody>
                  <a:tcPr/>
                </a:tc>
                <a:tc>
                  <a:txBody>
                    <a:bodyPr/>
                    <a:lstStyle/>
                    <a:p>
                      <a:r>
                        <a:rPr lang="en-US" altLang="zh-CN" b="1" dirty="0">
                          <a:solidFill>
                            <a:srgbClr val="0000FF"/>
                          </a:solidFill>
                        </a:rPr>
                        <a:t>d</a:t>
                      </a:r>
                      <a:endParaRPr lang="zh-CN" altLang="en-US" b="1" dirty="0">
                        <a:solidFill>
                          <a:srgbClr val="0000FF"/>
                        </a:solidFill>
                      </a:endParaRPr>
                    </a:p>
                  </a:txBody>
                  <a:tcPr/>
                </a:tc>
                <a:tc>
                  <a:txBody>
                    <a:bodyPr/>
                    <a:lstStyle/>
                    <a:p>
                      <a:r>
                        <a:rPr lang="en-US" altLang="zh-CN" b="1" dirty="0">
                          <a:solidFill>
                            <a:srgbClr val="0000FF"/>
                          </a:solidFill>
                        </a:rPr>
                        <a:t>7</a:t>
                      </a:r>
                      <a:endParaRPr lang="zh-CN" altLang="en-US" b="1" dirty="0">
                        <a:solidFill>
                          <a:srgbClr val="0000FF"/>
                        </a:solidFill>
                      </a:endParaRPr>
                    </a:p>
                  </a:txBody>
                  <a:tcPr/>
                </a:tc>
                <a:tc>
                  <a:txBody>
                    <a:bodyPr/>
                    <a:lstStyle/>
                    <a:p>
                      <a:r>
                        <a:rPr lang="en-US" altLang="zh-CN" b="1" dirty="0">
                          <a:solidFill>
                            <a:srgbClr val="0000FF"/>
                          </a:solidFill>
                        </a:rPr>
                        <a:t>-1  8</a:t>
                      </a:r>
                      <a:endParaRPr lang="zh-CN" altLang="en-US" b="1" dirty="0">
                        <a:solidFill>
                          <a:srgbClr val="0000FF"/>
                        </a:solidFill>
                      </a:endParaRPr>
                    </a:p>
                  </a:txBody>
                  <a:tcPr/>
                </a:tc>
                <a:tc>
                  <a:txBody>
                    <a:bodyPr/>
                    <a:lstStyle/>
                    <a:p>
                      <a:r>
                        <a:rPr lang="en-US" altLang="zh-CN" b="1" dirty="0">
                          <a:solidFill>
                            <a:srgbClr val="0000FF"/>
                          </a:solidFill>
                        </a:rPr>
                        <a:t>-1</a:t>
                      </a:r>
                      <a:endParaRPr lang="zh-CN" altLang="en-US" b="1" dirty="0">
                        <a:solidFill>
                          <a:srgbClr val="0000FF"/>
                        </a:solidFill>
                      </a:endParaRPr>
                    </a:p>
                  </a:txBody>
                  <a:tcPr/>
                </a:tc>
                <a:tc>
                  <a:txBody>
                    <a:bodyPr/>
                    <a:lstStyle/>
                    <a:p>
                      <a:r>
                        <a:rPr lang="en-US" altLang="zh-CN" b="1" dirty="0">
                          <a:solidFill>
                            <a:srgbClr val="0000FF"/>
                          </a:solidFill>
                        </a:rPr>
                        <a:t>-1</a:t>
                      </a:r>
                      <a:endParaRPr lang="zh-CN" altLang="en-US" b="1" dirty="0">
                        <a:solidFill>
                          <a:srgbClr val="0000FF"/>
                        </a:solidFill>
                      </a:endParaRPr>
                    </a:p>
                  </a:txBody>
                  <a:tcPr/>
                </a:tc>
                <a:extLst>
                  <a:ext uri="{0D108BD9-81ED-4DB2-BD59-A6C34878D82A}">
                    <a16:rowId xmlns:a16="http://schemas.microsoft.com/office/drawing/2014/main" val="3448352918"/>
                  </a:ext>
                </a:extLst>
              </a:tr>
              <a:tr h="370840">
                <a:tc>
                  <a:txBody>
                    <a:bodyPr/>
                    <a:lstStyle/>
                    <a:p>
                      <a:r>
                        <a:rPr lang="en-US" altLang="zh-CN" b="1" dirty="0">
                          <a:solidFill>
                            <a:srgbClr val="0000FF"/>
                          </a:solidFill>
                        </a:rPr>
                        <a:t>4</a:t>
                      </a:r>
                      <a:endParaRPr lang="zh-CN" altLang="en-US" b="1" dirty="0">
                        <a:solidFill>
                          <a:srgbClr val="0000FF"/>
                        </a:solidFill>
                      </a:endParaRPr>
                    </a:p>
                  </a:txBody>
                  <a:tcPr/>
                </a:tc>
                <a:tc>
                  <a:txBody>
                    <a:bodyPr/>
                    <a:lstStyle/>
                    <a:p>
                      <a:r>
                        <a:rPr lang="en-US" altLang="zh-CN" b="1" dirty="0">
                          <a:solidFill>
                            <a:srgbClr val="0000FF"/>
                          </a:solidFill>
                        </a:rPr>
                        <a:t>e</a:t>
                      </a:r>
                      <a:endParaRPr lang="zh-CN" altLang="en-US" b="1" dirty="0">
                        <a:solidFill>
                          <a:srgbClr val="0000FF"/>
                        </a:solidFill>
                      </a:endParaRPr>
                    </a:p>
                  </a:txBody>
                  <a:tcPr/>
                </a:tc>
                <a:tc>
                  <a:txBody>
                    <a:bodyPr/>
                    <a:lstStyle/>
                    <a:p>
                      <a:r>
                        <a:rPr lang="en-US" altLang="zh-CN" b="1" dirty="0">
                          <a:solidFill>
                            <a:srgbClr val="0000FF"/>
                          </a:solidFill>
                        </a:rPr>
                        <a:t>3</a:t>
                      </a:r>
                      <a:endParaRPr lang="zh-CN" altLang="en-US" b="1" dirty="0">
                        <a:solidFill>
                          <a:srgbClr val="0000FF"/>
                        </a:solidFill>
                      </a:endParaRPr>
                    </a:p>
                  </a:txBody>
                  <a:tcPr/>
                </a:tc>
                <a:tc>
                  <a:txBody>
                    <a:bodyPr/>
                    <a:lstStyle/>
                    <a:p>
                      <a:r>
                        <a:rPr lang="en-US" altLang="zh-CN" b="1" dirty="0">
                          <a:solidFill>
                            <a:srgbClr val="0000FF"/>
                          </a:solidFill>
                        </a:rPr>
                        <a:t>-1  6</a:t>
                      </a:r>
                      <a:endParaRPr lang="zh-CN" altLang="en-US" b="1" dirty="0">
                        <a:solidFill>
                          <a:srgbClr val="0000FF"/>
                        </a:solidFill>
                      </a:endParaRPr>
                    </a:p>
                  </a:txBody>
                  <a:tcPr/>
                </a:tc>
                <a:tc>
                  <a:txBody>
                    <a:bodyPr/>
                    <a:lstStyle/>
                    <a:p>
                      <a:r>
                        <a:rPr lang="en-US" altLang="zh-CN" b="1" dirty="0">
                          <a:solidFill>
                            <a:srgbClr val="0000FF"/>
                          </a:solidFill>
                        </a:rPr>
                        <a:t>-1</a:t>
                      </a:r>
                      <a:endParaRPr lang="zh-CN" altLang="en-US" b="1" dirty="0">
                        <a:solidFill>
                          <a:srgbClr val="0000FF"/>
                        </a:solidFill>
                      </a:endParaRPr>
                    </a:p>
                  </a:txBody>
                  <a:tcPr/>
                </a:tc>
                <a:tc>
                  <a:txBody>
                    <a:bodyPr/>
                    <a:lstStyle/>
                    <a:p>
                      <a:r>
                        <a:rPr lang="en-US" altLang="zh-CN" b="1" dirty="0">
                          <a:solidFill>
                            <a:srgbClr val="0000FF"/>
                          </a:solidFill>
                        </a:rPr>
                        <a:t>-1</a:t>
                      </a:r>
                      <a:endParaRPr lang="zh-CN" altLang="en-US" b="1" dirty="0">
                        <a:solidFill>
                          <a:srgbClr val="0000FF"/>
                        </a:solidFill>
                      </a:endParaRPr>
                    </a:p>
                  </a:txBody>
                  <a:tcPr/>
                </a:tc>
                <a:extLst>
                  <a:ext uri="{0D108BD9-81ED-4DB2-BD59-A6C34878D82A}">
                    <a16:rowId xmlns:a16="http://schemas.microsoft.com/office/drawing/2014/main" val="141515233"/>
                  </a:ext>
                </a:extLst>
              </a:tr>
              <a:tr h="370840">
                <a:tc>
                  <a:txBody>
                    <a:bodyPr/>
                    <a:lstStyle/>
                    <a:p>
                      <a:r>
                        <a:rPr lang="en-US" altLang="zh-CN" b="1" dirty="0">
                          <a:solidFill>
                            <a:srgbClr val="0000FF"/>
                          </a:solidFill>
                        </a:rPr>
                        <a:t>5</a:t>
                      </a:r>
                      <a:endParaRPr lang="zh-CN" altLang="en-US" b="1" dirty="0">
                        <a:solidFill>
                          <a:srgbClr val="0000FF"/>
                        </a:solidFill>
                      </a:endParaRPr>
                    </a:p>
                  </a:txBody>
                  <a:tcPr/>
                </a:tc>
                <a:tc>
                  <a:txBody>
                    <a:bodyPr/>
                    <a:lstStyle/>
                    <a:p>
                      <a:endParaRPr lang="zh-CN" altLang="en-US" b="1">
                        <a:solidFill>
                          <a:srgbClr val="0000FF"/>
                        </a:solidFill>
                      </a:endParaRPr>
                    </a:p>
                  </a:txBody>
                  <a:tcPr/>
                </a:tc>
                <a:tc>
                  <a:txBody>
                    <a:bodyPr/>
                    <a:lstStyle/>
                    <a:p>
                      <a:r>
                        <a:rPr lang="en-US" altLang="zh-CN" b="1" dirty="0">
                          <a:solidFill>
                            <a:srgbClr val="0000FF"/>
                          </a:solidFill>
                        </a:rPr>
                        <a:t>3</a:t>
                      </a:r>
                      <a:endParaRPr lang="zh-CN" altLang="en-US" b="1" dirty="0">
                        <a:solidFill>
                          <a:srgbClr val="0000FF"/>
                        </a:solidFill>
                      </a:endParaRPr>
                    </a:p>
                  </a:txBody>
                  <a:tcPr/>
                </a:tc>
                <a:tc>
                  <a:txBody>
                    <a:bodyPr/>
                    <a:lstStyle/>
                    <a:p>
                      <a:r>
                        <a:rPr lang="en-US" altLang="zh-CN" b="1" dirty="0">
                          <a:solidFill>
                            <a:srgbClr val="0000FF"/>
                          </a:solidFill>
                        </a:rPr>
                        <a:t>-1  6</a:t>
                      </a:r>
                      <a:endParaRPr lang="zh-CN" altLang="en-US" b="1" dirty="0">
                        <a:solidFill>
                          <a:srgbClr val="0000FF"/>
                        </a:solidFill>
                      </a:endParaRPr>
                    </a:p>
                  </a:txBody>
                  <a:tcPr/>
                </a:tc>
                <a:tc>
                  <a:txBody>
                    <a:bodyPr/>
                    <a:lstStyle/>
                    <a:p>
                      <a:r>
                        <a:rPr lang="en-US" altLang="zh-CN" b="1" dirty="0">
                          <a:solidFill>
                            <a:srgbClr val="0000FF"/>
                          </a:solidFill>
                        </a:rPr>
                        <a:t>2</a:t>
                      </a:r>
                      <a:endParaRPr lang="zh-CN" altLang="en-US" b="1" dirty="0">
                        <a:solidFill>
                          <a:srgbClr val="0000FF"/>
                        </a:solidFill>
                      </a:endParaRPr>
                    </a:p>
                  </a:txBody>
                  <a:tcPr/>
                </a:tc>
                <a:tc>
                  <a:txBody>
                    <a:bodyPr/>
                    <a:lstStyle/>
                    <a:p>
                      <a:r>
                        <a:rPr lang="en-US" altLang="zh-CN" b="1" dirty="0">
                          <a:solidFill>
                            <a:srgbClr val="0000FF"/>
                          </a:solidFill>
                        </a:rPr>
                        <a:t>1</a:t>
                      </a:r>
                      <a:endParaRPr lang="zh-CN" altLang="en-US" b="1" dirty="0">
                        <a:solidFill>
                          <a:srgbClr val="0000FF"/>
                        </a:solidFill>
                      </a:endParaRPr>
                    </a:p>
                  </a:txBody>
                  <a:tcPr/>
                </a:tc>
                <a:extLst>
                  <a:ext uri="{0D108BD9-81ED-4DB2-BD59-A6C34878D82A}">
                    <a16:rowId xmlns:a16="http://schemas.microsoft.com/office/drawing/2014/main" val="556951082"/>
                  </a:ext>
                </a:extLst>
              </a:tr>
              <a:tr h="370840">
                <a:tc>
                  <a:txBody>
                    <a:bodyPr/>
                    <a:lstStyle/>
                    <a:p>
                      <a:r>
                        <a:rPr lang="en-US" altLang="zh-CN" b="1" dirty="0">
                          <a:solidFill>
                            <a:srgbClr val="0000FF"/>
                          </a:solidFill>
                        </a:rPr>
                        <a:t>6</a:t>
                      </a:r>
                      <a:endParaRPr lang="zh-CN" altLang="en-US" b="1" dirty="0">
                        <a:solidFill>
                          <a:srgbClr val="0000FF"/>
                        </a:solidFill>
                      </a:endParaRPr>
                    </a:p>
                  </a:txBody>
                  <a:tcPr/>
                </a:tc>
                <a:tc>
                  <a:txBody>
                    <a:bodyPr/>
                    <a:lstStyle/>
                    <a:p>
                      <a:endParaRPr lang="zh-CN" altLang="en-US" b="1">
                        <a:solidFill>
                          <a:srgbClr val="0000FF"/>
                        </a:solidFill>
                      </a:endParaRPr>
                    </a:p>
                  </a:txBody>
                  <a:tcPr/>
                </a:tc>
                <a:tc>
                  <a:txBody>
                    <a:bodyPr/>
                    <a:lstStyle/>
                    <a:p>
                      <a:r>
                        <a:rPr lang="en-US" altLang="zh-CN" b="1" dirty="0">
                          <a:solidFill>
                            <a:srgbClr val="0000FF"/>
                          </a:solidFill>
                        </a:rPr>
                        <a:t>6</a:t>
                      </a:r>
                      <a:endParaRPr lang="zh-CN" altLang="en-US" b="1" dirty="0">
                        <a:solidFill>
                          <a:srgbClr val="0000FF"/>
                        </a:solidFill>
                      </a:endParaRPr>
                    </a:p>
                  </a:txBody>
                  <a:tcPr/>
                </a:tc>
                <a:tc>
                  <a:txBody>
                    <a:bodyPr/>
                    <a:lstStyle/>
                    <a:p>
                      <a:r>
                        <a:rPr lang="en-US" altLang="zh-CN" b="1" dirty="0">
                          <a:solidFill>
                            <a:srgbClr val="0000FF"/>
                          </a:solidFill>
                        </a:rPr>
                        <a:t>-1  7</a:t>
                      </a:r>
                      <a:endParaRPr lang="zh-CN" altLang="en-US" b="1" dirty="0">
                        <a:solidFill>
                          <a:srgbClr val="0000FF"/>
                        </a:solidFill>
                      </a:endParaRPr>
                    </a:p>
                  </a:txBody>
                  <a:tcPr/>
                </a:tc>
                <a:tc>
                  <a:txBody>
                    <a:bodyPr/>
                    <a:lstStyle/>
                    <a:p>
                      <a:r>
                        <a:rPr lang="en-US" altLang="zh-CN" b="1" dirty="0">
                          <a:solidFill>
                            <a:srgbClr val="0000FF"/>
                          </a:solidFill>
                        </a:rPr>
                        <a:t>5</a:t>
                      </a:r>
                      <a:endParaRPr lang="zh-CN" altLang="en-US" b="1" dirty="0">
                        <a:solidFill>
                          <a:srgbClr val="0000FF"/>
                        </a:solidFill>
                      </a:endParaRPr>
                    </a:p>
                  </a:txBody>
                  <a:tcPr/>
                </a:tc>
                <a:tc>
                  <a:txBody>
                    <a:bodyPr/>
                    <a:lstStyle/>
                    <a:p>
                      <a:r>
                        <a:rPr lang="en-US" altLang="zh-CN" b="1" dirty="0">
                          <a:solidFill>
                            <a:srgbClr val="0000FF"/>
                          </a:solidFill>
                        </a:rPr>
                        <a:t>4</a:t>
                      </a:r>
                      <a:endParaRPr lang="zh-CN" altLang="en-US" b="1" dirty="0">
                        <a:solidFill>
                          <a:srgbClr val="0000FF"/>
                        </a:solidFill>
                      </a:endParaRPr>
                    </a:p>
                  </a:txBody>
                  <a:tcPr/>
                </a:tc>
                <a:extLst>
                  <a:ext uri="{0D108BD9-81ED-4DB2-BD59-A6C34878D82A}">
                    <a16:rowId xmlns:a16="http://schemas.microsoft.com/office/drawing/2014/main" val="3078072577"/>
                  </a:ext>
                </a:extLst>
              </a:tr>
              <a:tr h="370840">
                <a:tc>
                  <a:txBody>
                    <a:bodyPr/>
                    <a:lstStyle/>
                    <a:p>
                      <a:r>
                        <a:rPr lang="en-US" altLang="zh-CN" b="1" dirty="0">
                          <a:solidFill>
                            <a:srgbClr val="0000FF"/>
                          </a:solidFill>
                        </a:rPr>
                        <a:t>7</a:t>
                      </a:r>
                      <a:endParaRPr lang="zh-CN" altLang="en-US" b="1" dirty="0">
                        <a:solidFill>
                          <a:srgbClr val="0000FF"/>
                        </a:solidFill>
                      </a:endParaRPr>
                    </a:p>
                  </a:txBody>
                  <a:tcPr/>
                </a:tc>
                <a:tc>
                  <a:txBody>
                    <a:bodyPr/>
                    <a:lstStyle/>
                    <a:p>
                      <a:endParaRPr lang="zh-CN" altLang="en-US" b="1">
                        <a:solidFill>
                          <a:srgbClr val="0000FF"/>
                        </a:solidFill>
                      </a:endParaRPr>
                    </a:p>
                  </a:txBody>
                  <a:tcPr/>
                </a:tc>
                <a:tc>
                  <a:txBody>
                    <a:bodyPr/>
                    <a:lstStyle/>
                    <a:p>
                      <a:r>
                        <a:rPr lang="en-US" altLang="zh-CN" b="1" dirty="0">
                          <a:solidFill>
                            <a:srgbClr val="0000FF"/>
                          </a:solidFill>
                        </a:rPr>
                        <a:t>10</a:t>
                      </a:r>
                      <a:endParaRPr lang="zh-CN" altLang="en-US" b="1" dirty="0">
                        <a:solidFill>
                          <a:srgbClr val="0000FF"/>
                        </a:solidFill>
                      </a:endParaRPr>
                    </a:p>
                  </a:txBody>
                  <a:tcPr/>
                </a:tc>
                <a:tc>
                  <a:txBody>
                    <a:bodyPr/>
                    <a:lstStyle/>
                    <a:p>
                      <a:r>
                        <a:rPr lang="en-US" altLang="zh-CN" b="1" dirty="0">
                          <a:solidFill>
                            <a:srgbClr val="0000FF"/>
                          </a:solidFill>
                        </a:rPr>
                        <a:t>-1  8</a:t>
                      </a:r>
                      <a:endParaRPr lang="zh-CN" altLang="en-US" b="1" dirty="0">
                        <a:solidFill>
                          <a:srgbClr val="0000FF"/>
                        </a:solidFill>
                      </a:endParaRPr>
                    </a:p>
                  </a:txBody>
                  <a:tcPr/>
                </a:tc>
                <a:tc>
                  <a:txBody>
                    <a:bodyPr/>
                    <a:lstStyle/>
                    <a:p>
                      <a:r>
                        <a:rPr lang="en-US" altLang="zh-CN" b="1" dirty="0">
                          <a:solidFill>
                            <a:srgbClr val="0000FF"/>
                          </a:solidFill>
                        </a:rPr>
                        <a:t>6</a:t>
                      </a:r>
                      <a:endParaRPr lang="zh-CN" altLang="en-US" b="1" dirty="0">
                        <a:solidFill>
                          <a:srgbClr val="0000FF"/>
                        </a:solidFill>
                      </a:endParaRPr>
                    </a:p>
                  </a:txBody>
                  <a:tcPr/>
                </a:tc>
                <a:tc>
                  <a:txBody>
                    <a:bodyPr/>
                    <a:lstStyle/>
                    <a:p>
                      <a:r>
                        <a:rPr lang="en-US" altLang="zh-CN" b="1" dirty="0">
                          <a:solidFill>
                            <a:srgbClr val="0000FF"/>
                          </a:solidFill>
                        </a:rPr>
                        <a:t>0</a:t>
                      </a:r>
                      <a:endParaRPr lang="zh-CN" altLang="en-US" b="1" dirty="0">
                        <a:solidFill>
                          <a:srgbClr val="0000FF"/>
                        </a:solidFill>
                      </a:endParaRPr>
                    </a:p>
                  </a:txBody>
                  <a:tcPr/>
                </a:tc>
                <a:extLst>
                  <a:ext uri="{0D108BD9-81ED-4DB2-BD59-A6C34878D82A}">
                    <a16:rowId xmlns:a16="http://schemas.microsoft.com/office/drawing/2014/main" val="3804984542"/>
                  </a:ext>
                </a:extLst>
              </a:tr>
              <a:tr h="370840">
                <a:tc>
                  <a:txBody>
                    <a:bodyPr/>
                    <a:lstStyle/>
                    <a:p>
                      <a:r>
                        <a:rPr lang="en-US" altLang="zh-CN" b="1" dirty="0">
                          <a:solidFill>
                            <a:srgbClr val="0000FF"/>
                          </a:solidFill>
                        </a:rPr>
                        <a:t>8</a:t>
                      </a:r>
                      <a:endParaRPr lang="zh-CN" altLang="en-US" b="1" dirty="0">
                        <a:solidFill>
                          <a:srgbClr val="0000FF"/>
                        </a:solidFill>
                      </a:endParaRPr>
                    </a:p>
                  </a:txBody>
                  <a:tcPr/>
                </a:tc>
                <a:tc>
                  <a:txBody>
                    <a:bodyPr/>
                    <a:lstStyle/>
                    <a:p>
                      <a:endParaRPr lang="zh-CN" altLang="en-US" b="1">
                        <a:solidFill>
                          <a:srgbClr val="0000FF"/>
                        </a:solidFill>
                      </a:endParaRPr>
                    </a:p>
                  </a:txBody>
                  <a:tcPr/>
                </a:tc>
                <a:tc>
                  <a:txBody>
                    <a:bodyPr/>
                    <a:lstStyle/>
                    <a:p>
                      <a:r>
                        <a:rPr lang="en-US" altLang="zh-CN" b="1" dirty="0">
                          <a:solidFill>
                            <a:srgbClr val="0000FF"/>
                          </a:solidFill>
                        </a:rPr>
                        <a:t>17</a:t>
                      </a:r>
                      <a:endParaRPr lang="zh-CN" altLang="en-US" b="1" dirty="0">
                        <a:solidFill>
                          <a:srgbClr val="0000FF"/>
                        </a:solidFill>
                      </a:endParaRPr>
                    </a:p>
                  </a:txBody>
                  <a:tcPr/>
                </a:tc>
                <a:tc>
                  <a:txBody>
                    <a:bodyPr/>
                    <a:lstStyle/>
                    <a:p>
                      <a:r>
                        <a:rPr lang="en-US" altLang="zh-CN" b="1" dirty="0">
                          <a:solidFill>
                            <a:srgbClr val="0000FF"/>
                          </a:solidFill>
                        </a:rPr>
                        <a:t>-1</a:t>
                      </a:r>
                      <a:endParaRPr lang="zh-CN" altLang="en-US" b="1" dirty="0">
                        <a:solidFill>
                          <a:srgbClr val="0000FF"/>
                        </a:solidFill>
                      </a:endParaRPr>
                    </a:p>
                  </a:txBody>
                  <a:tcPr/>
                </a:tc>
                <a:tc>
                  <a:txBody>
                    <a:bodyPr/>
                    <a:lstStyle/>
                    <a:p>
                      <a:r>
                        <a:rPr lang="en-US" altLang="zh-CN" b="1" dirty="0">
                          <a:solidFill>
                            <a:srgbClr val="0000FF"/>
                          </a:solidFill>
                        </a:rPr>
                        <a:t>7</a:t>
                      </a:r>
                      <a:endParaRPr lang="zh-CN" altLang="en-US" b="1" dirty="0">
                        <a:solidFill>
                          <a:srgbClr val="0000FF"/>
                        </a:solidFill>
                      </a:endParaRPr>
                    </a:p>
                  </a:txBody>
                  <a:tcPr/>
                </a:tc>
                <a:tc>
                  <a:txBody>
                    <a:bodyPr/>
                    <a:lstStyle/>
                    <a:p>
                      <a:r>
                        <a:rPr lang="en-US" altLang="zh-CN" b="1" dirty="0">
                          <a:solidFill>
                            <a:srgbClr val="0000FF"/>
                          </a:solidFill>
                        </a:rPr>
                        <a:t>3</a:t>
                      </a:r>
                      <a:endParaRPr lang="zh-CN" altLang="en-US" b="1" dirty="0">
                        <a:solidFill>
                          <a:srgbClr val="0000FF"/>
                        </a:solidFill>
                      </a:endParaRPr>
                    </a:p>
                  </a:txBody>
                  <a:tcPr/>
                </a:tc>
                <a:extLst>
                  <a:ext uri="{0D108BD9-81ED-4DB2-BD59-A6C34878D82A}">
                    <a16:rowId xmlns:a16="http://schemas.microsoft.com/office/drawing/2014/main" val="3899752060"/>
                  </a:ext>
                </a:extLst>
              </a:tr>
            </a:tbl>
          </a:graphicData>
        </a:graphic>
      </p:graphicFrame>
      <p:grpSp>
        <p:nvGrpSpPr>
          <p:cNvPr id="5" name="组合 4">
            <a:extLst>
              <a:ext uri="{FF2B5EF4-FFF2-40B4-BE49-F238E27FC236}">
                <a16:creationId xmlns:a16="http://schemas.microsoft.com/office/drawing/2014/main" id="{A1A4D85D-D549-9B29-5DB4-E5D3AF8C51E1}"/>
              </a:ext>
            </a:extLst>
          </p:cNvPr>
          <p:cNvGrpSpPr/>
          <p:nvPr/>
        </p:nvGrpSpPr>
        <p:grpSpPr>
          <a:xfrm>
            <a:off x="7878910" y="1293758"/>
            <a:ext cx="3464297" cy="3989141"/>
            <a:chOff x="5144288" y="142875"/>
            <a:chExt cx="3464297" cy="3989141"/>
          </a:xfrm>
        </p:grpSpPr>
        <p:grpSp>
          <p:nvGrpSpPr>
            <p:cNvPr id="6" name="组合 5">
              <a:extLst>
                <a:ext uri="{FF2B5EF4-FFF2-40B4-BE49-F238E27FC236}">
                  <a16:creationId xmlns:a16="http://schemas.microsoft.com/office/drawing/2014/main" id="{37D40BFB-9B87-08F2-CB51-43EB7205B01B}"/>
                </a:ext>
              </a:extLst>
            </p:cNvPr>
            <p:cNvGrpSpPr/>
            <p:nvPr/>
          </p:nvGrpSpPr>
          <p:grpSpPr>
            <a:xfrm>
              <a:off x="5144288" y="142875"/>
              <a:ext cx="3442970" cy="3286125"/>
              <a:chOff x="4786314" y="2428868"/>
              <a:chExt cx="3357586" cy="3286148"/>
            </a:xfrm>
          </p:grpSpPr>
          <p:sp>
            <p:nvSpPr>
              <p:cNvPr id="12" name="椭圆 11">
                <a:extLst>
                  <a:ext uri="{FF2B5EF4-FFF2-40B4-BE49-F238E27FC236}">
                    <a16:creationId xmlns:a16="http://schemas.microsoft.com/office/drawing/2014/main" id="{0ACDEDDA-0855-59DD-15DE-5143B7F50D10}"/>
                  </a:ext>
                </a:extLst>
              </p:cNvPr>
              <p:cNvSpPr/>
              <p:nvPr/>
            </p:nvSpPr>
            <p:spPr>
              <a:xfrm>
                <a:off x="4786314" y="5214950"/>
                <a:ext cx="428628" cy="500066"/>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bodyPr>
              <a:lstStyle/>
              <a:p>
                <a:pPr algn="ctr"/>
                <a:r>
                  <a:rPr lang="en-US" altLang="zh-CN" sz="2300" b="1">
                    <a:ln w="22225">
                      <a:solidFill>
                        <a:schemeClr val="accent2"/>
                      </a:solidFill>
                      <a:prstDash val="solid"/>
                    </a:ln>
                    <a:solidFill>
                      <a:schemeClr val="accent2">
                        <a:lumMod val="40000"/>
                        <a:lumOff val="60000"/>
                      </a:schemeClr>
                    </a:solidFill>
                    <a:effectLst/>
                    <a:latin typeface="微软雅黑" panose="020B0503020204020204" charset="-122"/>
                    <a:ea typeface="微软雅黑" panose="020B0503020204020204" charset="-122"/>
                    <a:cs typeface="Consolas" panose="020B0609020204030204" pitchFamily="49" charset="0"/>
                  </a:rPr>
                  <a:t>2</a:t>
                </a:r>
              </a:p>
            </p:txBody>
          </p:sp>
          <p:sp>
            <p:nvSpPr>
              <p:cNvPr id="13" name="椭圆 12">
                <a:extLst>
                  <a:ext uri="{FF2B5EF4-FFF2-40B4-BE49-F238E27FC236}">
                    <a16:creationId xmlns:a16="http://schemas.microsoft.com/office/drawing/2014/main" id="{CF409BD0-1B0E-D9F7-E790-50AEBB593C3D}"/>
                  </a:ext>
                </a:extLst>
              </p:cNvPr>
              <p:cNvSpPr/>
              <p:nvPr/>
            </p:nvSpPr>
            <p:spPr>
              <a:xfrm>
                <a:off x="5715008" y="5214950"/>
                <a:ext cx="428628" cy="500066"/>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bodyPr>
              <a:lstStyle/>
              <a:p>
                <a:pPr algn="ctr"/>
                <a:r>
                  <a:rPr lang="en-US" altLang="zh-CN" sz="2300" b="1">
                    <a:ln w="22225">
                      <a:solidFill>
                        <a:schemeClr val="accent2"/>
                      </a:solidFill>
                      <a:prstDash val="solid"/>
                    </a:ln>
                    <a:solidFill>
                      <a:schemeClr val="accent2">
                        <a:lumMod val="40000"/>
                        <a:lumOff val="60000"/>
                      </a:schemeClr>
                    </a:solidFill>
                    <a:effectLst/>
                    <a:latin typeface="微软雅黑" panose="020B0503020204020204" charset="-122"/>
                    <a:ea typeface="微软雅黑" panose="020B0503020204020204" charset="-122"/>
                    <a:cs typeface="Consolas" panose="020B0609020204030204" pitchFamily="49" charset="0"/>
                  </a:rPr>
                  <a:t>1</a:t>
                </a:r>
              </a:p>
            </p:txBody>
          </p:sp>
          <p:sp>
            <p:nvSpPr>
              <p:cNvPr id="14" name="椭圆 13">
                <a:extLst>
                  <a:ext uri="{FF2B5EF4-FFF2-40B4-BE49-F238E27FC236}">
                    <a16:creationId xmlns:a16="http://schemas.microsoft.com/office/drawing/2014/main" id="{267DB98E-586F-43BB-8269-F17B8C135C2F}"/>
                  </a:ext>
                </a:extLst>
              </p:cNvPr>
              <p:cNvSpPr/>
              <p:nvPr/>
            </p:nvSpPr>
            <p:spPr>
              <a:xfrm>
                <a:off x="5286380" y="4500570"/>
                <a:ext cx="428628" cy="500066"/>
              </a:xfrm>
              <a:prstGeom prst="ellipse">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300" b="1">
                    <a:solidFill>
                      <a:schemeClr val="tx1"/>
                    </a:solidFill>
                    <a:latin typeface="微软雅黑" panose="020B0503020204020204" charset="-122"/>
                    <a:ea typeface="微软雅黑" panose="020B0503020204020204" charset="-122"/>
                    <a:cs typeface="Consolas" panose="020B0609020204030204" pitchFamily="49" charset="0"/>
                  </a:rPr>
                  <a:t>3</a:t>
                </a:r>
              </a:p>
            </p:txBody>
          </p:sp>
          <p:cxnSp>
            <p:nvCxnSpPr>
              <p:cNvPr id="15" name="直接连接符 14">
                <a:extLst>
                  <a:ext uri="{FF2B5EF4-FFF2-40B4-BE49-F238E27FC236}">
                    <a16:creationId xmlns:a16="http://schemas.microsoft.com/office/drawing/2014/main" id="{C580DFF8-CC71-4055-A413-6E3AEBE7FDB8}"/>
                  </a:ext>
                </a:extLst>
              </p:cNvPr>
              <p:cNvCxnSpPr>
                <a:stCxn id="14" idx="3"/>
                <a:endCxn id="12" idx="7"/>
              </p:cNvCxnSpPr>
              <p:nvPr/>
            </p:nvCxnSpPr>
            <p:spPr>
              <a:xfrm rot="5400000">
                <a:off x="5070271" y="5009303"/>
                <a:ext cx="360780" cy="196980"/>
              </a:xfrm>
              <a:prstGeom prst="line">
                <a:avLst/>
              </a:prstGeom>
            </p:spPr>
            <p:style>
              <a:lnRef idx="2">
                <a:schemeClr val="dk1"/>
              </a:lnRef>
              <a:fillRef idx="0">
                <a:schemeClr val="dk1"/>
              </a:fillRef>
              <a:effectRef idx="1">
                <a:schemeClr val="dk1"/>
              </a:effectRef>
              <a:fontRef idx="minor">
                <a:schemeClr val="tx1"/>
              </a:fontRef>
            </p:style>
          </p:cxnSp>
          <p:cxnSp>
            <p:nvCxnSpPr>
              <p:cNvPr id="16" name="直接连接符 15">
                <a:extLst>
                  <a:ext uri="{FF2B5EF4-FFF2-40B4-BE49-F238E27FC236}">
                    <a16:creationId xmlns:a16="http://schemas.microsoft.com/office/drawing/2014/main" id="{128F90F7-4210-58F4-45B6-901CE3D84BE7}"/>
                  </a:ext>
                </a:extLst>
              </p:cNvPr>
              <p:cNvCxnSpPr>
                <a:stCxn id="14" idx="5"/>
                <a:endCxn id="13" idx="1"/>
              </p:cNvCxnSpPr>
              <p:nvPr/>
            </p:nvCxnSpPr>
            <p:spPr>
              <a:xfrm rot="16200000" flipH="1">
                <a:off x="5534618" y="5045022"/>
                <a:ext cx="360780" cy="125542"/>
              </a:xfrm>
              <a:prstGeom prst="line">
                <a:avLst/>
              </a:prstGeom>
            </p:spPr>
            <p:style>
              <a:lnRef idx="2">
                <a:schemeClr val="dk1"/>
              </a:lnRef>
              <a:fillRef idx="0">
                <a:schemeClr val="dk1"/>
              </a:fillRef>
              <a:effectRef idx="1">
                <a:schemeClr val="dk1"/>
              </a:effectRef>
              <a:fontRef idx="minor">
                <a:schemeClr val="tx1"/>
              </a:fontRef>
            </p:style>
          </p:cxnSp>
          <p:sp>
            <p:nvSpPr>
              <p:cNvPr id="17" name="椭圆 16">
                <a:extLst>
                  <a:ext uri="{FF2B5EF4-FFF2-40B4-BE49-F238E27FC236}">
                    <a16:creationId xmlns:a16="http://schemas.microsoft.com/office/drawing/2014/main" id="{D54A44C7-7035-E96A-6BF4-82FD7D26BF5C}"/>
                  </a:ext>
                </a:extLst>
              </p:cNvPr>
              <p:cNvSpPr/>
              <p:nvPr/>
            </p:nvSpPr>
            <p:spPr>
              <a:xfrm>
                <a:off x="6286512" y="4500570"/>
                <a:ext cx="428628" cy="500066"/>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bodyPr>
              <a:lstStyle/>
              <a:p>
                <a:pPr algn="ctr"/>
                <a:r>
                  <a:rPr lang="en-US" altLang="zh-CN" sz="2300" b="1">
                    <a:ln w="22225">
                      <a:solidFill>
                        <a:schemeClr val="accent2"/>
                      </a:solidFill>
                      <a:prstDash val="solid"/>
                    </a:ln>
                    <a:solidFill>
                      <a:schemeClr val="accent2">
                        <a:lumMod val="40000"/>
                        <a:lumOff val="60000"/>
                      </a:schemeClr>
                    </a:solidFill>
                    <a:effectLst/>
                    <a:latin typeface="微软雅黑" panose="020B0503020204020204" charset="-122"/>
                    <a:ea typeface="微软雅黑" panose="020B0503020204020204" charset="-122"/>
                    <a:cs typeface="Consolas" panose="020B0609020204030204" pitchFamily="49" charset="0"/>
                  </a:rPr>
                  <a:t>3</a:t>
                </a:r>
              </a:p>
            </p:txBody>
          </p:sp>
          <p:sp>
            <p:nvSpPr>
              <p:cNvPr id="18" name="椭圆 17">
                <a:extLst>
                  <a:ext uri="{FF2B5EF4-FFF2-40B4-BE49-F238E27FC236}">
                    <a16:creationId xmlns:a16="http://schemas.microsoft.com/office/drawing/2014/main" id="{EC3D552B-69A7-6209-BF43-BE9207E9055F}"/>
                  </a:ext>
                </a:extLst>
              </p:cNvPr>
              <p:cNvSpPr/>
              <p:nvPr/>
            </p:nvSpPr>
            <p:spPr>
              <a:xfrm>
                <a:off x="5786446" y="3786190"/>
                <a:ext cx="428628" cy="500066"/>
              </a:xfrm>
              <a:prstGeom prst="ellipse">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300" b="1">
                    <a:solidFill>
                      <a:schemeClr val="tx1"/>
                    </a:solidFill>
                    <a:latin typeface="微软雅黑" panose="020B0503020204020204" charset="-122"/>
                    <a:ea typeface="微软雅黑" panose="020B0503020204020204" charset="-122"/>
                    <a:cs typeface="Consolas" panose="020B0609020204030204" pitchFamily="49" charset="0"/>
                  </a:rPr>
                  <a:t>6</a:t>
                </a:r>
              </a:p>
            </p:txBody>
          </p:sp>
          <p:cxnSp>
            <p:nvCxnSpPr>
              <p:cNvPr id="19" name="直接连接符 18">
                <a:extLst>
                  <a:ext uri="{FF2B5EF4-FFF2-40B4-BE49-F238E27FC236}">
                    <a16:creationId xmlns:a16="http://schemas.microsoft.com/office/drawing/2014/main" id="{FBA9BA01-8E50-95DF-EC8A-166C8A77F3DF}"/>
                  </a:ext>
                </a:extLst>
              </p:cNvPr>
              <p:cNvCxnSpPr>
                <a:stCxn id="18" idx="3"/>
                <a:endCxn id="14" idx="7"/>
              </p:cNvCxnSpPr>
              <p:nvPr/>
            </p:nvCxnSpPr>
            <p:spPr>
              <a:xfrm rot="5400000">
                <a:off x="5570337" y="4294923"/>
                <a:ext cx="360780" cy="196980"/>
              </a:xfrm>
              <a:prstGeom prst="line">
                <a:avLst/>
              </a:prstGeom>
            </p:spPr>
            <p:style>
              <a:lnRef idx="2">
                <a:schemeClr val="dk1"/>
              </a:lnRef>
              <a:fillRef idx="0">
                <a:schemeClr val="dk1"/>
              </a:fillRef>
              <a:effectRef idx="1">
                <a:schemeClr val="dk1"/>
              </a:effectRef>
              <a:fontRef idx="minor">
                <a:schemeClr val="tx1"/>
              </a:fontRef>
            </p:style>
          </p:cxnSp>
          <p:cxnSp>
            <p:nvCxnSpPr>
              <p:cNvPr id="20" name="直接连接符 19">
                <a:extLst>
                  <a:ext uri="{FF2B5EF4-FFF2-40B4-BE49-F238E27FC236}">
                    <a16:creationId xmlns:a16="http://schemas.microsoft.com/office/drawing/2014/main" id="{6BC19356-D406-32A3-9EEC-2D7160767E17}"/>
                  </a:ext>
                </a:extLst>
              </p:cNvPr>
              <p:cNvCxnSpPr>
                <a:stCxn id="18" idx="5"/>
                <a:endCxn id="17" idx="1"/>
              </p:cNvCxnSpPr>
              <p:nvPr/>
            </p:nvCxnSpPr>
            <p:spPr>
              <a:xfrm rot="16200000" flipH="1">
                <a:off x="6070403" y="4294923"/>
                <a:ext cx="360780" cy="196980"/>
              </a:xfrm>
              <a:prstGeom prst="line">
                <a:avLst/>
              </a:prstGeom>
            </p:spPr>
            <p:style>
              <a:lnRef idx="2">
                <a:schemeClr val="dk1"/>
              </a:lnRef>
              <a:fillRef idx="0">
                <a:schemeClr val="dk1"/>
              </a:fillRef>
              <a:effectRef idx="1">
                <a:schemeClr val="dk1"/>
              </a:effectRef>
              <a:fontRef idx="minor">
                <a:schemeClr val="tx1"/>
              </a:fontRef>
            </p:style>
          </p:cxnSp>
          <p:sp>
            <p:nvSpPr>
              <p:cNvPr id="21" name="椭圆 20">
                <a:extLst>
                  <a:ext uri="{FF2B5EF4-FFF2-40B4-BE49-F238E27FC236}">
                    <a16:creationId xmlns:a16="http://schemas.microsoft.com/office/drawing/2014/main" id="{3AAC207A-1C57-BA4C-DEC4-5A71E95B3E39}"/>
                  </a:ext>
                </a:extLst>
              </p:cNvPr>
              <p:cNvSpPr/>
              <p:nvPr/>
            </p:nvSpPr>
            <p:spPr>
              <a:xfrm>
                <a:off x="6786578" y="3786190"/>
                <a:ext cx="428628" cy="500066"/>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bodyPr>
              <a:lstStyle/>
              <a:p>
                <a:pPr algn="ctr"/>
                <a:r>
                  <a:rPr lang="en-US" altLang="zh-CN" sz="2300" b="1">
                    <a:ln w="22225">
                      <a:solidFill>
                        <a:schemeClr val="accent2"/>
                      </a:solidFill>
                      <a:prstDash val="solid"/>
                    </a:ln>
                    <a:solidFill>
                      <a:schemeClr val="accent2">
                        <a:lumMod val="40000"/>
                        <a:lumOff val="60000"/>
                      </a:schemeClr>
                    </a:solidFill>
                    <a:effectLst/>
                    <a:latin typeface="微软雅黑" panose="020B0503020204020204" charset="-122"/>
                    <a:ea typeface="微软雅黑" panose="020B0503020204020204" charset="-122"/>
                    <a:cs typeface="Consolas" panose="020B0609020204030204" pitchFamily="49" charset="0"/>
                  </a:rPr>
                  <a:t>4</a:t>
                </a:r>
              </a:p>
            </p:txBody>
          </p:sp>
          <p:sp>
            <p:nvSpPr>
              <p:cNvPr id="22" name="椭圆 21">
                <a:extLst>
                  <a:ext uri="{FF2B5EF4-FFF2-40B4-BE49-F238E27FC236}">
                    <a16:creationId xmlns:a16="http://schemas.microsoft.com/office/drawing/2014/main" id="{D0A703CA-D6BD-CD50-9045-3C5ECCA55979}"/>
                  </a:ext>
                </a:extLst>
              </p:cNvPr>
              <p:cNvSpPr/>
              <p:nvPr/>
            </p:nvSpPr>
            <p:spPr>
              <a:xfrm>
                <a:off x="6209975" y="3072128"/>
                <a:ext cx="505310" cy="500384"/>
              </a:xfrm>
              <a:prstGeom prst="ellipse">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300" b="1">
                    <a:solidFill>
                      <a:schemeClr val="tx1"/>
                    </a:solidFill>
                    <a:latin typeface="微软雅黑" panose="020B0503020204020204" charset="-122"/>
                    <a:ea typeface="微软雅黑" panose="020B0503020204020204" charset="-122"/>
                    <a:cs typeface="Consolas" panose="020B0609020204030204" pitchFamily="49" charset="0"/>
                  </a:rPr>
                  <a:t>10</a:t>
                </a:r>
              </a:p>
            </p:txBody>
          </p:sp>
          <p:sp>
            <p:nvSpPr>
              <p:cNvPr id="23" name="椭圆 22">
                <a:extLst>
                  <a:ext uri="{FF2B5EF4-FFF2-40B4-BE49-F238E27FC236}">
                    <a16:creationId xmlns:a16="http://schemas.microsoft.com/office/drawing/2014/main" id="{2C591E2A-DA1A-AE05-161D-8D68D25AE319}"/>
                  </a:ext>
                </a:extLst>
              </p:cNvPr>
              <p:cNvSpPr/>
              <p:nvPr/>
            </p:nvSpPr>
            <p:spPr>
              <a:xfrm>
                <a:off x="6849043" y="2428868"/>
                <a:ext cx="561662" cy="500384"/>
              </a:xfrm>
              <a:prstGeom prst="ellipse">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300" b="1">
                    <a:solidFill>
                      <a:schemeClr val="tx1"/>
                    </a:solidFill>
                    <a:latin typeface="微软雅黑" panose="020B0503020204020204" charset="-122"/>
                    <a:ea typeface="微软雅黑" panose="020B0503020204020204" charset="-122"/>
                    <a:cs typeface="Consolas" panose="020B0609020204030204" pitchFamily="49" charset="0"/>
                  </a:rPr>
                  <a:t>17</a:t>
                </a:r>
              </a:p>
            </p:txBody>
          </p:sp>
          <p:sp>
            <p:nvSpPr>
              <p:cNvPr id="24" name="椭圆 23">
                <a:extLst>
                  <a:ext uri="{FF2B5EF4-FFF2-40B4-BE49-F238E27FC236}">
                    <a16:creationId xmlns:a16="http://schemas.microsoft.com/office/drawing/2014/main" id="{A8E94D1D-F04E-C32A-B245-0386B4626501}"/>
                  </a:ext>
                </a:extLst>
              </p:cNvPr>
              <p:cNvSpPr/>
              <p:nvPr/>
            </p:nvSpPr>
            <p:spPr>
              <a:xfrm>
                <a:off x="7715272" y="3000372"/>
                <a:ext cx="428628" cy="500066"/>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scene3d>
                  <a:camera prst="orthographicFront"/>
                  <a:lightRig rig="threePt" dir="t"/>
                </a:scene3d>
              </a:bodyPr>
              <a:lstStyle/>
              <a:p>
                <a:pPr algn="ctr"/>
                <a:r>
                  <a:rPr lang="en-US" altLang="zh-CN" sz="2300" b="1">
                    <a:ln w="22225">
                      <a:solidFill>
                        <a:schemeClr val="accent2"/>
                      </a:solidFill>
                      <a:prstDash val="solid"/>
                    </a:ln>
                    <a:solidFill>
                      <a:schemeClr val="accent2">
                        <a:lumMod val="40000"/>
                        <a:lumOff val="60000"/>
                      </a:schemeClr>
                    </a:solidFill>
                    <a:effectLst/>
                    <a:latin typeface="微软雅黑" panose="020B0503020204020204" charset="-122"/>
                    <a:ea typeface="微软雅黑" panose="020B0503020204020204" charset="-122"/>
                    <a:cs typeface="Consolas" panose="020B0609020204030204" pitchFamily="49" charset="0"/>
                  </a:rPr>
                  <a:t>7</a:t>
                </a:r>
              </a:p>
            </p:txBody>
          </p:sp>
          <p:cxnSp>
            <p:nvCxnSpPr>
              <p:cNvPr id="25" name="直接连接符 24">
                <a:extLst>
                  <a:ext uri="{FF2B5EF4-FFF2-40B4-BE49-F238E27FC236}">
                    <a16:creationId xmlns:a16="http://schemas.microsoft.com/office/drawing/2014/main" id="{C004F8D2-50C0-D201-3C60-CC57B06C4909}"/>
                  </a:ext>
                </a:extLst>
              </p:cNvPr>
              <p:cNvCxnSpPr>
                <a:stCxn id="23" idx="3"/>
                <a:endCxn id="22" idx="7"/>
              </p:cNvCxnSpPr>
              <p:nvPr/>
            </p:nvCxnSpPr>
            <p:spPr>
              <a:xfrm flipH="1">
                <a:off x="6641110" y="2856336"/>
                <a:ext cx="290429" cy="288927"/>
              </a:xfrm>
              <a:prstGeom prst="line">
                <a:avLst/>
              </a:prstGeom>
            </p:spPr>
            <p:style>
              <a:lnRef idx="2">
                <a:schemeClr val="accent1"/>
              </a:lnRef>
              <a:fillRef idx="0">
                <a:schemeClr val="accent1"/>
              </a:fillRef>
              <a:effectRef idx="1">
                <a:schemeClr val="accent1"/>
              </a:effectRef>
              <a:fontRef idx="minor">
                <a:schemeClr val="tx1"/>
              </a:fontRef>
            </p:style>
          </p:cxnSp>
          <p:cxnSp>
            <p:nvCxnSpPr>
              <p:cNvPr id="26" name="直接连接符 25">
                <a:extLst>
                  <a:ext uri="{FF2B5EF4-FFF2-40B4-BE49-F238E27FC236}">
                    <a16:creationId xmlns:a16="http://schemas.microsoft.com/office/drawing/2014/main" id="{E0B265E4-9845-958B-7A83-4B2409C83A4C}"/>
                  </a:ext>
                </a:extLst>
              </p:cNvPr>
              <p:cNvCxnSpPr>
                <a:stCxn id="23" idx="5"/>
                <a:endCxn id="24" idx="1"/>
              </p:cNvCxnSpPr>
              <p:nvPr/>
            </p:nvCxnSpPr>
            <p:spPr>
              <a:xfrm>
                <a:off x="7328131" y="2856336"/>
                <a:ext cx="449577" cy="217172"/>
              </a:xfrm>
              <a:prstGeom prst="line">
                <a:avLst/>
              </a:prstGeom>
            </p:spPr>
            <p:style>
              <a:lnRef idx="2">
                <a:schemeClr val="accent1"/>
              </a:lnRef>
              <a:fillRef idx="0">
                <a:schemeClr val="accent1"/>
              </a:fillRef>
              <a:effectRef idx="1">
                <a:schemeClr val="accent1"/>
              </a:effectRef>
              <a:fontRef idx="minor">
                <a:schemeClr val="tx1"/>
              </a:fontRef>
            </p:style>
          </p:cxnSp>
          <p:cxnSp>
            <p:nvCxnSpPr>
              <p:cNvPr id="27" name="直接连接符 26">
                <a:extLst>
                  <a:ext uri="{FF2B5EF4-FFF2-40B4-BE49-F238E27FC236}">
                    <a16:creationId xmlns:a16="http://schemas.microsoft.com/office/drawing/2014/main" id="{C20FE0A6-C07F-6E7D-C752-A26E9735D340}"/>
                  </a:ext>
                </a:extLst>
              </p:cNvPr>
              <p:cNvCxnSpPr>
                <a:stCxn id="22" idx="3"/>
                <a:endCxn id="18" idx="7"/>
              </p:cNvCxnSpPr>
              <p:nvPr/>
            </p:nvCxnSpPr>
            <p:spPr>
              <a:xfrm flipH="1">
                <a:off x="6152361" y="3499278"/>
                <a:ext cx="131901" cy="360048"/>
              </a:xfrm>
              <a:prstGeom prst="line">
                <a:avLst/>
              </a:prstGeom>
            </p:spPr>
            <p:style>
              <a:lnRef idx="2">
                <a:schemeClr val="accent1"/>
              </a:lnRef>
              <a:fillRef idx="0">
                <a:schemeClr val="accent1"/>
              </a:fillRef>
              <a:effectRef idx="1">
                <a:schemeClr val="accent1"/>
              </a:effectRef>
              <a:fontRef idx="minor">
                <a:schemeClr val="tx1"/>
              </a:fontRef>
            </p:style>
          </p:cxnSp>
          <p:cxnSp>
            <p:nvCxnSpPr>
              <p:cNvPr id="28" name="直接连接符 27">
                <a:extLst>
                  <a:ext uri="{FF2B5EF4-FFF2-40B4-BE49-F238E27FC236}">
                    <a16:creationId xmlns:a16="http://schemas.microsoft.com/office/drawing/2014/main" id="{9D465B12-5454-B27A-4B8A-E76126487097}"/>
                  </a:ext>
                </a:extLst>
              </p:cNvPr>
              <p:cNvCxnSpPr>
                <a:stCxn id="22" idx="5"/>
                <a:endCxn id="21" idx="1"/>
              </p:cNvCxnSpPr>
              <p:nvPr/>
            </p:nvCxnSpPr>
            <p:spPr>
              <a:xfrm>
                <a:off x="6641222" y="3499278"/>
                <a:ext cx="208069" cy="360048"/>
              </a:xfrm>
              <a:prstGeom prst="line">
                <a:avLst/>
              </a:prstGeom>
            </p:spPr>
            <p:style>
              <a:lnRef idx="2">
                <a:schemeClr val="accent1"/>
              </a:lnRef>
              <a:fillRef idx="0">
                <a:schemeClr val="accent1"/>
              </a:fillRef>
              <a:effectRef idx="1">
                <a:schemeClr val="accent1"/>
              </a:effectRef>
              <a:fontRef idx="minor">
                <a:schemeClr val="tx1"/>
              </a:fontRef>
            </p:style>
          </p:cxnSp>
          <p:sp>
            <p:nvSpPr>
              <p:cNvPr id="29" name="TextBox 40">
                <a:extLst>
                  <a:ext uri="{FF2B5EF4-FFF2-40B4-BE49-F238E27FC236}">
                    <a16:creationId xmlns:a16="http://schemas.microsoft.com/office/drawing/2014/main" id="{EEC4CACA-BC4B-0DA3-F3E2-AA461C019549}"/>
                  </a:ext>
                </a:extLst>
              </p:cNvPr>
              <p:cNvSpPr txBox="1"/>
              <p:nvPr/>
            </p:nvSpPr>
            <p:spPr>
              <a:xfrm>
                <a:off x="6620397" y="2736210"/>
                <a:ext cx="142876" cy="353697"/>
              </a:xfrm>
              <a:prstGeom prst="rect">
                <a:avLst/>
              </a:prstGeom>
              <a:noFill/>
            </p:spPr>
            <p:txBody>
              <a:bodyPr wrap="square" lIns="0" tIns="0" rIns="0" bIns="0" rtlCol="0">
                <a:spAutoFit/>
              </a:bodyPr>
              <a:lstStyle/>
              <a:p>
                <a:r>
                  <a:rPr lang="en-US" altLang="zh-CN" sz="2300" b="1">
                    <a:solidFill>
                      <a:schemeClr val="tx1"/>
                    </a:solidFill>
                    <a:latin typeface="微软雅黑" panose="020B0503020204020204" charset="-122"/>
                    <a:ea typeface="微软雅黑" panose="020B0503020204020204" charset="-122"/>
                    <a:cs typeface="Consolas" panose="020B0609020204030204" pitchFamily="49" charset="0"/>
                  </a:rPr>
                  <a:t>0</a:t>
                </a:r>
              </a:p>
            </p:txBody>
          </p:sp>
          <p:sp>
            <p:nvSpPr>
              <p:cNvPr id="30" name="TextBox 41">
                <a:extLst>
                  <a:ext uri="{FF2B5EF4-FFF2-40B4-BE49-F238E27FC236}">
                    <a16:creationId xmlns:a16="http://schemas.microsoft.com/office/drawing/2014/main" id="{3CAE0613-1589-57B4-D988-E67795B238C6}"/>
                  </a:ext>
                </a:extLst>
              </p:cNvPr>
              <p:cNvSpPr txBox="1"/>
              <p:nvPr/>
            </p:nvSpPr>
            <p:spPr>
              <a:xfrm>
                <a:off x="7572396" y="2714620"/>
                <a:ext cx="142876" cy="353697"/>
              </a:xfrm>
              <a:prstGeom prst="rect">
                <a:avLst/>
              </a:prstGeom>
              <a:noFill/>
            </p:spPr>
            <p:txBody>
              <a:bodyPr wrap="square" lIns="0" tIns="0" rIns="0" bIns="0" rtlCol="0">
                <a:spAutoFit/>
              </a:bodyPr>
              <a:lstStyle/>
              <a:p>
                <a:r>
                  <a:rPr lang="en-US" altLang="zh-CN" sz="2300" b="1">
                    <a:solidFill>
                      <a:schemeClr val="tx1"/>
                    </a:solidFill>
                    <a:latin typeface="微软雅黑" panose="020B0503020204020204" charset="-122"/>
                    <a:ea typeface="微软雅黑" panose="020B0503020204020204" charset="-122"/>
                    <a:cs typeface="Consolas" panose="020B0609020204030204" pitchFamily="49" charset="0"/>
                  </a:rPr>
                  <a:t>1</a:t>
                </a:r>
              </a:p>
            </p:txBody>
          </p:sp>
          <p:sp>
            <p:nvSpPr>
              <p:cNvPr id="31" name="TextBox 42">
                <a:extLst>
                  <a:ext uri="{FF2B5EF4-FFF2-40B4-BE49-F238E27FC236}">
                    <a16:creationId xmlns:a16="http://schemas.microsoft.com/office/drawing/2014/main" id="{02C34CB0-2D81-F740-D29D-D9FEF8D09CCD}"/>
                  </a:ext>
                </a:extLst>
              </p:cNvPr>
              <p:cNvSpPr txBox="1"/>
              <p:nvPr/>
            </p:nvSpPr>
            <p:spPr>
              <a:xfrm>
                <a:off x="6072198" y="3462860"/>
                <a:ext cx="142876" cy="353697"/>
              </a:xfrm>
              <a:prstGeom prst="rect">
                <a:avLst/>
              </a:prstGeom>
              <a:noFill/>
            </p:spPr>
            <p:txBody>
              <a:bodyPr wrap="square" lIns="0" tIns="0" rIns="0" bIns="0" rtlCol="0">
                <a:spAutoFit/>
              </a:bodyPr>
              <a:lstStyle/>
              <a:p>
                <a:r>
                  <a:rPr lang="en-US" altLang="zh-CN" sz="2300" b="1">
                    <a:solidFill>
                      <a:schemeClr val="tx1"/>
                    </a:solidFill>
                    <a:latin typeface="微软雅黑" panose="020B0503020204020204" charset="-122"/>
                    <a:ea typeface="微软雅黑" panose="020B0503020204020204" charset="-122"/>
                    <a:cs typeface="Consolas" panose="020B0609020204030204" pitchFamily="49" charset="0"/>
                  </a:rPr>
                  <a:t>0</a:t>
                </a:r>
              </a:p>
            </p:txBody>
          </p:sp>
          <p:sp>
            <p:nvSpPr>
              <p:cNvPr id="32" name="TextBox 43">
                <a:extLst>
                  <a:ext uri="{FF2B5EF4-FFF2-40B4-BE49-F238E27FC236}">
                    <a16:creationId xmlns:a16="http://schemas.microsoft.com/office/drawing/2014/main" id="{F38726CF-B0F0-ECA6-038F-9D0097398A28}"/>
                  </a:ext>
                </a:extLst>
              </p:cNvPr>
              <p:cNvSpPr txBox="1"/>
              <p:nvPr/>
            </p:nvSpPr>
            <p:spPr>
              <a:xfrm>
                <a:off x="6786578" y="3462860"/>
                <a:ext cx="142876" cy="353697"/>
              </a:xfrm>
              <a:prstGeom prst="rect">
                <a:avLst/>
              </a:prstGeom>
              <a:noFill/>
            </p:spPr>
            <p:txBody>
              <a:bodyPr wrap="square" lIns="0" tIns="0" rIns="0" bIns="0" rtlCol="0">
                <a:spAutoFit/>
              </a:bodyPr>
              <a:lstStyle/>
              <a:p>
                <a:r>
                  <a:rPr lang="en-US" altLang="zh-CN" sz="2300" b="1">
                    <a:solidFill>
                      <a:schemeClr val="tx1"/>
                    </a:solidFill>
                    <a:latin typeface="微软雅黑" panose="020B0503020204020204" charset="-122"/>
                    <a:ea typeface="微软雅黑" panose="020B0503020204020204" charset="-122"/>
                    <a:cs typeface="Consolas" panose="020B0609020204030204" pitchFamily="49" charset="0"/>
                  </a:rPr>
                  <a:t>1</a:t>
                </a:r>
              </a:p>
            </p:txBody>
          </p:sp>
          <p:sp>
            <p:nvSpPr>
              <p:cNvPr id="33" name="TextBox 44">
                <a:extLst>
                  <a:ext uri="{FF2B5EF4-FFF2-40B4-BE49-F238E27FC236}">
                    <a16:creationId xmlns:a16="http://schemas.microsoft.com/office/drawing/2014/main" id="{DCD0602F-6A5E-40BF-5381-A9935BC6146F}"/>
                  </a:ext>
                </a:extLst>
              </p:cNvPr>
              <p:cNvSpPr txBox="1"/>
              <p:nvPr/>
            </p:nvSpPr>
            <p:spPr>
              <a:xfrm>
                <a:off x="5584658" y="4127136"/>
                <a:ext cx="142876" cy="353697"/>
              </a:xfrm>
              <a:prstGeom prst="rect">
                <a:avLst/>
              </a:prstGeom>
              <a:noFill/>
            </p:spPr>
            <p:txBody>
              <a:bodyPr wrap="square" lIns="0" tIns="0" rIns="0" bIns="0" rtlCol="0">
                <a:spAutoFit/>
              </a:bodyPr>
              <a:lstStyle/>
              <a:p>
                <a:r>
                  <a:rPr lang="en-US" altLang="zh-CN" sz="2300" b="1">
                    <a:solidFill>
                      <a:schemeClr val="tx1"/>
                    </a:solidFill>
                    <a:latin typeface="微软雅黑" panose="020B0503020204020204" charset="-122"/>
                    <a:ea typeface="微软雅黑" panose="020B0503020204020204" charset="-122"/>
                    <a:cs typeface="Consolas" panose="020B0609020204030204" pitchFamily="49" charset="0"/>
                  </a:rPr>
                  <a:t>0</a:t>
                </a:r>
              </a:p>
            </p:txBody>
          </p:sp>
          <p:sp>
            <p:nvSpPr>
              <p:cNvPr id="34" name="TextBox 45">
                <a:extLst>
                  <a:ext uri="{FF2B5EF4-FFF2-40B4-BE49-F238E27FC236}">
                    <a16:creationId xmlns:a16="http://schemas.microsoft.com/office/drawing/2014/main" id="{72E3AF9C-5D5B-CA16-E16E-99DCA9F1C179}"/>
                  </a:ext>
                </a:extLst>
              </p:cNvPr>
              <p:cNvSpPr txBox="1"/>
              <p:nvPr/>
            </p:nvSpPr>
            <p:spPr>
              <a:xfrm>
                <a:off x="6299038" y="4127136"/>
                <a:ext cx="142876" cy="353697"/>
              </a:xfrm>
              <a:prstGeom prst="rect">
                <a:avLst/>
              </a:prstGeom>
              <a:noFill/>
            </p:spPr>
            <p:txBody>
              <a:bodyPr wrap="square" lIns="0" tIns="0" rIns="0" bIns="0" rtlCol="0">
                <a:spAutoFit/>
              </a:bodyPr>
              <a:lstStyle/>
              <a:p>
                <a:r>
                  <a:rPr lang="en-US" altLang="zh-CN" sz="2300" b="1">
                    <a:solidFill>
                      <a:schemeClr val="tx1"/>
                    </a:solidFill>
                    <a:latin typeface="微软雅黑" panose="020B0503020204020204" charset="-122"/>
                    <a:ea typeface="微软雅黑" panose="020B0503020204020204" charset="-122"/>
                    <a:cs typeface="Consolas" panose="020B0609020204030204" pitchFamily="49" charset="0"/>
                  </a:rPr>
                  <a:t>1</a:t>
                </a:r>
              </a:p>
            </p:txBody>
          </p:sp>
          <p:sp>
            <p:nvSpPr>
              <p:cNvPr id="35" name="TextBox 46">
                <a:extLst>
                  <a:ext uri="{FF2B5EF4-FFF2-40B4-BE49-F238E27FC236}">
                    <a16:creationId xmlns:a16="http://schemas.microsoft.com/office/drawing/2014/main" id="{79BCF282-F59E-8B68-B3B3-4C8CAF39A73E}"/>
                  </a:ext>
                </a:extLst>
              </p:cNvPr>
              <p:cNvSpPr txBox="1"/>
              <p:nvPr/>
            </p:nvSpPr>
            <p:spPr>
              <a:xfrm>
                <a:off x="5072066" y="4904146"/>
                <a:ext cx="142876" cy="353697"/>
              </a:xfrm>
              <a:prstGeom prst="rect">
                <a:avLst/>
              </a:prstGeom>
              <a:noFill/>
            </p:spPr>
            <p:txBody>
              <a:bodyPr wrap="square" lIns="0" tIns="0" rIns="0" bIns="0" rtlCol="0">
                <a:spAutoFit/>
              </a:bodyPr>
              <a:lstStyle/>
              <a:p>
                <a:r>
                  <a:rPr lang="en-US" altLang="zh-CN" sz="2300" b="1">
                    <a:solidFill>
                      <a:schemeClr val="tx1"/>
                    </a:solidFill>
                    <a:latin typeface="微软雅黑" panose="020B0503020204020204" charset="-122"/>
                    <a:ea typeface="微软雅黑" panose="020B0503020204020204" charset="-122"/>
                    <a:cs typeface="Consolas" panose="020B0609020204030204" pitchFamily="49" charset="0"/>
                  </a:rPr>
                  <a:t>0</a:t>
                </a:r>
              </a:p>
            </p:txBody>
          </p:sp>
          <p:sp>
            <p:nvSpPr>
              <p:cNvPr id="36" name="TextBox 47">
                <a:extLst>
                  <a:ext uri="{FF2B5EF4-FFF2-40B4-BE49-F238E27FC236}">
                    <a16:creationId xmlns:a16="http://schemas.microsoft.com/office/drawing/2014/main" id="{C51FD3FE-53DD-DB7C-3D33-8886ADBB5586}"/>
                  </a:ext>
                </a:extLst>
              </p:cNvPr>
              <p:cNvSpPr txBox="1"/>
              <p:nvPr/>
            </p:nvSpPr>
            <p:spPr>
              <a:xfrm>
                <a:off x="5786446" y="4904146"/>
                <a:ext cx="142876" cy="353697"/>
              </a:xfrm>
              <a:prstGeom prst="rect">
                <a:avLst/>
              </a:prstGeom>
              <a:noFill/>
            </p:spPr>
            <p:txBody>
              <a:bodyPr wrap="square" lIns="0" tIns="0" rIns="0" bIns="0" rtlCol="0">
                <a:spAutoFit/>
              </a:bodyPr>
              <a:lstStyle/>
              <a:p>
                <a:r>
                  <a:rPr lang="en-US" altLang="zh-CN" sz="2300" b="1">
                    <a:solidFill>
                      <a:schemeClr val="tx1"/>
                    </a:solidFill>
                    <a:latin typeface="微软雅黑" panose="020B0503020204020204" charset="-122"/>
                    <a:ea typeface="微软雅黑" panose="020B0503020204020204" charset="-122"/>
                    <a:cs typeface="Consolas" panose="020B0609020204030204" pitchFamily="49" charset="0"/>
                  </a:rPr>
                  <a:t>1</a:t>
                </a:r>
              </a:p>
            </p:txBody>
          </p:sp>
        </p:grpSp>
        <p:sp>
          <p:nvSpPr>
            <p:cNvPr id="7" name="文本框 6">
              <a:extLst>
                <a:ext uri="{FF2B5EF4-FFF2-40B4-BE49-F238E27FC236}">
                  <a16:creationId xmlns:a16="http://schemas.microsoft.com/office/drawing/2014/main" id="{E78C3BF4-A703-7FE5-384F-51BE78EE5337}"/>
                </a:ext>
              </a:extLst>
            </p:cNvPr>
            <p:cNvSpPr txBox="1"/>
            <p:nvPr/>
          </p:nvSpPr>
          <p:spPr>
            <a:xfrm>
              <a:off x="6178402" y="3547241"/>
              <a:ext cx="434299" cy="584775"/>
            </a:xfrm>
            <a:prstGeom prst="rect">
              <a:avLst/>
            </a:prstGeom>
            <a:noFill/>
          </p:spPr>
          <p:txBody>
            <a:bodyPr wrap="square" rtlCol="0">
              <a:spAutoFit/>
            </a:bodyPr>
            <a:lstStyle/>
            <a:p>
              <a:r>
                <a:rPr lang="en-US" altLang="zh-CN" sz="3200" dirty="0"/>
                <a:t>c</a:t>
              </a:r>
              <a:endParaRPr lang="zh-CN" altLang="en-US" sz="3200" dirty="0"/>
            </a:p>
          </p:txBody>
        </p:sp>
        <p:sp>
          <p:nvSpPr>
            <p:cNvPr id="8" name="文本框 7">
              <a:extLst>
                <a:ext uri="{FF2B5EF4-FFF2-40B4-BE49-F238E27FC236}">
                  <a16:creationId xmlns:a16="http://schemas.microsoft.com/office/drawing/2014/main" id="{3A969DE4-F0F6-940F-F448-4BCE85FEE205}"/>
                </a:ext>
              </a:extLst>
            </p:cNvPr>
            <p:cNvSpPr txBox="1"/>
            <p:nvPr/>
          </p:nvSpPr>
          <p:spPr>
            <a:xfrm>
              <a:off x="5186144" y="3547241"/>
              <a:ext cx="434299" cy="584775"/>
            </a:xfrm>
            <a:prstGeom prst="rect">
              <a:avLst/>
            </a:prstGeom>
            <a:noFill/>
          </p:spPr>
          <p:txBody>
            <a:bodyPr wrap="square" rtlCol="0">
              <a:spAutoFit/>
            </a:bodyPr>
            <a:lstStyle/>
            <a:p>
              <a:r>
                <a:rPr lang="en-US" altLang="zh-CN" sz="3200" dirty="0"/>
                <a:t>b</a:t>
              </a:r>
              <a:endParaRPr lang="zh-CN" altLang="en-US" sz="3200" dirty="0"/>
            </a:p>
          </p:txBody>
        </p:sp>
        <p:sp>
          <p:nvSpPr>
            <p:cNvPr id="9" name="文本框 8">
              <a:extLst>
                <a:ext uri="{FF2B5EF4-FFF2-40B4-BE49-F238E27FC236}">
                  <a16:creationId xmlns:a16="http://schemas.microsoft.com/office/drawing/2014/main" id="{40620BB1-28CC-8810-CA70-3DC6142FFDA7}"/>
                </a:ext>
              </a:extLst>
            </p:cNvPr>
            <p:cNvSpPr txBox="1"/>
            <p:nvPr/>
          </p:nvSpPr>
          <p:spPr>
            <a:xfrm>
              <a:off x="6747787" y="2768977"/>
              <a:ext cx="434299" cy="584775"/>
            </a:xfrm>
            <a:prstGeom prst="rect">
              <a:avLst/>
            </a:prstGeom>
            <a:noFill/>
          </p:spPr>
          <p:txBody>
            <a:bodyPr wrap="square" rtlCol="0">
              <a:spAutoFit/>
            </a:bodyPr>
            <a:lstStyle/>
            <a:p>
              <a:r>
                <a:rPr lang="en-US" altLang="zh-CN" sz="3200" dirty="0"/>
                <a:t>e</a:t>
              </a:r>
              <a:endParaRPr lang="zh-CN" altLang="en-US" sz="3200" dirty="0"/>
            </a:p>
          </p:txBody>
        </p:sp>
        <p:sp>
          <p:nvSpPr>
            <p:cNvPr id="10" name="文本框 9">
              <a:extLst>
                <a:ext uri="{FF2B5EF4-FFF2-40B4-BE49-F238E27FC236}">
                  <a16:creationId xmlns:a16="http://schemas.microsoft.com/office/drawing/2014/main" id="{87E80ADD-25FA-DD07-51C8-AE9DA5FE2F9E}"/>
                </a:ext>
              </a:extLst>
            </p:cNvPr>
            <p:cNvSpPr txBox="1"/>
            <p:nvPr/>
          </p:nvSpPr>
          <p:spPr>
            <a:xfrm>
              <a:off x="7370082" y="1998760"/>
              <a:ext cx="434299" cy="584775"/>
            </a:xfrm>
            <a:prstGeom prst="rect">
              <a:avLst/>
            </a:prstGeom>
            <a:noFill/>
          </p:spPr>
          <p:txBody>
            <a:bodyPr wrap="square" rtlCol="0">
              <a:spAutoFit/>
            </a:bodyPr>
            <a:lstStyle/>
            <a:p>
              <a:r>
                <a:rPr lang="en-US" altLang="zh-CN" sz="3200" dirty="0"/>
                <a:t>a</a:t>
              </a:r>
              <a:endParaRPr lang="zh-CN" altLang="en-US" sz="3200" dirty="0"/>
            </a:p>
          </p:txBody>
        </p:sp>
        <p:sp>
          <p:nvSpPr>
            <p:cNvPr id="11" name="文本框 10">
              <a:extLst>
                <a:ext uri="{FF2B5EF4-FFF2-40B4-BE49-F238E27FC236}">
                  <a16:creationId xmlns:a16="http://schemas.microsoft.com/office/drawing/2014/main" id="{24279442-91D7-026A-9C92-AFDFD3563C33}"/>
                </a:ext>
              </a:extLst>
            </p:cNvPr>
            <p:cNvSpPr txBox="1"/>
            <p:nvPr/>
          </p:nvSpPr>
          <p:spPr>
            <a:xfrm>
              <a:off x="8174286" y="1280935"/>
              <a:ext cx="434299" cy="584775"/>
            </a:xfrm>
            <a:prstGeom prst="rect">
              <a:avLst/>
            </a:prstGeom>
            <a:noFill/>
          </p:spPr>
          <p:txBody>
            <a:bodyPr wrap="square" rtlCol="0">
              <a:spAutoFit/>
            </a:bodyPr>
            <a:lstStyle/>
            <a:p>
              <a:r>
                <a:rPr lang="en-US" altLang="zh-CN" sz="3200" dirty="0"/>
                <a:t>e</a:t>
              </a:r>
              <a:endParaRPr lang="zh-CN" altLang="en-US" sz="3200" dirty="0"/>
            </a:p>
          </p:txBody>
        </p:sp>
      </p:grpSp>
    </p:spTree>
    <p:extLst>
      <p:ext uri="{BB962C8B-B14F-4D97-AF65-F5344CB8AC3E}">
        <p14:creationId xmlns:p14="http://schemas.microsoft.com/office/powerpoint/2010/main" val="2068615268"/>
      </p:ext>
    </p:extLst>
  </p:cSld>
  <p:clrMapOvr>
    <a:overrideClrMapping bg1="lt1" tx1="dk1" bg2="lt2" tx2="dk2" accent1="accent1" accent2="accent2" accent3="accent3" accent4="accent4" accent5="accent5" accent6="accent6" hlink="hlink" folHlink="folHlink"/>
  </p:clrMapOvr>
</p:sld>
</file>

<file path=ppt/slides/slide55.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161796" name="Rectangle 4"/>
          <p:cNvSpPr>
            <a:spLocks noChangeArrowheads="1"/>
          </p:cNvSpPr>
          <p:nvPr/>
        </p:nvSpPr>
        <p:spPr bwMode="auto">
          <a:xfrm>
            <a:off x="165101" y="2108202"/>
            <a:ext cx="309880" cy="460375"/>
          </a:xfrm>
          <a:prstGeom prst="rect">
            <a:avLst/>
          </a:prstGeom>
          <a:noFill/>
          <a:ln w="9525">
            <a:noFill/>
            <a:miter lim="800000"/>
          </a:ln>
          <a:effectLst/>
        </p:spPr>
        <p:txBody>
          <a:bodyPr wrap="none" anchor="ctr">
            <a:spAutoFit/>
          </a:bodyPr>
          <a:lstStyle/>
          <a:p>
            <a:endParaRPr lang="zh-CN" altLang="en-US" sz="2400" b="1">
              <a:solidFill>
                <a:srgbClr val="0033CC"/>
              </a:solidFill>
              <a:latin typeface="Times New Roman" panose="02020603050405020304" pitchFamily="18" charset="0"/>
              <a:ea typeface="楷体_GB2312" pitchFamily="49" charset="-122"/>
            </a:endParaRPr>
          </a:p>
        </p:txBody>
      </p:sp>
      <p:sp>
        <p:nvSpPr>
          <p:cNvPr id="6" name="TextBox 5"/>
          <p:cNvSpPr txBox="1"/>
          <p:nvPr/>
        </p:nvSpPr>
        <p:spPr>
          <a:xfrm>
            <a:off x="1557170" y="1194921"/>
            <a:ext cx="7978140" cy="5702300"/>
          </a:xfrm>
          <a:prstGeom prst="rect">
            <a:avLst/>
          </a:prstGeom>
          <a:solidFill>
            <a:schemeClr val="bg1">
              <a:lumMod val="9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5"/>
          </a:lnRef>
          <a:fillRef idx="2">
            <a:schemeClr val="accent5"/>
          </a:fillRef>
          <a:effectRef idx="1">
            <a:schemeClr val="accent5"/>
          </a:effectRef>
          <a:fontRef idx="minor">
            <a:schemeClr val="dk1"/>
          </a:fontRef>
        </p:style>
        <p:txBody>
          <a:bodyPr wrap="square" lIns="216000" tIns="216000" bIns="216000" rtlCol="0">
            <a:noAutofit/>
          </a:bodyPr>
          <a:lstStyle/>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int n;</a:t>
            </a:r>
            <a:endPar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struct </a:t>
            </a:r>
            <a:r>
              <a:rPr lang="en-US" altLang="zh-CN"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HTreeNode</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哈夫曼树结点类型</a:t>
            </a: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char data;				//</a:t>
            </a:r>
            <a:r>
              <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字符</a:t>
            </a: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int weight;				//</a:t>
            </a:r>
            <a:r>
              <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权值</a:t>
            </a: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int parent;				//</a:t>
            </a:r>
            <a:r>
              <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双亲的位置</a:t>
            </a: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int </a:t>
            </a:r>
            <a:r>
              <a:rPr lang="en-US" altLang="zh-CN"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lchild</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左孩子的位置</a:t>
            </a: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int </a:t>
            </a:r>
            <a:r>
              <a:rPr lang="en-US" altLang="zh-CN"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rchild</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右孩子的位置</a:t>
            </a: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HTreeNode</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ht</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[MAX];			//</a:t>
            </a:r>
            <a:r>
              <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存放哈夫曼树</a:t>
            </a: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map&lt;</a:t>
            </a:r>
            <a:r>
              <a:rPr lang="en-US" altLang="zh-CN"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char,string</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&gt; </a:t>
            </a:r>
            <a:r>
              <a:rPr lang="en-US" altLang="zh-CN"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htcode</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存放哈夫曼编码</a:t>
            </a:r>
          </a:p>
          <a:p>
            <a:pPr>
              <a:lnSpc>
                <a:spcPct val="200000"/>
              </a:lnSpc>
            </a:pP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struct </a:t>
            </a:r>
            <a:r>
              <a:rPr lang="en-US" altLang="zh-CN"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NodeType</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优先队列结点类型</a:t>
            </a: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int no;				//</a:t>
            </a:r>
            <a:r>
              <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对应哈夫曼树</a:t>
            </a:r>
            <a:r>
              <a:rPr lang="en-US" altLang="zh-CN"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ht</a:t>
            </a:r>
            <a:r>
              <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中的位置</a:t>
            </a: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char data;				//</a:t>
            </a:r>
            <a:r>
              <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字符</a:t>
            </a: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int  weight;			//</a:t>
            </a:r>
            <a:r>
              <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权值</a:t>
            </a: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bool operator&lt;(const </a:t>
            </a:r>
            <a:r>
              <a:rPr lang="en-US" altLang="zh-CN"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NodeType</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&amp;s) const</a:t>
            </a:r>
            <a:endPar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					//</a:t>
            </a:r>
            <a:r>
              <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用于创建小根堆</a:t>
            </a: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return </a:t>
            </a:r>
            <a:r>
              <a:rPr lang="en-US" altLang="zh-CN"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s.weight</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&lt;weight;</a:t>
            </a:r>
            <a:endPar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Tree>
  </p:cSld>
  <p:clrMapOvr>
    <a:overrideClrMapping bg1="lt1" tx1="dk1" bg2="lt2" tx2="dk2" accent1="accent1" accent2="accent2" accent3="accent3" accent4="accent4" accent5="accent5" accent6="accent6" hlink="hlink" folHlink="folHlink"/>
  </p:clrMapOvr>
</p:sld>
</file>

<file path=ppt/slides/slide56.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1026459" y="1631763"/>
            <a:ext cx="8138160" cy="3025140"/>
          </a:xfrm>
          <a:prstGeom prst="rect">
            <a:avLst/>
          </a:prstGeom>
          <a:solidFill>
            <a:schemeClr val="bg1">
              <a:lumMod val="9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5"/>
          </a:lnRef>
          <a:fillRef idx="2">
            <a:schemeClr val="accent5"/>
          </a:fillRef>
          <a:effectRef idx="1">
            <a:schemeClr val="accent5"/>
          </a:effectRef>
          <a:fontRef idx="minor">
            <a:schemeClr val="dk1"/>
          </a:fontRef>
        </p:style>
        <p:txBody>
          <a:bodyPr wrap="square" lIns="144000" tIns="144000" bIns="144000" rtlCol="0">
            <a:noAutofit/>
          </a:bodyPr>
          <a:lstStyle/>
          <a:p>
            <a:r>
              <a:rPr lang="en-US" altLang="zh-CN" b="1">
                <a:solidFill>
                  <a:srgbClr val="FF0000"/>
                </a:solidFill>
                <a:latin typeface="Consolas" panose="020B0609020204030204" pitchFamily="49" charset="0"/>
                <a:ea typeface="仿宋" panose="02010609060101010101" pitchFamily="49" charset="-122"/>
                <a:cs typeface="Consolas" panose="020B0609020204030204" pitchFamily="49" charset="0"/>
              </a:rPr>
              <a:t>void CreateHTree()			//</a:t>
            </a:r>
            <a:r>
              <a:rPr lang="zh-CN" altLang="zh-CN" b="1">
                <a:solidFill>
                  <a:srgbClr val="FF0000"/>
                </a:solidFill>
                <a:latin typeface="Consolas" panose="020B0609020204030204" pitchFamily="49" charset="0"/>
                <a:ea typeface="仿宋" panose="02010609060101010101" pitchFamily="49" charset="-122"/>
                <a:cs typeface="Consolas" panose="020B0609020204030204" pitchFamily="49" charset="0"/>
              </a:rPr>
              <a:t>构造哈夫曼树</a:t>
            </a:r>
          </a:p>
          <a:p>
            <a:r>
              <a:rPr lang="en-US"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  NodeType e,e1,e2;</a:t>
            </a:r>
            <a:endParaRPr lang="zh-CN" altLang="zh-CN" b="1">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b="1">
                <a:solidFill>
                  <a:srgbClr val="006600"/>
                </a:solidFill>
                <a:latin typeface="Consolas" panose="020B0609020204030204" pitchFamily="49" charset="0"/>
                <a:ea typeface="仿宋" panose="02010609060101010101" pitchFamily="49" charset="-122"/>
                <a:cs typeface="Consolas" panose="020B0609020204030204" pitchFamily="49" charset="0"/>
              </a:rPr>
              <a:t>priority_queue&lt;NodeType&gt; qu;</a:t>
            </a:r>
            <a:endParaRPr lang="zh-CN" altLang="zh-CN" b="1">
              <a:solidFill>
                <a:srgbClr val="006600"/>
              </a:solidFill>
              <a:latin typeface="Consolas" panose="020B0609020204030204" pitchFamily="49" charset="0"/>
              <a:ea typeface="仿宋" panose="02010609060101010101" pitchFamily="49" charset="-122"/>
              <a:cs typeface="Consolas" panose="020B0609020204030204" pitchFamily="49" charset="0"/>
            </a:endParaRPr>
          </a:p>
          <a:p>
            <a:r>
              <a:rPr lang="en-US"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   for (int k=0;k&lt;2*n-1;k++)		</a:t>
            </a:r>
            <a:r>
              <a:rPr lang="en-US"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设置所有结点的指针域</a:t>
            </a:r>
          </a:p>
          <a:p>
            <a:r>
              <a:rPr lang="en-US"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      ht[k].lchild=ht[k].rchild=ht[k].parent=-1;</a:t>
            </a:r>
            <a:endParaRPr lang="zh-CN" altLang="zh-CN" b="1">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b="1">
                <a:solidFill>
                  <a:srgbClr val="9900FF"/>
                </a:solidFill>
                <a:latin typeface="Consolas" panose="020B0609020204030204" pitchFamily="49" charset="0"/>
                <a:ea typeface="仿宋" panose="02010609060101010101" pitchFamily="49" charset="-122"/>
                <a:cs typeface="Consolas" panose="020B0609020204030204" pitchFamily="49" charset="0"/>
              </a:rPr>
              <a:t>   for (int i=0;i&lt;n;i++)		</a:t>
            </a:r>
            <a:r>
              <a:rPr lang="en-US"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将</a:t>
            </a:r>
            <a:r>
              <a:rPr lang="en-US"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n</a:t>
            </a:r>
            <a:r>
              <a:rPr lang="zh-CN"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个结点进队</a:t>
            </a:r>
            <a:r>
              <a:rPr lang="en-US"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qu</a:t>
            </a:r>
            <a:endParaRPr lang="zh-CN" altLang="zh-CN" b="1">
              <a:solidFill>
                <a:srgbClr val="00B0F0"/>
              </a:solidFill>
              <a:latin typeface="Consolas" panose="020B0609020204030204" pitchFamily="49" charset="0"/>
              <a:ea typeface="仿宋" panose="02010609060101010101" pitchFamily="49" charset="-122"/>
              <a:cs typeface="Consolas" panose="020B0609020204030204" pitchFamily="49" charset="0"/>
            </a:endParaRPr>
          </a:p>
          <a:p>
            <a:r>
              <a:rPr lang="en-US" altLang="zh-CN" b="1">
                <a:solidFill>
                  <a:srgbClr val="9900FF"/>
                </a:solidFill>
                <a:latin typeface="Consolas" panose="020B0609020204030204" pitchFamily="49" charset="0"/>
                <a:ea typeface="仿宋" panose="02010609060101010101" pitchFamily="49" charset="-122"/>
                <a:cs typeface="Consolas" panose="020B0609020204030204" pitchFamily="49" charset="0"/>
              </a:rPr>
              <a:t>   {  e.no=i; e.data=ht[i].data;</a:t>
            </a:r>
            <a:endParaRPr lang="zh-CN" altLang="zh-CN" b="1">
              <a:solidFill>
                <a:srgbClr val="9900FF"/>
              </a:solidFill>
              <a:latin typeface="Consolas" panose="020B0609020204030204" pitchFamily="49" charset="0"/>
              <a:ea typeface="仿宋" panose="02010609060101010101" pitchFamily="49" charset="-122"/>
              <a:cs typeface="Consolas" panose="020B0609020204030204" pitchFamily="49" charset="0"/>
            </a:endParaRPr>
          </a:p>
          <a:p>
            <a:r>
              <a:rPr lang="en-US" altLang="zh-CN" b="1">
                <a:solidFill>
                  <a:srgbClr val="9900FF"/>
                </a:solidFill>
                <a:latin typeface="Consolas" panose="020B0609020204030204" pitchFamily="49" charset="0"/>
                <a:ea typeface="仿宋" panose="02010609060101010101" pitchFamily="49" charset="-122"/>
                <a:cs typeface="Consolas" panose="020B0609020204030204" pitchFamily="49" charset="0"/>
              </a:rPr>
              <a:t>      e.weight=ht[i].weight; qu.push(e);</a:t>
            </a:r>
            <a:endParaRPr lang="zh-CN" altLang="zh-CN" b="1">
              <a:solidFill>
                <a:srgbClr val="9900FF"/>
              </a:solidFill>
              <a:latin typeface="Consolas" panose="020B0609020204030204" pitchFamily="49" charset="0"/>
              <a:ea typeface="仿宋" panose="02010609060101010101" pitchFamily="49" charset="-122"/>
              <a:cs typeface="Consolas" panose="020B0609020204030204" pitchFamily="49" charset="0"/>
            </a:endParaRPr>
          </a:p>
          <a:p>
            <a:r>
              <a:rPr lang="en-US" altLang="zh-CN" b="1">
                <a:solidFill>
                  <a:srgbClr val="9900FF"/>
                </a:solidFill>
                <a:latin typeface="Consolas" panose="020B0609020204030204" pitchFamily="49" charset="0"/>
                <a:ea typeface="仿宋" panose="02010609060101010101" pitchFamily="49" charset="-122"/>
                <a:cs typeface="Consolas" panose="020B0609020204030204" pitchFamily="49" charset="0"/>
              </a:rPr>
              <a:t>   }</a:t>
            </a:r>
            <a:endParaRPr lang="zh-CN" altLang="zh-CN" b="1">
              <a:solidFill>
                <a:srgbClr val="9900FF"/>
              </a:solidFill>
              <a:latin typeface="Consolas" panose="020B0609020204030204" pitchFamily="49" charset="0"/>
              <a:ea typeface="仿宋" panose="02010609060101010101" pitchFamily="49" charset="-122"/>
              <a:cs typeface="Consolas" panose="020B0609020204030204" pitchFamily="49" charset="0"/>
            </a:endParaRPr>
          </a:p>
          <a:p>
            <a:pPr>
              <a:lnSpc>
                <a:spcPct val="150000"/>
              </a:lnSpc>
            </a:pPr>
            <a:r>
              <a:rPr lang="en-US"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  </a:t>
            </a:r>
            <a:endParaRPr lang="zh-CN" altLang="zh-CN" b="1">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4" name="TextBox 1"/>
          <p:cNvSpPr txBox="1"/>
          <p:nvPr>
            <p:custDataLst>
              <p:tags r:id="rId2"/>
            </p:custDataLst>
          </p:nvPr>
        </p:nvSpPr>
        <p:spPr>
          <a:xfrm>
            <a:off x="1187076" y="1290022"/>
            <a:ext cx="8450580" cy="4180205"/>
          </a:xfrm>
          <a:prstGeom prst="rect">
            <a:avLst/>
          </a:prstGeom>
          <a:solidFill>
            <a:schemeClr val="bg1">
              <a:lumMod val="9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5"/>
          </a:lnRef>
          <a:fillRef idx="2">
            <a:schemeClr val="accent5"/>
          </a:fillRef>
          <a:effectRef idx="1">
            <a:schemeClr val="accent5"/>
          </a:effectRef>
          <a:fontRef idx="minor">
            <a:schemeClr val="dk1"/>
          </a:fontRef>
        </p:style>
        <p:txBody>
          <a:bodyPr wrap="square" lIns="144000" tIns="144000" bIns="144000" rtlCol="0">
            <a:noAutofit/>
          </a:bodyPr>
          <a:lstStyle/>
          <a:p>
            <a:pPr>
              <a:lnSpc>
                <a:spcPct val="150000"/>
              </a:lnSpc>
            </a:pP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for (int j=</a:t>
            </a:r>
            <a:r>
              <a:rPr lang="en-US" altLang="zh-CN"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n;j</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&lt;2*n-1;j++)		//</a:t>
            </a:r>
            <a:r>
              <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构造哈夫曼树的</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n-1</a:t>
            </a:r>
            <a:r>
              <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个非叶子结点</a:t>
            </a: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  e1=</a:t>
            </a:r>
            <a:r>
              <a:rPr lang="en-US" altLang="zh-CN"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qu.top</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qu.pop</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出队权值最小的结点</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e1</a:t>
            </a:r>
            <a:endPar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e2=</a:t>
            </a:r>
            <a:r>
              <a:rPr lang="en-US" altLang="zh-CN"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qu.top</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qu.pop</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出队权值次小的结点</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e2</a:t>
            </a:r>
            <a:endPar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ht</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[j].weight=e1.weight+e2.weight; //</a:t>
            </a:r>
            <a:r>
              <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构造哈夫曼树的非叶子结点</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j	</a:t>
            </a:r>
            <a:endPar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ht</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en-US" altLang="zh-CN"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lchild</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=e1.no;</a:t>
            </a:r>
            <a:endPar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ht</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en-US" altLang="zh-CN"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rchild</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=e2.no;</a:t>
            </a:r>
            <a:endPar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ht</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[e1.no].parent=j;		//</a:t>
            </a:r>
            <a:r>
              <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修改</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e1.no</a:t>
            </a:r>
            <a:r>
              <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的双亲为结点</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j</a:t>
            </a:r>
            <a:endPar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ht</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[e2.no].parent=j;		//</a:t>
            </a:r>
            <a:r>
              <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修改</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e2.no</a:t>
            </a:r>
            <a:r>
              <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的双亲为结点</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j</a:t>
            </a:r>
            <a:endPar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e.no=j;				//</a:t>
            </a:r>
            <a:r>
              <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构造队列结点</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e</a:t>
            </a:r>
            <a:endPar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e.weight</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=e1.weight+e2.weight;</a:t>
            </a:r>
            <a:endPar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qu.push</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(e);</a:t>
            </a:r>
            <a:endPar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1060600" y="1144831"/>
            <a:ext cx="8171815" cy="5622290"/>
          </a:xfrm>
          <a:prstGeom prst="rect">
            <a:avLst/>
          </a:prstGeom>
          <a:solidFill>
            <a:schemeClr val="bg1">
              <a:lumMod val="9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5"/>
          </a:lnRef>
          <a:fillRef idx="2">
            <a:schemeClr val="accent5"/>
          </a:fillRef>
          <a:effectRef idx="1">
            <a:schemeClr val="accent5"/>
          </a:effectRef>
          <a:fontRef idx="minor">
            <a:schemeClr val="dk1"/>
          </a:fontRef>
        </p:style>
        <p:txBody>
          <a:bodyPr wrap="square" lIns="180000" tIns="180000" bIns="180000" rtlCol="0">
            <a:spAutoFit/>
          </a:bodyPr>
          <a:lstStyle/>
          <a:p>
            <a:r>
              <a:rPr lang="en-US" altLang="zh-CN" b="1">
                <a:solidFill>
                  <a:srgbClr val="FF0000"/>
                </a:solidFill>
                <a:latin typeface="Consolas" panose="020B0609020204030204" pitchFamily="49" charset="0"/>
                <a:ea typeface="仿宋" panose="02010609060101010101" pitchFamily="49" charset="-122"/>
                <a:cs typeface="Consolas" panose="020B0609020204030204" pitchFamily="49" charset="0"/>
              </a:rPr>
              <a:t>void CreateHCode()		      //</a:t>
            </a:r>
            <a:r>
              <a:rPr lang="zh-CN" altLang="zh-CN" b="1">
                <a:solidFill>
                  <a:srgbClr val="FF0000"/>
                </a:solidFill>
                <a:latin typeface="Consolas" panose="020B0609020204030204" pitchFamily="49" charset="0"/>
                <a:ea typeface="仿宋" panose="02010609060101010101" pitchFamily="49" charset="-122"/>
                <a:cs typeface="Consolas" panose="020B0609020204030204" pitchFamily="49" charset="0"/>
              </a:rPr>
              <a:t>构造哈夫曼编码</a:t>
            </a:r>
          </a:p>
          <a:p>
            <a:r>
              <a:rPr lang="en-US"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  string code;</a:t>
            </a:r>
            <a:endParaRPr lang="zh-CN" altLang="zh-CN" b="1">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   code.reserve(MAX);</a:t>
            </a:r>
            <a:endParaRPr lang="zh-CN" altLang="zh-CN" b="1">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nSpc>
                <a:spcPct val="200000"/>
              </a:lnSpc>
            </a:pPr>
            <a:r>
              <a:rPr lang="en-US"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   for (int i=0;i&lt;n;i++)	      </a:t>
            </a:r>
            <a:r>
              <a:rPr lang="en-US"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构造</a:t>
            </a:r>
            <a:r>
              <a:rPr lang="zh-CN" altLang="zh-CN" b="1">
                <a:solidFill>
                  <a:srgbClr val="9900FF"/>
                </a:solidFill>
                <a:latin typeface="Consolas" panose="020B0609020204030204" pitchFamily="49" charset="0"/>
                <a:ea typeface="仿宋" panose="02010609060101010101" pitchFamily="49" charset="-122"/>
                <a:cs typeface="Consolas" panose="020B0609020204030204" pitchFamily="49" charset="0"/>
              </a:rPr>
              <a:t>叶子结点</a:t>
            </a:r>
            <a:r>
              <a:rPr lang="en-US" altLang="zh-CN" b="1">
                <a:solidFill>
                  <a:srgbClr val="9900FF"/>
                </a:solidFill>
                <a:latin typeface="Consolas" panose="020B0609020204030204" pitchFamily="49" charset="0"/>
                <a:ea typeface="仿宋" panose="02010609060101010101" pitchFamily="49" charset="-122"/>
                <a:cs typeface="Consolas" panose="020B0609020204030204" pitchFamily="49" charset="0"/>
              </a:rPr>
              <a:t>i</a:t>
            </a:r>
            <a:r>
              <a:rPr lang="zh-CN"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的哈夫曼编码</a:t>
            </a:r>
          </a:p>
          <a:p>
            <a:r>
              <a:rPr lang="en-US"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   {  code="";</a:t>
            </a:r>
            <a:endParaRPr lang="zh-CN" altLang="zh-CN" b="1">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      int curno=i;</a:t>
            </a:r>
            <a:endParaRPr lang="zh-CN" altLang="zh-CN" b="1">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      int f=ht[curno].parent;</a:t>
            </a:r>
            <a:endParaRPr lang="zh-CN" altLang="zh-CN" b="1">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      while (f!=-1)		      </a:t>
            </a:r>
            <a:r>
              <a:rPr lang="en-US"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循环到根结点</a:t>
            </a:r>
          </a:p>
          <a:p>
            <a:r>
              <a:rPr lang="en-US"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      {  if (ht[f].lchild==curno)  </a:t>
            </a:r>
            <a:r>
              <a:rPr lang="en-US"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//curno</a:t>
            </a:r>
            <a:r>
              <a:rPr lang="zh-CN"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为双亲</a:t>
            </a:r>
            <a:r>
              <a:rPr lang="en-US"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f</a:t>
            </a:r>
            <a:r>
              <a:rPr lang="zh-CN"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的左孩子</a:t>
            </a:r>
          </a:p>
          <a:p>
            <a:r>
              <a:rPr lang="en-US"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            code='0'+code;</a:t>
            </a:r>
            <a:endParaRPr lang="zh-CN" altLang="zh-CN" b="1">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         else			      </a:t>
            </a:r>
            <a:r>
              <a:rPr lang="en-US"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//curno</a:t>
            </a:r>
            <a:r>
              <a:rPr lang="zh-CN"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为双亲</a:t>
            </a:r>
            <a:r>
              <a:rPr lang="en-US"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f</a:t>
            </a:r>
            <a:r>
              <a:rPr lang="zh-CN"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的右孩子</a:t>
            </a:r>
          </a:p>
          <a:p>
            <a:r>
              <a:rPr lang="en-US"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            code='1'+code;</a:t>
            </a:r>
            <a:endParaRPr lang="zh-CN" altLang="zh-CN" b="1">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         curno=f; f=ht[curno].parent;</a:t>
            </a:r>
            <a:endParaRPr lang="zh-CN" altLang="zh-CN" b="1">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b="1">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      htcode[ht[i].data]=code;     </a:t>
            </a:r>
            <a:r>
              <a:rPr lang="en-US"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得到</a:t>
            </a:r>
            <a:r>
              <a:rPr lang="en-US"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ht[i].data</a:t>
            </a:r>
            <a:r>
              <a:rPr lang="zh-CN"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字符的哈夫曼</a:t>
            </a:r>
            <a:r>
              <a:rPr lang="en-US"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					</a:t>
            </a:r>
            <a:r>
              <a:rPr lang="zh-CN"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编码</a:t>
            </a:r>
          </a:p>
          <a:p>
            <a:r>
              <a:rPr lang="en-US"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b="1">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b="1">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11" end="1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12" end="1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xEl>
                                              <p:pRg st="13" end="1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
                                            <p:txEl>
                                              <p:pRg st="14" end="1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160770" name="Text Box 2"/>
          <p:cNvSpPr txBox="1">
            <a:spLocks noChangeArrowheads="1"/>
          </p:cNvSpPr>
          <p:nvPr/>
        </p:nvSpPr>
        <p:spPr bwMode="auto">
          <a:xfrm>
            <a:off x="1038682" y="1094569"/>
            <a:ext cx="7632700" cy="445135"/>
          </a:xfrm>
          <a:prstGeom prst="rect">
            <a:avLst/>
          </a:prstGeom>
          <a:noFill/>
          <a:ln w="9525">
            <a:noFill/>
            <a:miter lim="800000"/>
          </a:ln>
          <a:effectLst/>
        </p:spPr>
        <p:txBody>
          <a:bodyPr>
            <a:spAutoFit/>
          </a:bodyPr>
          <a:lstStyle/>
          <a:p>
            <a:pPr>
              <a:spcBef>
                <a:spcPct val="50000"/>
              </a:spcBef>
            </a:pPr>
            <a:r>
              <a:rPr lang="en-US" altLang="zh-CN" sz="2300" b="1" dirty="0">
                <a:solidFill>
                  <a:srgbClr val="FF0000"/>
                </a:solidFill>
                <a:latin typeface="华文楷体" panose="02010600040101010101" pitchFamily="2" charset="-122"/>
                <a:ea typeface="华文楷体" panose="02010600040101010101" pitchFamily="2" charset="-122"/>
                <a:cs typeface="Consolas" panose="020B0609020204030204" pitchFamily="49" charset="0"/>
              </a:rPr>
              <a:t>【</a:t>
            </a:r>
            <a:r>
              <a:rPr lang="zh-CN" altLang="en-US" sz="2300" b="1" dirty="0">
                <a:solidFill>
                  <a:srgbClr val="FF0000"/>
                </a:solidFill>
                <a:latin typeface="华文楷体" panose="02010600040101010101" pitchFamily="2" charset="-122"/>
                <a:ea typeface="华文楷体" panose="02010600040101010101" pitchFamily="2" charset="-122"/>
                <a:cs typeface="Consolas" panose="020B0609020204030204" pitchFamily="49" charset="0"/>
              </a:rPr>
              <a:t>算法证明</a:t>
            </a:r>
            <a:r>
              <a:rPr lang="en-US" altLang="zh-CN" sz="2300" b="1" dirty="0">
                <a:solidFill>
                  <a:srgbClr val="FF0000"/>
                </a:solidFill>
                <a:latin typeface="华文楷体" panose="02010600040101010101" pitchFamily="2" charset="-122"/>
                <a:ea typeface="华文楷体" panose="02010600040101010101" pitchFamily="2" charset="-122"/>
                <a:cs typeface="Consolas" panose="020B0609020204030204" pitchFamily="49" charset="0"/>
              </a:rPr>
              <a:t>】</a:t>
            </a:r>
            <a:r>
              <a:rPr lang="zh-CN" altLang="en-US" sz="2300" b="1" dirty="0">
                <a:solidFill>
                  <a:srgbClr val="0000FF"/>
                </a:solidFill>
                <a:latin typeface="华文楷体" panose="02010600040101010101" pitchFamily="2" charset="-122"/>
                <a:ea typeface="华文楷体" panose="02010600040101010101" pitchFamily="2" charset="-122"/>
                <a:cs typeface="Consolas" panose="020B0609020204030204" pitchFamily="49" charset="0"/>
              </a:rPr>
              <a:t>先讨论两个命题及其证明过程。</a:t>
            </a:r>
          </a:p>
        </p:txBody>
      </p:sp>
      <p:sp>
        <p:nvSpPr>
          <p:cNvPr id="160771" name="Text Box 3"/>
          <p:cNvSpPr txBox="1">
            <a:spLocks noChangeArrowheads="1"/>
          </p:cNvSpPr>
          <p:nvPr/>
        </p:nvSpPr>
        <p:spPr bwMode="auto">
          <a:xfrm>
            <a:off x="1221274" y="1586926"/>
            <a:ext cx="8208962" cy="1103572"/>
          </a:xfrm>
          <a:prstGeom prst="rect">
            <a:avLst/>
          </a:prstGeom>
          <a:solidFill>
            <a:schemeClr val="accent6">
              <a:lumMod val="20000"/>
              <a:lumOff val="80000"/>
            </a:schemeClr>
          </a:solidFill>
          <a:ln w="9525">
            <a:noFill/>
            <a:miter lim="800000"/>
          </a:ln>
          <a:effectLst/>
        </p:spPr>
        <p:txBody>
          <a:bodyPr>
            <a:spAutoFit/>
          </a:bodyPr>
          <a:lstStyle/>
          <a:p>
            <a:pPr>
              <a:lnSpc>
                <a:spcPct val="150000"/>
              </a:lnSpc>
              <a:spcBef>
                <a:spcPct val="50000"/>
              </a:spcBef>
            </a:pPr>
            <a:r>
              <a:rPr lang="zh-CN" altLang="en-US" sz="2300" b="1" dirty="0">
                <a:solidFill>
                  <a:srgbClr val="FF0000"/>
                </a:solidFill>
                <a:latin typeface="华文楷体" panose="02010600040101010101" pitchFamily="2" charset="-122"/>
                <a:ea typeface="华文楷体" panose="02010600040101010101" pitchFamily="2" charset="-122"/>
                <a:cs typeface="微软雅黑" panose="020B0503020204020204" charset="-122"/>
              </a:rPr>
              <a:t>命题</a:t>
            </a:r>
            <a:r>
              <a:rPr lang="en-US" altLang="zh-CN" sz="2300" b="1" dirty="0">
                <a:solidFill>
                  <a:srgbClr val="FF0000"/>
                </a:solidFill>
                <a:latin typeface="华文楷体" panose="02010600040101010101" pitchFamily="2" charset="-122"/>
                <a:ea typeface="华文楷体" panose="02010600040101010101" pitchFamily="2" charset="-122"/>
                <a:cs typeface="微软雅黑" panose="020B0503020204020204" charset="-122"/>
              </a:rPr>
              <a:t>1</a:t>
            </a:r>
            <a:r>
              <a:rPr lang="zh-CN" altLang="en-US" sz="2300" b="1" dirty="0">
                <a:solidFill>
                  <a:srgbClr val="FF0000"/>
                </a:solidFill>
                <a:latin typeface="华文楷体" panose="02010600040101010101" pitchFamily="2" charset="-122"/>
                <a:ea typeface="华文楷体" panose="02010600040101010101" pitchFamily="2" charset="-122"/>
                <a:cs typeface="微软雅黑" panose="020B0503020204020204" charset="-122"/>
              </a:rPr>
              <a:t>：</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两个最小权值字符对应的结点</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x</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和</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y</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必须是哈夫曼树中最深的两个结点且它们为兄弟。</a:t>
            </a:r>
          </a:p>
        </p:txBody>
      </p:sp>
      <p:sp>
        <p:nvSpPr>
          <p:cNvPr id="160772" name="Text Box 4"/>
          <p:cNvSpPr txBox="1">
            <a:spLocks noChangeArrowheads="1"/>
          </p:cNvSpPr>
          <p:nvPr/>
        </p:nvSpPr>
        <p:spPr bwMode="auto">
          <a:xfrm>
            <a:off x="824368" y="4933171"/>
            <a:ext cx="8643998" cy="1684020"/>
          </a:xfrm>
          <a:prstGeom prst="rect">
            <a:avLst/>
          </a:prstGeom>
          <a:noFill/>
          <a:ln w="9525">
            <a:noFill/>
            <a:miter lim="800000"/>
          </a:ln>
          <a:effectLst/>
        </p:spPr>
        <p:txBody>
          <a:bodyPr wrap="square">
            <a:spAutoFit/>
          </a:bodyPr>
          <a:lstStyle/>
          <a:p>
            <a:pPr>
              <a:lnSpc>
                <a:spcPct val="150000"/>
              </a:lnSpc>
            </a:pP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　　证明：假设</a:t>
            </a:r>
            <a:r>
              <a:rPr lang="en-US" altLang="zh-CN" sz="2300" b="1" i="1" dirty="0">
                <a:solidFill>
                  <a:srgbClr val="0000FF"/>
                </a:solidFill>
                <a:latin typeface="华文楷体" panose="02010600040101010101" pitchFamily="2" charset="-122"/>
                <a:ea typeface="华文楷体" panose="02010600040101010101" pitchFamily="2" charset="-122"/>
                <a:cs typeface="微软雅黑" panose="020B0503020204020204" charset="-122"/>
              </a:rPr>
              <a:t>x</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结点在哈夫曼树（最优树）中不是最</a:t>
            </a:r>
            <a:r>
              <a:rPr lang="zh-CN" altLang="en-US" sz="2300" b="1">
                <a:solidFill>
                  <a:srgbClr val="0000FF"/>
                </a:solidFill>
                <a:latin typeface="华文楷体" panose="02010600040101010101" pitchFamily="2" charset="-122"/>
                <a:ea typeface="华文楷体" panose="02010600040101010101" pitchFamily="2" charset="-122"/>
                <a:cs typeface="微软雅黑" panose="020B0503020204020204" charset="-122"/>
              </a:rPr>
              <a:t>深的，那</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么存在一个结</a:t>
            </a:r>
            <a:r>
              <a:rPr lang="zh-CN" altLang="en-US" sz="2300" b="1">
                <a:solidFill>
                  <a:srgbClr val="0000FF"/>
                </a:solidFill>
                <a:latin typeface="华文楷体" panose="02010600040101010101" pitchFamily="2" charset="-122"/>
                <a:ea typeface="华文楷体" panose="02010600040101010101" pitchFamily="2" charset="-122"/>
                <a:cs typeface="微软雅黑" panose="020B0503020204020204" charset="-122"/>
              </a:rPr>
              <a:t>点</a:t>
            </a:r>
            <a:r>
              <a:rPr lang="en-US" altLang="zh-CN" sz="2300" b="1" i="1">
                <a:solidFill>
                  <a:srgbClr val="0000FF"/>
                </a:solidFill>
                <a:latin typeface="华文楷体" panose="02010600040101010101" pitchFamily="2" charset="-122"/>
                <a:ea typeface="华文楷体" panose="02010600040101010101" pitchFamily="2" charset="-122"/>
                <a:cs typeface="微软雅黑" panose="020B0503020204020204" charset="-122"/>
              </a:rPr>
              <a:t>z</a:t>
            </a:r>
            <a:r>
              <a:rPr lang="zh-CN" altLang="en-US" sz="2300" b="1">
                <a:solidFill>
                  <a:srgbClr val="0000FF"/>
                </a:solidFill>
                <a:latin typeface="华文楷体" panose="02010600040101010101" pitchFamily="2" charset="-122"/>
                <a:ea typeface="华文楷体" panose="02010600040101010101" pitchFamily="2" charset="-122"/>
                <a:cs typeface="微软雅黑" panose="020B0503020204020204" charset="-122"/>
              </a:rPr>
              <a:t>，有</a:t>
            </a:r>
            <a:r>
              <a:rPr lang="zh-CN" altLang="en-US" sz="2300" b="1" dirty="0">
                <a:solidFill>
                  <a:srgbClr val="0000FF"/>
                </a:solidFill>
                <a:latin typeface="华文楷体" panose="02010600040101010101" pitchFamily="2" charset="-122"/>
                <a:ea typeface="华文楷体" panose="02010600040101010101" pitchFamily="2" charset="-122"/>
              </a:rPr>
              <a:t>w</a:t>
            </a:r>
            <a:r>
              <a:rPr lang="zh-CN" altLang="en-US" sz="2300" b="1" baseline="-25000" dirty="0">
                <a:solidFill>
                  <a:srgbClr val="0000FF"/>
                </a:solidFill>
                <a:latin typeface="华文楷体" panose="02010600040101010101" pitchFamily="2" charset="-122"/>
                <a:ea typeface="华文楷体" panose="02010600040101010101" pitchFamily="2" charset="-122"/>
              </a:rPr>
              <a:t>z</a:t>
            </a:r>
            <a:r>
              <a:rPr lang="zh-CN" altLang="en-US" sz="2300" b="1" dirty="0">
                <a:solidFill>
                  <a:srgbClr val="0000FF"/>
                </a:solidFill>
                <a:latin typeface="华文楷体" panose="02010600040101010101" pitchFamily="2" charset="-122"/>
                <a:ea typeface="华文楷体" panose="02010600040101010101" pitchFamily="2" charset="-122"/>
              </a:rPr>
              <a:t> &gt; w</a:t>
            </a:r>
            <a:r>
              <a:rPr lang="zh-CN" altLang="en-US" sz="2300" b="1" baseline="-25000" dirty="0">
                <a:solidFill>
                  <a:srgbClr val="0000FF"/>
                </a:solidFill>
                <a:latin typeface="华文楷体" panose="02010600040101010101" pitchFamily="2" charset="-122"/>
                <a:ea typeface="华文楷体" panose="02010600040101010101" pitchFamily="2" charset="-122"/>
              </a:rPr>
              <a:t>x</a:t>
            </a:r>
            <a:r>
              <a:rPr lang="zh-CN" altLang="en-US" sz="2300" b="1">
                <a:solidFill>
                  <a:srgbClr val="0000FF"/>
                </a:solidFill>
                <a:latin typeface="华文楷体" panose="02010600040101010101" pitchFamily="2" charset="-122"/>
                <a:ea typeface="华文楷体" panose="02010600040101010101" pitchFamily="2" charset="-122"/>
                <a:cs typeface="微软雅黑" panose="020B0503020204020204" charset="-122"/>
              </a:rPr>
              <a:t>，但</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它比</a:t>
            </a:r>
            <a:r>
              <a:rPr lang="en-US" altLang="zh-CN" sz="2300" b="1" i="1">
                <a:solidFill>
                  <a:srgbClr val="0000FF"/>
                </a:solidFill>
                <a:latin typeface="华文楷体" panose="02010600040101010101" pitchFamily="2" charset="-122"/>
                <a:ea typeface="华文楷体" panose="02010600040101010101" pitchFamily="2" charset="-122"/>
                <a:cs typeface="微软雅黑" panose="020B0503020204020204" charset="-122"/>
              </a:rPr>
              <a:t>x</a:t>
            </a:r>
            <a:r>
              <a:rPr lang="zh-CN" altLang="en-US" sz="2300" b="1">
                <a:solidFill>
                  <a:srgbClr val="0000FF"/>
                </a:solidFill>
                <a:latin typeface="华文楷体" panose="02010600040101010101" pitchFamily="2" charset="-122"/>
                <a:ea typeface="华文楷体" panose="02010600040101010101" pitchFamily="2" charset="-122"/>
                <a:cs typeface="微软雅黑" panose="020B0503020204020204" charset="-122"/>
              </a:rPr>
              <a:t>深，即</a:t>
            </a:r>
            <a:r>
              <a:rPr lang="en-US" altLang="zh-CN" sz="2300" b="1" i="1">
                <a:solidFill>
                  <a:srgbClr val="0000FF"/>
                </a:solidFill>
                <a:latin typeface="华文楷体" panose="02010600040101010101" pitchFamily="2" charset="-122"/>
                <a:ea typeface="华文楷体" panose="02010600040101010101" pitchFamily="2" charset="-122"/>
                <a:cs typeface="微软雅黑" panose="020B0503020204020204" charset="-122"/>
              </a:rPr>
              <a:t>l</a:t>
            </a:r>
            <a:r>
              <a:rPr lang="en-US" altLang="zh-CN" sz="2300" b="1" i="1" baseline="-25000">
                <a:solidFill>
                  <a:srgbClr val="0000FF"/>
                </a:solidFill>
                <a:latin typeface="华文楷体" panose="02010600040101010101" pitchFamily="2" charset="-122"/>
                <a:ea typeface="华文楷体" panose="02010600040101010101" pitchFamily="2" charset="-122"/>
                <a:cs typeface="微软雅黑" panose="020B0503020204020204" charset="-122"/>
              </a:rPr>
              <a:t>z</a:t>
            </a:r>
            <a:r>
              <a:rPr lang="zh-CN" altLang="en-US" sz="2300" b="1" dirty="0">
                <a:solidFill>
                  <a:srgbClr val="0000FF"/>
                </a:solidFill>
                <a:latin typeface="华文楷体" panose="02010600040101010101" pitchFamily="2" charset="-122"/>
                <a:ea typeface="华文楷体" panose="02010600040101010101" pitchFamily="2" charset="-122"/>
              </a:rPr>
              <a:t> &gt; l</a:t>
            </a:r>
            <a:r>
              <a:rPr lang="zh-CN" altLang="en-US" sz="2300" b="1" baseline="-25000" dirty="0">
                <a:solidFill>
                  <a:srgbClr val="0000FF"/>
                </a:solidFill>
                <a:latin typeface="华文楷体" panose="02010600040101010101" pitchFamily="2" charset="-122"/>
                <a:ea typeface="华文楷体" panose="02010600040101010101" pitchFamily="2" charset="-122"/>
              </a:rPr>
              <a:t>x</a:t>
            </a:r>
            <a:r>
              <a:rPr lang="zh-CN" altLang="en-US" sz="2300" b="1">
                <a:solidFill>
                  <a:srgbClr val="0000FF"/>
                </a:solidFill>
                <a:latin typeface="华文楷体" panose="02010600040101010101" pitchFamily="2" charset="-122"/>
                <a:ea typeface="华文楷体" panose="02010600040101010101" pitchFamily="2" charset="-122"/>
                <a:cs typeface="微软雅黑" panose="020B0503020204020204" charset="-122"/>
              </a:rPr>
              <a:t>。</a:t>
            </a:r>
            <a:endPar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endParaRPr>
          </a:p>
          <a:p>
            <a:pPr>
              <a:lnSpc>
                <a:spcPct val="150000"/>
              </a:lnSpc>
            </a:pP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     </a:t>
            </a:r>
            <a:r>
              <a:rPr lang="zh-CN" altLang="en-US" sz="2300" b="1">
                <a:solidFill>
                  <a:srgbClr val="0000FF"/>
                </a:solidFill>
                <a:latin typeface="华文楷体" panose="02010600040101010101" pitchFamily="2" charset="-122"/>
                <a:ea typeface="华文楷体" panose="02010600040101010101" pitchFamily="2" charset="-122"/>
                <a:cs typeface="微软雅黑" panose="020B0503020204020204" charset="-122"/>
              </a:rPr>
              <a:t>此时</a:t>
            </a:r>
            <a:r>
              <a:rPr lang="en-US" altLang="zh-CN" sz="2300" b="1" i="1" dirty="0">
                <a:solidFill>
                  <a:srgbClr val="0000FF"/>
                </a:solidFill>
                <a:latin typeface="华文楷体" panose="02010600040101010101" pitchFamily="2" charset="-122"/>
                <a:ea typeface="华文楷体" panose="02010600040101010101" pitchFamily="2" charset="-122"/>
                <a:cs typeface="微软雅黑" panose="020B0503020204020204" charset="-122"/>
              </a:rPr>
              <a:t>x</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和</a:t>
            </a:r>
            <a:r>
              <a:rPr lang="en-US" altLang="zh-CN" sz="2300" b="1" i="1" dirty="0">
                <a:solidFill>
                  <a:srgbClr val="0000FF"/>
                </a:solidFill>
                <a:latin typeface="华文楷体" panose="02010600040101010101" pitchFamily="2" charset="-122"/>
                <a:ea typeface="华文楷体" panose="02010600040101010101" pitchFamily="2" charset="-122"/>
                <a:cs typeface="微软雅黑" panose="020B0503020204020204" charset="-122"/>
              </a:rPr>
              <a:t>z</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的带权和</a:t>
            </a:r>
            <a:r>
              <a:rPr lang="zh-CN" altLang="en-US" sz="2300" b="1">
                <a:solidFill>
                  <a:srgbClr val="0000FF"/>
                </a:solidFill>
                <a:latin typeface="华文楷体" panose="02010600040101010101" pitchFamily="2" charset="-122"/>
                <a:ea typeface="华文楷体" panose="02010600040101010101" pitchFamily="2" charset="-122"/>
                <a:cs typeface="微软雅黑" panose="020B0503020204020204" charset="-122"/>
              </a:rPr>
              <a:t>为</a:t>
            </a:r>
            <a:r>
              <a:rPr lang="en-US" altLang="zh-CN" sz="2300" b="1" i="1">
                <a:solidFill>
                  <a:srgbClr val="0000FF"/>
                </a:solidFill>
                <a:latin typeface="华文楷体" panose="02010600040101010101" pitchFamily="2" charset="-122"/>
                <a:ea typeface="华文楷体" panose="02010600040101010101" pitchFamily="2" charset="-122"/>
                <a:cs typeface="微软雅黑" panose="020B0503020204020204" charset="-122"/>
              </a:rPr>
              <a:t>w</a:t>
            </a:r>
            <a:r>
              <a:rPr lang="en-US" altLang="zh-CN" sz="2300" b="1" i="1" baseline="-25000">
                <a:solidFill>
                  <a:srgbClr val="0000FF"/>
                </a:solidFill>
                <a:latin typeface="华文楷体" panose="02010600040101010101" pitchFamily="2" charset="-122"/>
                <a:ea typeface="华文楷体" panose="02010600040101010101" pitchFamily="2" charset="-122"/>
                <a:cs typeface="微软雅黑" panose="020B0503020204020204" charset="-122"/>
              </a:rPr>
              <a:t>x</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i="1">
                <a:solidFill>
                  <a:srgbClr val="0000FF"/>
                </a:solidFill>
                <a:latin typeface="华文楷体" panose="02010600040101010101" pitchFamily="2" charset="-122"/>
                <a:ea typeface="华文楷体" panose="02010600040101010101" pitchFamily="2" charset="-122"/>
                <a:cs typeface="微软雅黑" panose="020B0503020204020204" charset="-122"/>
              </a:rPr>
              <a:t>l</a:t>
            </a:r>
            <a:r>
              <a:rPr lang="en-US" altLang="zh-CN" sz="2300" b="1" i="1" baseline="-25000">
                <a:solidFill>
                  <a:srgbClr val="0000FF"/>
                </a:solidFill>
                <a:latin typeface="华文楷体" panose="02010600040101010101" pitchFamily="2" charset="-122"/>
                <a:ea typeface="华文楷体" panose="02010600040101010101" pitchFamily="2" charset="-122"/>
                <a:cs typeface="微软雅黑" panose="020B0503020204020204" charset="-122"/>
              </a:rPr>
              <a:t>x </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baseline="-25000">
                <a:solidFill>
                  <a:srgbClr val="0000FF"/>
                </a:solidFill>
                <a:latin typeface="华文楷体" panose="02010600040101010101" pitchFamily="2" charset="-122"/>
                <a:ea typeface="华文楷体" panose="02010600040101010101" pitchFamily="2" charset="-122"/>
                <a:cs typeface="微软雅黑" panose="020B0503020204020204" charset="-122"/>
              </a:rPr>
              <a:t> </a:t>
            </a:r>
            <a:r>
              <a:rPr lang="en-US" altLang="zh-CN" sz="2300" b="1" i="1">
                <a:solidFill>
                  <a:srgbClr val="0000FF"/>
                </a:solidFill>
                <a:latin typeface="华文楷体" panose="02010600040101010101" pitchFamily="2" charset="-122"/>
                <a:ea typeface="华文楷体" panose="02010600040101010101" pitchFamily="2" charset="-122"/>
                <a:cs typeface="微软雅黑" panose="020B0503020204020204" charset="-122"/>
              </a:rPr>
              <a:t>w</a:t>
            </a:r>
            <a:r>
              <a:rPr lang="en-US" altLang="zh-CN" sz="2300" b="1" i="1" baseline="-25000">
                <a:solidFill>
                  <a:srgbClr val="0000FF"/>
                </a:solidFill>
                <a:latin typeface="华文楷体" panose="02010600040101010101" pitchFamily="2" charset="-122"/>
                <a:ea typeface="华文楷体" panose="02010600040101010101" pitchFamily="2" charset="-122"/>
                <a:cs typeface="微软雅黑" panose="020B0503020204020204" charset="-122"/>
              </a:rPr>
              <a:t>z</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i="1">
                <a:solidFill>
                  <a:srgbClr val="0000FF"/>
                </a:solidFill>
                <a:latin typeface="华文楷体" panose="02010600040101010101" pitchFamily="2" charset="-122"/>
                <a:ea typeface="华文楷体" panose="02010600040101010101" pitchFamily="2" charset="-122"/>
                <a:cs typeface="微软雅黑" panose="020B0503020204020204" charset="-122"/>
              </a:rPr>
              <a:t>l</a:t>
            </a:r>
            <a:r>
              <a:rPr lang="en-US" altLang="zh-CN" sz="2300" b="1" i="1" baseline="-25000">
                <a:solidFill>
                  <a:srgbClr val="0000FF"/>
                </a:solidFill>
                <a:latin typeface="华文楷体" panose="02010600040101010101" pitchFamily="2" charset="-122"/>
                <a:ea typeface="华文楷体" panose="02010600040101010101" pitchFamily="2" charset="-122"/>
                <a:cs typeface="微软雅黑" panose="020B0503020204020204" charset="-122"/>
              </a:rPr>
              <a:t>z</a:t>
            </a:r>
            <a:r>
              <a:rPr lang="zh-CN" altLang="en-US" sz="2300" b="1">
                <a:solidFill>
                  <a:srgbClr val="0000FF"/>
                </a:solidFill>
                <a:latin typeface="华文楷体" panose="02010600040101010101" pitchFamily="2" charset="-122"/>
                <a:ea typeface="华文楷体" panose="02010600040101010101" pitchFamily="2" charset="-122"/>
                <a:cs typeface="微软雅黑" panose="020B0503020204020204" charset="-122"/>
              </a:rPr>
              <a:t>。</a:t>
            </a:r>
            <a:endPar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endParaRPr>
          </a:p>
        </p:txBody>
      </p:sp>
      <p:grpSp>
        <p:nvGrpSpPr>
          <p:cNvPr id="28" name="组合 27"/>
          <p:cNvGrpSpPr/>
          <p:nvPr/>
        </p:nvGrpSpPr>
        <p:grpSpPr>
          <a:xfrm>
            <a:off x="3681888" y="2804953"/>
            <a:ext cx="2286016" cy="2071702"/>
            <a:chOff x="1500166" y="2071678"/>
            <a:chExt cx="2286016" cy="2071702"/>
          </a:xfrm>
        </p:grpSpPr>
        <p:sp>
          <p:nvSpPr>
            <p:cNvPr id="5" name="椭圆 4"/>
            <p:cNvSpPr/>
            <p:nvPr/>
          </p:nvSpPr>
          <p:spPr>
            <a:xfrm>
              <a:off x="2143108" y="2071678"/>
              <a:ext cx="428628" cy="500066"/>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300" b="1" i="1">
                <a:solidFill>
                  <a:srgbClr val="0000FF"/>
                </a:solidFill>
                <a:latin typeface="华文楷体" panose="02010600040101010101" pitchFamily="2" charset="-122"/>
                <a:ea typeface="华文楷体" panose="02010600040101010101" pitchFamily="2" charset="-122"/>
                <a:cs typeface="Consolas" panose="020B0609020204030204" pitchFamily="49" charset="0"/>
              </a:endParaRPr>
            </a:p>
          </p:txBody>
        </p:sp>
        <p:sp>
          <p:nvSpPr>
            <p:cNvPr id="6" name="椭圆 5"/>
            <p:cNvSpPr/>
            <p:nvPr/>
          </p:nvSpPr>
          <p:spPr>
            <a:xfrm>
              <a:off x="1500166" y="2857496"/>
              <a:ext cx="428628" cy="500066"/>
            </a:xfrm>
            <a:prstGeom prst="ellipse">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300" b="1" i="1">
                  <a:solidFill>
                    <a:srgbClr val="0000FF"/>
                  </a:solidFill>
                  <a:latin typeface="华文楷体" panose="02010600040101010101" pitchFamily="2" charset="-122"/>
                  <a:ea typeface="华文楷体" panose="02010600040101010101" pitchFamily="2" charset="-122"/>
                  <a:cs typeface="Consolas" panose="020B0609020204030204" pitchFamily="49" charset="0"/>
                </a:rPr>
                <a:t>z</a:t>
              </a:r>
            </a:p>
          </p:txBody>
        </p:sp>
        <p:sp>
          <p:nvSpPr>
            <p:cNvPr id="7" name="椭圆 6"/>
            <p:cNvSpPr/>
            <p:nvPr/>
          </p:nvSpPr>
          <p:spPr>
            <a:xfrm>
              <a:off x="2714612" y="2857496"/>
              <a:ext cx="428628" cy="500066"/>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300" b="1" i="1">
                <a:solidFill>
                  <a:srgbClr val="0000FF"/>
                </a:solidFill>
                <a:latin typeface="华文楷体" panose="02010600040101010101" pitchFamily="2" charset="-122"/>
                <a:ea typeface="华文楷体" panose="02010600040101010101" pitchFamily="2" charset="-122"/>
                <a:cs typeface="Consolas" panose="020B0609020204030204" pitchFamily="49" charset="0"/>
              </a:endParaRPr>
            </a:p>
          </p:txBody>
        </p:sp>
        <p:sp>
          <p:nvSpPr>
            <p:cNvPr id="8" name="椭圆 7"/>
            <p:cNvSpPr/>
            <p:nvPr/>
          </p:nvSpPr>
          <p:spPr>
            <a:xfrm>
              <a:off x="2143108" y="3643314"/>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300" b="1" i="1">
                  <a:solidFill>
                    <a:srgbClr val="0000FF"/>
                  </a:solidFill>
                  <a:latin typeface="华文楷体" panose="02010600040101010101" pitchFamily="2" charset="-122"/>
                  <a:ea typeface="华文楷体" panose="02010600040101010101" pitchFamily="2" charset="-122"/>
                  <a:cs typeface="Consolas" panose="020B0609020204030204" pitchFamily="49" charset="0"/>
                </a:rPr>
                <a:t>x</a:t>
              </a:r>
            </a:p>
          </p:txBody>
        </p:sp>
        <p:sp>
          <p:nvSpPr>
            <p:cNvPr id="9" name="椭圆 8"/>
            <p:cNvSpPr/>
            <p:nvPr/>
          </p:nvSpPr>
          <p:spPr>
            <a:xfrm>
              <a:off x="3357554" y="3643314"/>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300" b="1" i="1">
                  <a:solidFill>
                    <a:srgbClr val="0000FF"/>
                  </a:solidFill>
                  <a:latin typeface="华文楷体" panose="02010600040101010101" pitchFamily="2" charset="-122"/>
                  <a:ea typeface="华文楷体" panose="02010600040101010101" pitchFamily="2" charset="-122"/>
                  <a:cs typeface="Consolas" panose="020B0609020204030204" pitchFamily="49" charset="0"/>
                </a:rPr>
                <a:t>y</a:t>
              </a:r>
            </a:p>
          </p:txBody>
        </p:sp>
        <p:cxnSp>
          <p:nvCxnSpPr>
            <p:cNvPr id="11" name="直接连接符 10"/>
            <p:cNvCxnSpPr>
              <a:stCxn id="5" idx="3"/>
              <a:endCxn id="6" idx="7"/>
            </p:cNvCxnSpPr>
            <p:nvPr/>
          </p:nvCxnSpPr>
          <p:spPr>
            <a:xfrm rot="5400000">
              <a:off x="1819842" y="2544692"/>
              <a:ext cx="432218" cy="339856"/>
            </a:xfrm>
            <a:prstGeom prst="line">
              <a:avLst/>
            </a:prstGeom>
          </p:spPr>
          <p:style>
            <a:lnRef idx="2">
              <a:schemeClr val="dk1"/>
            </a:lnRef>
            <a:fillRef idx="0">
              <a:schemeClr val="dk1"/>
            </a:fillRef>
            <a:effectRef idx="1">
              <a:schemeClr val="dk1"/>
            </a:effectRef>
            <a:fontRef idx="minor">
              <a:schemeClr val="tx1"/>
            </a:fontRef>
          </p:style>
        </p:cxnSp>
        <p:cxnSp>
          <p:nvCxnSpPr>
            <p:cNvPr id="13" name="直接连接符 12"/>
            <p:cNvCxnSpPr>
              <a:stCxn id="5" idx="5"/>
              <a:endCxn id="7" idx="1"/>
            </p:cNvCxnSpPr>
            <p:nvPr/>
          </p:nvCxnSpPr>
          <p:spPr>
            <a:xfrm rot="16200000" flipH="1">
              <a:off x="2427065" y="2580411"/>
              <a:ext cx="432218" cy="268418"/>
            </a:xfrm>
            <a:prstGeom prst="line">
              <a:avLst/>
            </a:prstGeom>
          </p:spPr>
          <p:style>
            <a:lnRef idx="2">
              <a:schemeClr val="dk1"/>
            </a:lnRef>
            <a:fillRef idx="0">
              <a:schemeClr val="dk1"/>
            </a:fillRef>
            <a:effectRef idx="1">
              <a:schemeClr val="dk1"/>
            </a:effectRef>
            <a:fontRef idx="minor">
              <a:schemeClr val="tx1"/>
            </a:fontRef>
          </p:style>
        </p:cxnSp>
        <p:cxnSp>
          <p:nvCxnSpPr>
            <p:cNvPr id="15" name="直接连接符 14"/>
            <p:cNvCxnSpPr>
              <a:stCxn id="7" idx="3"/>
              <a:endCxn id="8" idx="7"/>
            </p:cNvCxnSpPr>
            <p:nvPr/>
          </p:nvCxnSpPr>
          <p:spPr>
            <a:xfrm rot="5400000">
              <a:off x="2427065" y="3366229"/>
              <a:ext cx="432218" cy="268418"/>
            </a:xfrm>
            <a:prstGeom prst="line">
              <a:avLst/>
            </a:prstGeom>
          </p:spPr>
          <p:style>
            <a:lnRef idx="2">
              <a:schemeClr val="dk1"/>
            </a:lnRef>
            <a:fillRef idx="0">
              <a:schemeClr val="dk1"/>
            </a:fillRef>
            <a:effectRef idx="1">
              <a:schemeClr val="dk1"/>
            </a:effectRef>
            <a:fontRef idx="minor">
              <a:schemeClr val="tx1"/>
            </a:fontRef>
          </p:style>
        </p:cxnSp>
        <p:cxnSp>
          <p:nvCxnSpPr>
            <p:cNvPr id="17" name="直接连接符 16"/>
            <p:cNvCxnSpPr>
              <a:stCxn id="7" idx="5"/>
              <a:endCxn id="9" idx="1"/>
            </p:cNvCxnSpPr>
            <p:nvPr/>
          </p:nvCxnSpPr>
          <p:spPr>
            <a:xfrm rot="16200000" flipH="1">
              <a:off x="3034288" y="3330510"/>
              <a:ext cx="432218" cy="339856"/>
            </a:xfrm>
            <a:prstGeom prst="line">
              <a:avLst/>
            </a:prstGeom>
          </p:spPr>
          <p:style>
            <a:lnRef idx="2">
              <a:schemeClr val="dk1"/>
            </a:lnRef>
            <a:fillRef idx="0">
              <a:schemeClr val="dk1"/>
            </a:fillRef>
            <a:effectRef idx="1">
              <a:schemeClr val="dk1"/>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077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077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160772" name="Text Box 4"/>
          <p:cNvSpPr txBox="1">
            <a:spLocks noChangeArrowheads="1"/>
          </p:cNvSpPr>
          <p:nvPr/>
        </p:nvSpPr>
        <p:spPr bwMode="auto">
          <a:xfrm>
            <a:off x="1541520" y="2702125"/>
            <a:ext cx="8929718" cy="3807460"/>
          </a:xfrm>
          <a:prstGeom prst="rect">
            <a:avLst/>
          </a:prstGeom>
          <a:noFill/>
          <a:ln w="9525">
            <a:noFill/>
            <a:miter lim="800000"/>
          </a:ln>
          <a:effectLst/>
        </p:spPr>
        <p:txBody>
          <a:bodyPr wrap="square">
            <a:spAutoFit/>
          </a:bodyPr>
          <a:lstStyle/>
          <a:p>
            <a:pPr>
              <a:lnSpc>
                <a:spcPct val="150000"/>
              </a:lnSpc>
            </a:pP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　　如果交换</a:t>
            </a:r>
            <a:r>
              <a:rPr lang="en-US" altLang="zh-CN" sz="2300" b="1" i="1" dirty="0">
                <a:solidFill>
                  <a:srgbClr val="0000FF"/>
                </a:solidFill>
                <a:latin typeface="华文楷体" panose="02010600040101010101" pitchFamily="2" charset="-122"/>
                <a:ea typeface="华文楷体" panose="02010600040101010101" pitchFamily="2" charset="-122"/>
                <a:cs typeface="微软雅黑" panose="020B0503020204020204" charset="-122"/>
              </a:rPr>
              <a:t>x</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和</a:t>
            </a:r>
            <a:r>
              <a:rPr lang="en-US" altLang="zh-CN" sz="2300" b="1" i="1" dirty="0">
                <a:solidFill>
                  <a:srgbClr val="0000FF"/>
                </a:solidFill>
                <a:latin typeface="华文楷体" panose="02010600040101010101" pitchFamily="2" charset="-122"/>
                <a:ea typeface="华文楷体" panose="02010600040101010101" pitchFamily="2" charset="-122"/>
                <a:cs typeface="微软雅黑" panose="020B0503020204020204" charset="-122"/>
              </a:rPr>
              <a:t>z</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结点的</a:t>
            </a:r>
            <a:r>
              <a:rPr lang="zh-CN" altLang="en-US" sz="2300" b="1">
                <a:solidFill>
                  <a:srgbClr val="0000FF"/>
                </a:solidFill>
                <a:latin typeface="华文楷体" panose="02010600040101010101" pitchFamily="2" charset="-122"/>
                <a:ea typeface="华文楷体" panose="02010600040101010101" pitchFamily="2" charset="-122"/>
                <a:cs typeface="微软雅黑" panose="020B0503020204020204" charset="-122"/>
              </a:rPr>
              <a:t>位置，其他不变 </a:t>
            </a:r>
            <a:endPar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endParaRPr>
          </a:p>
          <a:p>
            <a:pPr>
              <a:lnSpc>
                <a:spcPct val="150000"/>
              </a:lnSpc>
            </a:pP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sym typeface="Wingdings" panose="05000000000000000000"/>
              </a:rPr>
              <a:t>          </a:t>
            </a:r>
            <a:r>
              <a:rPr lang="zh-CN" altLang="en-US" sz="2300" b="1">
                <a:solidFill>
                  <a:srgbClr val="0000FF"/>
                </a:solidFill>
                <a:latin typeface="华文楷体" panose="02010600040101010101" pitchFamily="2" charset="-122"/>
                <a:ea typeface="华文楷体" panose="02010600040101010101" pitchFamily="2" charset="-122"/>
                <a:cs typeface="微软雅黑" panose="020B0503020204020204" charset="-122"/>
                <a:sym typeface="Wingdings" panose="05000000000000000000"/>
              </a:rPr>
              <a:t> </a:t>
            </a:r>
            <a:r>
              <a:rPr lang="zh-CN" altLang="en-US" sz="2300" b="1">
                <a:solidFill>
                  <a:srgbClr val="0000FF"/>
                </a:solidFill>
                <a:latin typeface="华文楷体" panose="02010600040101010101" pitchFamily="2" charset="-122"/>
                <a:ea typeface="华文楷体" panose="02010600040101010101" pitchFamily="2" charset="-122"/>
                <a:cs typeface="微软雅黑" panose="020B0503020204020204" charset="-122"/>
              </a:rPr>
              <a:t>交换</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后的带权和</a:t>
            </a:r>
            <a:r>
              <a:rPr lang="zh-CN" altLang="en-US" sz="2300" b="1">
                <a:solidFill>
                  <a:srgbClr val="0000FF"/>
                </a:solidFill>
                <a:latin typeface="华文楷体" panose="02010600040101010101" pitchFamily="2" charset="-122"/>
                <a:ea typeface="华文楷体" panose="02010600040101010101" pitchFamily="2" charset="-122"/>
                <a:cs typeface="微软雅黑" panose="020B0503020204020204" charset="-122"/>
              </a:rPr>
              <a:t>为</a:t>
            </a:r>
            <a:r>
              <a:rPr lang="en-US" altLang="zh-CN" sz="2300" b="1" i="1">
                <a:solidFill>
                  <a:srgbClr val="0000FF"/>
                </a:solidFill>
                <a:latin typeface="华文楷体" panose="02010600040101010101" pitchFamily="2" charset="-122"/>
                <a:ea typeface="华文楷体" panose="02010600040101010101" pitchFamily="2" charset="-122"/>
                <a:cs typeface="微软雅黑" panose="020B0503020204020204" charset="-122"/>
              </a:rPr>
              <a:t>w</a:t>
            </a:r>
            <a:r>
              <a:rPr lang="en-US" altLang="zh-CN" sz="2300" b="1" i="1" baseline="-25000">
                <a:solidFill>
                  <a:srgbClr val="0000FF"/>
                </a:solidFill>
                <a:latin typeface="华文楷体" panose="02010600040101010101" pitchFamily="2" charset="-122"/>
                <a:ea typeface="华文楷体" panose="02010600040101010101" pitchFamily="2" charset="-122"/>
                <a:cs typeface="微软雅黑" panose="020B0503020204020204" charset="-122"/>
              </a:rPr>
              <a:t>x</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i="1">
                <a:solidFill>
                  <a:srgbClr val="0000FF"/>
                </a:solidFill>
                <a:latin typeface="华文楷体" panose="02010600040101010101" pitchFamily="2" charset="-122"/>
                <a:ea typeface="华文楷体" panose="02010600040101010101" pitchFamily="2" charset="-122"/>
                <a:cs typeface="微软雅黑" panose="020B0503020204020204" charset="-122"/>
              </a:rPr>
              <a:t>l</a:t>
            </a:r>
            <a:r>
              <a:rPr lang="en-US" altLang="zh-CN" sz="2300" b="1" i="1" baseline="-25000">
                <a:solidFill>
                  <a:srgbClr val="0000FF"/>
                </a:solidFill>
                <a:latin typeface="华文楷体" panose="02010600040101010101" pitchFamily="2" charset="-122"/>
                <a:ea typeface="华文楷体" panose="02010600040101010101" pitchFamily="2" charset="-122"/>
                <a:cs typeface="微软雅黑" panose="020B0503020204020204" charset="-122"/>
              </a:rPr>
              <a:t>z </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baseline="-25000">
                <a:solidFill>
                  <a:srgbClr val="0000FF"/>
                </a:solidFill>
                <a:latin typeface="华文楷体" panose="02010600040101010101" pitchFamily="2" charset="-122"/>
                <a:ea typeface="华文楷体" panose="02010600040101010101" pitchFamily="2" charset="-122"/>
                <a:cs typeface="微软雅黑" panose="020B0503020204020204" charset="-122"/>
              </a:rPr>
              <a:t> </a:t>
            </a:r>
            <a:r>
              <a:rPr lang="en-US" altLang="zh-CN" sz="2300" b="1" i="1">
                <a:solidFill>
                  <a:srgbClr val="0000FF"/>
                </a:solidFill>
                <a:latin typeface="华文楷体" panose="02010600040101010101" pitchFamily="2" charset="-122"/>
                <a:ea typeface="华文楷体" panose="02010600040101010101" pitchFamily="2" charset="-122"/>
                <a:cs typeface="微软雅黑" panose="020B0503020204020204" charset="-122"/>
              </a:rPr>
              <a:t>w</a:t>
            </a:r>
            <a:r>
              <a:rPr lang="en-US" altLang="zh-CN" sz="2300" b="1" i="1" baseline="-25000">
                <a:solidFill>
                  <a:srgbClr val="0000FF"/>
                </a:solidFill>
                <a:latin typeface="华文楷体" panose="02010600040101010101" pitchFamily="2" charset="-122"/>
                <a:ea typeface="华文楷体" panose="02010600040101010101" pitchFamily="2" charset="-122"/>
                <a:cs typeface="微软雅黑" panose="020B0503020204020204" charset="-122"/>
              </a:rPr>
              <a:t>z</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i="1">
                <a:solidFill>
                  <a:srgbClr val="0000FF"/>
                </a:solidFill>
                <a:latin typeface="华文楷体" panose="02010600040101010101" pitchFamily="2" charset="-122"/>
                <a:ea typeface="华文楷体" panose="02010600040101010101" pitchFamily="2" charset="-122"/>
                <a:cs typeface="微软雅黑" panose="020B0503020204020204" charset="-122"/>
              </a:rPr>
              <a:t>l</a:t>
            </a:r>
            <a:r>
              <a:rPr lang="en-US" altLang="zh-CN" sz="2300" b="1" i="1" baseline="-25000">
                <a:solidFill>
                  <a:srgbClr val="0000FF"/>
                </a:solidFill>
                <a:latin typeface="华文楷体" panose="02010600040101010101" pitchFamily="2" charset="-122"/>
                <a:ea typeface="华文楷体" panose="02010600040101010101" pitchFamily="2" charset="-122"/>
                <a:cs typeface="微软雅黑" panose="020B0503020204020204" charset="-122"/>
              </a:rPr>
              <a:t>x</a:t>
            </a:r>
            <a:r>
              <a:rPr lang="zh-CN" altLang="en-US" sz="2300" b="1">
                <a:solidFill>
                  <a:srgbClr val="0000FF"/>
                </a:solidFill>
                <a:latin typeface="华文楷体" panose="02010600040101010101" pitchFamily="2" charset="-122"/>
                <a:ea typeface="华文楷体" panose="02010600040101010101" pitchFamily="2" charset="-122"/>
                <a:cs typeface="微软雅黑" panose="020B0503020204020204" charset="-122"/>
              </a:rPr>
              <a:t>。</a:t>
            </a:r>
            <a:endPar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endParaRPr>
          </a:p>
          <a:p>
            <a:pPr algn="l">
              <a:lnSpc>
                <a:spcPct val="150000"/>
              </a:lnSpc>
              <a:buClrTx/>
              <a:buSzTx/>
              <a:buFontTx/>
            </a:pPr>
            <a:r>
              <a:rPr lang="zh-CN" altLang="en-US" sz="2300" b="1">
                <a:solidFill>
                  <a:srgbClr val="0000FF"/>
                </a:solidFill>
                <a:latin typeface="华文楷体" panose="02010600040101010101" pitchFamily="2" charset="-122"/>
                <a:ea typeface="华文楷体" panose="02010600040101010101" pitchFamily="2" charset="-122"/>
                <a:cs typeface="微软雅黑" panose="020B0503020204020204" charset="-122"/>
              </a:rPr>
              <a:t>    有：</a:t>
            </a:r>
            <a:r>
              <a:rPr lang="zh-CN" altLang="en-US" sz="2300" b="1" dirty="0">
                <a:solidFill>
                  <a:srgbClr val="0000FF"/>
                </a:solidFill>
                <a:latin typeface="华文楷体" panose="02010600040101010101" pitchFamily="2" charset="-122"/>
                <a:ea typeface="华文楷体" panose="02010600040101010101" pitchFamily="2" charset="-122"/>
              </a:rPr>
              <a:t>w</a:t>
            </a:r>
            <a:r>
              <a:rPr lang="zh-CN" altLang="en-US" sz="2300" b="1" baseline="-25000" dirty="0">
                <a:solidFill>
                  <a:srgbClr val="0000FF"/>
                </a:solidFill>
                <a:latin typeface="华文楷体" panose="02010600040101010101" pitchFamily="2" charset="-122"/>
                <a:ea typeface="华文楷体" panose="02010600040101010101" pitchFamily="2" charset="-122"/>
              </a:rPr>
              <a:t>x</a:t>
            </a:r>
            <a:r>
              <a:rPr lang="zh-CN" altLang="en-US" sz="2300" b="1" dirty="0">
                <a:solidFill>
                  <a:srgbClr val="0000FF"/>
                </a:solidFill>
                <a:latin typeface="华文楷体" panose="02010600040101010101" pitchFamily="2" charset="-122"/>
                <a:ea typeface="华文楷体" panose="02010600040101010101" pitchFamily="2" charset="-122"/>
              </a:rPr>
              <a:t>×l</a:t>
            </a:r>
            <a:r>
              <a:rPr lang="zh-CN" altLang="en-US" sz="2300" b="1" baseline="-25000" dirty="0">
                <a:solidFill>
                  <a:srgbClr val="0000FF"/>
                </a:solidFill>
                <a:latin typeface="华文楷体" panose="02010600040101010101" pitchFamily="2" charset="-122"/>
                <a:ea typeface="华文楷体" panose="02010600040101010101" pitchFamily="2" charset="-122"/>
              </a:rPr>
              <a:t>z</a:t>
            </a:r>
            <a:r>
              <a:rPr lang="zh-CN" altLang="en-US" sz="2300" b="1" dirty="0">
                <a:solidFill>
                  <a:srgbClr val="0000FF"/>
                </a:solidFill>
                <a:latin typeface="华文楷体" panose="02010600040101010101" pitchFamily="2" charset="-122"/>
                <a:ea typeface="华文楷体" panose="02010600040101010101" pitchFamily="2" charset="-122"/>
              </a:rPr>
              <a:t>+w</a:t>
            </a:r>
            <a:r>
              <a:rPr lang="zh-CN" altLang="en-US" sz="2300" b="1" baseline="-25000" dirty="0">
                <a:solidFill>
                  <a:srgbClr val="0000FF"/>
                </a:solidFill>
                <a:latin typeface="华文楷体" panose="02010600040101010101" pitchFamily="2" charset="-122"/>
                <a:ea typeface="华文楷体" panose="02010600040101010101" pitchFamily="2" charset="-122"/>
              </a:rPr>
              <a:t>z</a:t>
            </a:r>
            <a:r>
              <a:rPr lang="zh-CN" altLang="en-US" sz="2300" b="1" dirty="0">
                <a:solidFill>
                  <a:srgbClr val="0000FF"/>
                </a:solidFill>
                <a:latin typeface="华文楷体" panose="02010600040101010101" pitchFamily="2" charset="-122"/>
                <a:ea typeface="华文楷体" panose="02010600040101010101" pitchFamily="2" charset="-122"/>
              </a:rPr>
              <a:t>×l</a:t>
            </a:r>
            <a:r>
              <a:rPr lang="zh-CN" altLang="en-US" sz="2300" b="1" baseline="-25000" dirty="0">
                <a:solidFill>
                  <a:srgbClr val="0000FF"/>
                </a:solidFill>
                <a:latin typeface="华文楷体" panose="02010600040101010101" pitchFamily="2" charset="-122"/>
                <a:ea typeface="华文楷体" panose="02010600040101010101" pitchFamily="2" charset="-122"/>
              </a:rPr>
              <a:t>x</a:t>
            </a:r>
            <a:r>
              <a:rPr lang="zh-CN" altLang="en-US" sz="2300" b="1" dirty="0">
                <a:solidFill>
                  <a:srgbClr val="0000FF"/>
                </a:solidFill>
                <a:latin typeface="华文楷体" panose="02010600040101010101" pitchFamily="2" charset="-122"/>
                <a:ea typeface="华文楷体" panose="02010600040101010101" pitchFamily="2" charset="-122"/>
              </a:rPr>
              <a:t> &lt; w</a:t>
            </a:r>
            <a:r>
              <a:rPr lang="zh-CN" altLang="en-US" sz="2300" b="1" baseline="-25000" dirty="0">
                <a:solidFill>
                  <a:srgbClr val="0000FF"/>
                </a:solidFill>
                <a:latin typeface="华文楷体" panose="02010600040101010101" pitchFamily="2" charset="-122"/>
                <a:ea typeface="华文楷体" panose="02010600040101010101" pitchFamily="2" charset="-122"/>
              </a:rPr>
              <a:t>x</a:t>
            </a:r>
            <a:r>
              <a:rPr lang="zh-CN" altLang="en-US" sz="2300" b="1" dirty="0">
                <a:solidFill>
                  <a:srgbClr val="0000FF"/>
                </a:solidFill>
                <a:latin typeface="华文楷体" panose="02010600040101010101" pitchFamily="2" charset="-122"/>
                <a:ea typeface="华文楷体" panose="02010600040101010101" pitchFamily="2" charset="-122"/>
              </a:rPr>
              <a:t>×l</a:t>
            </a:r>
            <a:r>
              <a:rPr lang="zh-CN" altLang="en-US" sz="2300" b="1" baseline="-25000" dirty="0">
                <a:solidFill>
                  <a:srgbClr val="0000FF"/>
                </a:solidFill>
                <a:latin typeface="华文楷体" panose="02010600040101010101" pitchFamily="2" charset="-122"/>
                <a:ea typeface="华文楷体" panose="02010600040101010101" pitchFamily="2" charset="-122"/>
              </a:rPr>
              <a:t>x</a:t>
            </a:r>
            <a:r>
              <a:rPr lang="zh-CN" altLang="en-US" sz="2300" b="1" dirty="0">
                <a:solidFill>
                  <a:srgbClr val="0000FF"/>
                </a:solidFill>
                <a:latin typeface="华文楷体" panose="02010600040101010101" pitchFamily="2" charset="-122"/>
                <a:ea typeface="华文楷体" panose="02010600040101010101" pitchFamily="2" charset="-122"/>
              </a:rPr>
              <a:t>+w</a:t>
            </a:r>
            <a:r>
              <a:rPr lang="zh-CN" altLang="en-US" sz="2300" b="1" baseline="-25000" dirty="0">
                <a:solidFill>
                  <a:srgbClr val="0000FF"/>
                </a:solidFill>
                <a:latin typeface="华文楷体" panose="02010600040101010101" pitchFamily="2" charset="-122"/>
                <a:ea typeface="华文楷体" panose="02010600040101010101" pitchFamily="2" charset="-122"/>
              </a:rPr>
              <a:t>z</a:t>
            </a:r>
            <a:r>
              <a:rPr lang="zh-CN" altLang="en-US" sz="2300" b="1" dirty="0">
                <a:solidFill>
                  <a:srgbClr val="0000FF"/>
                </a:solidFill>
                <a:latin typeface="华文楷体" panose="02010600040101010101" pitchFamily="2" charset="-122"/>
                <a:ea typeface="华文楷体" panose="02010600040101010101" pitchFamily="2" charset="-122"/>
              </a:rPr>
              <a:t>×l</a:t>
            </a:r>
            <a:r>
              <a:rPr lang="zh-CN" altLang="en-US" sz="2300" b="1" baseline="-25000" dirty="0">
                <a:solidFill>
                  <a:srgbClr val="0000FF"/>
                </a:solidFill>
                <a:latin typeface="华文楷体" panose="02010600040101010101" pitchFamily="2" charset="-122"/>
                <a:ea typeface="华文楷体" panose="02010600040101010101" pitchFamily="2" charset="-122"/>
              </a:rPr>
              <a:t>z</a:t>
            </a:r>
            <a:endParaRPr lang="zh-CN" altLang="en-US" sz="2300" b="1" dirty="0">
              <a:solidFill>
                <a:srgbClr val="0000FF"/>
              </a:solidFill>
              <a:latin typeface="华文楷体" panose="02010600040101010101" pitchFamily="2" charset="-122"/>
              <a:ea typeface="华文楷体" panose="02010600040101010101" pitchFamily="2" charset="-122"/>
            </a:endParaRPr>
          </a:p>
          <a:p>
            <a:pPr algn="l">
              <a:lnSpc>
                <a:spcPct val="150000"/>
              </a:lnSpc>
              <a:buClrTx/>
              <a:buSzTx/>
              <a:buFontTx/>
            </a:pPr>
            <a:r>
              <a:rPr lang="zh-CN" altLang="en-US" sz="2300" b="1">
                <a:solidFill>
                  <a:srgbClr val="0000FF"/>
                </a:solidFill>
                <a:latin typeface="华文楷体" panose="02010600040101010101" pitchFamily="2" charset="-122"/>
                <a:ea typeface="华文楷体" panose="02010600040101010101" pitchFamily="2" charset="-122"/>
                <a:cs typeface="微软雅黑" panose="020B0503020204020204" charset="-122"/>
              </a:rPr>
              <a:t>    这是因为 </a:t>
            </a:r>
            <a:r>
              <a:rPr lang="zh-CN" altLang="en-US" sz="2300" b="1" dirty="0">
                <a:solidFill>
                  <a:srgbClr val="0000FF"/>
                </a:solidFill>
                <a:latin typeface="华文楷体" panose="02010600040101010101" pitchFamily="2" charset="-122"/>
                <a:ea typeface="华文楷体" panose="02010600040101010101" pitchFamily="2" charset="-122"/>
              </a:rPr>
              <a:t>w</a:t>
            </a:r>
            <a:r>
              <a:rPr lang="zh-CN" altLang="en-US" sz="2300" b="1" baseline="-25000" dirty="0">
                <a:solidFill>
                  <a:srgbClr val="0000FF"/>
                </a:solidFill>
                <a:latin typeface="华文楷体" panose="02010600040101010101" pitchFamily="2" charset="-122"/>
                <a:ea typeface="华文楷体" panose="02010600040101010101" pitchFamily="2" charset="-122"/>
              </a:rPr>
              <a:t>x</a:t>
            </a:r>
            <a:r>
              <a:rPr lang="zh-CN" altLang="en-US" sz="2300" b="1" dirty="0">
                <a:solidFill>
                  <a:srgbClr val="0000FF"/>
                </a:solidFill>
                <a:latin typeface="华文楷体" panose="02010600040101010101" pitchFamily="2" charset="-122"/>
                <a:ea typeface="华文楷体" panose="02010600040101010101" pitchFamily="2" charset="-122"/>
              </a:rPr>
              <a:t>×l</a:t>
            </a:r>
            <a:r>
              <a:rPr lang="zh-CN" altLang="en-US" sz="2300" b="1" baseline="-25000" dirty="0">
                <a:solidFill>
                  <a:srgbClr val="0000FF"/>
                </a:solidFill>
                <a:latin typeface="华文楷体" panose="02010600040101010101" pitchFamily="2" charset="-122"/>
                <a:ea typeface="华文楷体" panose="02010600040101010101" pitchFamily="2" charset="-122"/>
              </a:rPr>
              <a:t>z</a:t>
            </a:r>
            <a:r>
              <a:rPr lang="zh-CN" altLang="en-US" sz="2300" b="1" dirty="0">
                <a:solidFill>
                  <a:srgbClr val="0000FF"/>
                </a:solidFill>
                <a:latin typeface="华文楷体" panose="02010600040101010101" pitchFamily="2" charset="-122"/>
                <a:ea typeface="华文楷体" panose="02010600040101010101" pitchFamily="2" charset="-122"/>
              </a:rPr>
              <a:t>+w</a:t>
            </a:r>
            <a:r>
              <a:rPr lang="zh-CN" altLang="en-US" sz="2300" b="1" baseline="-25000" dirty="0">
                <a:solidFill>
                  <a:srgbClr val="0000FF"/>
                </a:solidFill>
                <a:latin typeface="华文楷体" panose="02010600040101010101" pitchFamily="2" charset="-122"/>
                <a:ea typeface="华文楷体" panose="02010600040101010101" pitchFamily="2" charset="-122"/>
              </a:rPr>
              <a:t>z</a:t>
            </a:r>
            <a:r>
              <a:rPr lang="zh-CN" altLang="en-US" sz="2300" b="1" dirty="0">
                <a:solidFill>
                  <a:srgbClr val="0000FF"/>
                </a:solidFill>
                <a:latin typeface="华文楷体" panose="02010600040101010101" pitchFamily="2" charset="-122"/>
                <a:ea typeface="华文楷体" panose="02010600040101010101" pitchFamily="2" charset="-122"/>
              </a:rPr>
              <a:t>×l</a:t>
            </a:r>
            <a:r>
              <a:rPr lang="zh-CN" altLang="en-US" sz="2300" b="1" baseline="-25000" dirty="0">
                <a:solidFill>
                  <a:srgbClr val="0000FF"/>
                </a:solidFill>
                <a:latin typeface="华文楷体" panose="02010600040101010101" pitchFamily="2" charset="-122"/>
                <a:ea typeface="华文楷体" panose="02010600040101010101" pitchFamily="2" charset="-122"/>
              </a:rPr>
              <a:t>x</a:t>
            </a:r>
            <a:r>
              <a:rPr lang="zh-CN" altLang="en-US" sz="2300" b="1" dirty="0">
                <a:solidFill>
                  <a:srgbClr val="0000FF"/>
                </a:solidFill>
                <a:latin typeface="华文楷体" panose="02010600040101010101" pitchFamily="2" charset="-122"/>
                <a:ea typeface="华文楷体" panose="02010600040101010101" pitchFamily="2" charset="-122"/>
              </a:rPr>
              <a:t> - (w</a:t>
            </a:r>
            <a:r>
              <a:rPr lang="zh-CN" altLang="en-US" sz="2300" b="1" baseline="-25000" dirty="0">
                <a:solidFill>
                  <a:srgbClr val="0000FF"/>
                </a:solidFill>
                <a:latin typeface="华文楷体" panose="02010600040101010101" pitchFamily="2" charset="-122"/>
                <a:ea typeface="华文楷体" panose="02010600040101010101" pitchFamily="2" charset="-122"/>
              </a:rPr>
              <a:t>x</a:t>
            </a:r>
            <a:r>
              <a:rPr lang="zh-CN" altLang="en-US" sz="2300" b="1" dirty="0">
                <a:solidFill>
                  <a:srgbClr val="0000FF"/>
                </a:solidFill>
                <a:latin typeface="华文楷体" panose="02010600040101010101" pitchFamily="2" charset="-122"/>
                <a:ea typeface="华文楷体" panose="02010600040101010101" pitchFamily="2" charset="-122"/>
              </a:rPr>
              <a:t>×l</a:t>
            </a:r>
            <a:r>
              <a:rPr lang="zh-CN" altLang="en-US" sz="2300" b="1" baseline="-25000" dirty="0">
                <a:solidFill>
                  <a:srgbClr val="0000FF"/>
                </a:solidFill>
                <a:latin typeface="华文楷体" panose="02010600040101010101" pitchFamily="2" charset="-122"/>
                <a:ea typeface="华文楷体" panose="02010600040101010101" pitchFamily="2" charset="-122"/>
              </a:rPr>
              <a:t>x</a:t>
            </a:r>
            <a:r>
              <a:rPr lang="zh-CN" altLang="en-US" sz="2300" b="1" dirty="0">
                <a:solidFill>
                  <a:srgbClr val="0000FF"/>
                </a:solidFill>
                <a:latin typeface="华文楷体" panose="02010600040101010101" pitchFamily="2" charset="-122"/>
                <a:ea typeface="华文楷体" panose="02010600040101010101" pitchFamily="2" charset="-122"/>
              </a:rPr>
              <a:t>+w</a:t>
            </a:r>
            <a:r>
              <a:rPr lang="zh-CN" altLang="en-US" sz="2300" b="1" baseline="-25000" dirty="0">
                <a:solidFill>
                  <a:srgbClr val="0000FF"/>
                </a:solidFill>
                <a:latin typeface="华文楷体" panose="02010600040101010101" pitchFamily="2" charset="-122"/>
                <a:ea typeface="华文楷体" panose="02010600040101010101" pitchFamily="2" charset="-122"/>
              </a:rPr>
              <a:t>z</a:t>
            </a:r>
            <a:r>
              <a:rPr lang="zh-CN" altLang="en-US" sz="2300" b="1" dirty="0">
                <a:solidFill>
                  <a:srgbClr val="0000FF"/>
                </a:solidFill>
                <a:latin typeface="华文楷体" panose="02010600040101010101" pitchFamily="2" charset="-122"/>
                <a:ea typeface="华文楷体" panose="02010600040101010101" pitchFamily="2" charset="-122"/>
              </a:rPr>
              <a:t>×l</a:t>
            </a:r>
            <a:r>
              <a:rPr lang="zh-CN" altLang="en-US" sz="2300" b="1" baseline="-25000" dirty="0">
                <a:solidFill>
                  <a:srgbClr val="0000FF"/>
                </a:solidFill>
                <a:latin typeface="华文楷体" panose="02010600040101010101" pitchFamily="2" charset="-122"/>
                <a:ea typeface="华文楷体" panose="02010600040101010101" pitchFamily="2" charset="-122"/>
              </a:rPr>
              <a:t>z</a:t>
            </a:r>
            <a:r>
              <a:rPr lang="zh-CN" altLang="en-US" sz="2300" b="1" dirty="0">
                <a:solidFill>
                  <a:srgbClr val="0000FF"/>
                </a:solidFill>
                <a:latin typeface="华文楷体" panose="02010600040101010101" pitchFamily="2" charset="-122"/>
                <a:ea typeface="华文楷体" panose="02010600040101010101" pitchFamily="2" charset="-122"/>
              </a:rPr>
              <a:t>)</a:t>
            </a:r>
          </a:p>
          <a:p>
            <a:pPr algn="l">
              <a:lnSpc>
                <a:spcPct val="150000"/>
              </a:lnSpc>
              <a:buClrTx/>
              <a:buSzTx/>
              <a:buFontTx/>
            </a:pPr>
            <a:r>
              <a:rPr lang="zh-CN" altLang="en-US" sz="2300" b="1" dirty="0">
                <a:solidFill>
                  <a:srgbClr val="0000FF"/>
                </a:solidFill>
                <a:latin typeface="华文楷体" panose="02010600040101010101" pitchFamily="2" charset="-122"/>
                <a:ea typeface="华文楷体" panose="02010600040101010101" pitchFamily="2" charset="-122"/>
              </a:rPr>
              <a:t>             = w</a:t>
            </a:r>
            <a:r>
              <a:rPr lang="zh-CN" altLang="en-US" sz="2300" b="1" baseline="-25000" dirty="0">
                <a:solidFill>
                  <a:srgbClr val="0000FF"/>
                </a:solidFill>
                <a:latin typeface="华文楷体" panose="02010600040101010101" pitchFamily="2" charset="-122"/>
                <a:ea typeface="华文楷体" panose="02010600040101010101" pitchFamily="2" charset="-122"/>
              </a:rPr>
              <a:t>x</a:t>
            </a:r>
            <a:r>
              <a:rPr lang="zh-CN" altLang="en-US" sz="2300" b="1" dirty="0">
                <a:solidFill>
                  <a:srgbClr val="0000FF"/>
                </a:solidFill>
                <a:latin typeface="华文楷体" panose="02010600040101010101" pitchFamily="2" charset="-122"/>
                <a:ea typeface="华文楷体" panose="02010600040101010101" pitchFamily="2" charset="-122"/>
              </a:rPr>
              <a:t>(l</a:t>
            </a:r>
            <a:r>
              <a:rPr lang="zh-CN" altLang="en-US" sz="2300" b="1" baseline="-25000" dirty="0">
                <a:solidFill>
                  <a:srgbClr val="0000FF"/>
                </a:solidFill>
                <a:latin typeface="华文楷体" panose="02010600040101010101" pitchFamily="2" charset="-122"/>
                <a:ea typeface="华文楷体" panose="02010600040101010101" pitchFamily="2" charset="-122"/>
              </a:rPr>
              <a:t>z</a:t>
            </a:r>
            <a:r>
              <a:rPr lang="zh-CN" altLang="en-US" sz="2300" b="1" dirty="0">
                <a:solidFill>
                  <a:srgbClr val="0000FF"/>
                </a:solidFill>
                <a:latin typeface="华文楷体" panose="02010600040101010101" pitchFamily="2" charset="-122"/>
                <a:ea typeface="华文楷体" panose="02010600040101010101" pitchFamily="2" charset="-122"/>
              </a:rPr>
              <a:t>-l</a:t>
            </a:r>
            <a:r>
              <a:rPr lang="zh-CN" altLang="en-US" sz="2300" b="1" baseline="-25000" dirty="0">
                <a:solidFill>
                  <a:srgbClr val="0000FF"/>
                </a:solidFill>
                <a:latin typeface="华文楷体" panose="02010600040101010101" pitchFamily="2" charset="-122"/>
                <a:ea typeface="华文楷体" panose="02010600040101010101" pitchFamily="2" charset="-122"/>
              </a:rPr>
              <a:t>x</a:t>
            </a:r>
            <a:r>
              <a:rPr lang="zh-CN" altLang="en-US" sz="2300" b="1" dirty="0">
                <a:solidFill>
                  <a:srgbClr val="0000FF"/>
                </a:solidFill>
                <a:latin typeface="华文楷体" panose="02010600040101010101" pitchFamily="2" charset="-122"/>
                <a:ea typeface="华文楷体" panose="02010600040101010101" pitchFamily="2" charset="-122"/>
              </a:rPr>
              <a:t>) - w</a:t>
            </a:r>
            <a:r>
              <a:rPr lang="zh-CN" altLang="en-US" sz="2300" b="1" baseline="-25000" dirty="0">
                <a:solidFill>
                  <a:srgbClr val="0000FF"/>
                </a:solidFill>
                <a:latin typeface="华文楷体" panose="02010600040101010101" pitchFamily="2" charset="-122"/>
                <a:ea typeface="华文楷体" panose="02010600040101010101" pitchFamily="2" charset="-122"/>
              </a:rPr>
              <a:t>z</a:t>
            </a:r>
            <a:r>
              <a:rPr lang="zh-CN" altLang="en-US" sz="2300" b="1" dirty="0">
                <a:solidFill>
                  <a:srgbClr val="0000FF"/>
                </a:solidFill>
                <a:latin typeface="华文楷体" panose="02010600040101010101" pitchFamily="2" charset="-122"/>
                <a:ea typeface="华文楷体" panose="02010600040101010101" pitchFamily="2" charset="-122"/>
              </a:rPr>
              <a:t>(l</a:t>
            </a:r>
            <a:r>
              <a:rPr lang="zh-CN" altLang="en-US" sz="2300" b="1" baseline="-25000" dirty="0">
                <a:solidFill>
                  <a:srgbClr val="0000FF"/>
                </a:solidFill>
                <a:latin typeface="华文楷体" panose="02010600040101010101" pitchFamily="2" charset="-122"/>
                <a:ea typeface="华文楷体" panose="02010600040101010101" pitchFamily="2" charset="-122"/>
              </a:rPr>
              <a:t>z</a:t>
            </a:r>
            <a:r>
              <a:rPr lang="zh-CN" altLang="en-US" sz="2300" b="1" dirty="0">
                <a:solidFill>
                  <a:srgbClr val="0000FF"/>
                </a:solidFill>
                <a:latin typeface="华文楷体" panose="02010600040101010101" pitchFamily="2" charset="-122"/>
                <a:ea typeface="华文楷体" panose="02010600040101010101" pitchFamily="2" charset="-122"/>
              </a:rPr>
              <a:t>-l</a:t>
            </a:r>
            <a:r>
              <a:rPr lang="zh-CN" altLang="en-US" sz="2300" b="1" baseline="-25000" dirty="0">
                <a:solidFill>
                  <a:srgbClr val="0000FF"/>
                </a:solidFill>
                <a:latin typeface="华文楷体" panose="02010600040101010101" pitchFamily="2" charset="-122"/>
                <a:ea typeface="华文楷体" panose="02010600040101010101" pitchFamily="2" charset="-122"/>
              </a:rPr>
              <a:t>x</a:t>
            </a:r>
            <a:r>
              <a:rPr lang="zh-CN" altLang="en-US" sz="2300" b="1" dirty="0">
                <a:solidFill>
                  <a:srgbClr val="0000FF"/>
                </a:solidFill>
                <a:latin typeface="华文楷体" panose="02010600040101010101" pitchFamily="2" charset="-122"/>
                <a:ea typeface="华文楷体" panose="02010600040101010101" pitchFamily="2" charset="-122"/>
              </a:rPr>
              <a:t>)</a:t>
            </a:r>
          </a:p>
          <a:p>
            <a:pPr algn="l">
              <a:lnSpc>
                <a:spcPct val="150000"/>
              </a:lnSpc>
              <a:buClrTx/>
              <a:buSzTx/>
              <a:buFontTx/>
            </a:pPr>
            <a:r>
              <a:rPr lang="zh-CN" altLang="en-US" sz="2300" b="1" dirty="0">
                <a:solidFill>
                  <a:srgbClr val="0000FF"/>
                </a:solidFill>
                <a:latin typeface="华文楷体" panose="02010600040101010101" pitchFamily="2" charset="-122"/>
                <a:ea typeface="华文楷体" panose="02010600040101010101" pitchFamily="2" charset="-122"/>
              </a:rPr>
              <a:t>             = (w</a:t>
            </a:r>
            <a:r>
              <a:rPr lang="zh-CN" altLang="en-US" sz="2300" b="1" baseline="-25000" dirty="0">
                <a:solidFill>
                  <a:srgbClr val="0000FF"/>
                </a:solidFill>
                <a:latin typeface="华文楷体" panose="02010600040101010101" pitchFamily="2" charset="-122"/>
                <a:ea typeface="华文楷体" panose="02010600040101010101" pitchFamily="2" charset="-122"/>
              </a:rPr>
              <a:t>x</a:t>
            </a:r>
            <a:r>
              <a:rPr lang="zh-CN" altLang="en-US" sz="2300" b="1" dirty="0">
                <a:solidFill>
                  <a:srgbClr val="0000FF"/>
                </a:solidFill>
                <a:latin typeface="华文楷体" panose="02010600040101010101" pitchFamily="2" charset="-122"/>
                <a:ea typeface="华文楷体" panose="02010600040101010101" pitchFamily="2" charset="-122"/>
              </a:rPr>
              <a:t>-w</a:t>
            </a:r>
            <a:r>
              <a:rPr lang="zh-CN" altLang="en-US" sz="2300" b="1" baseline="-25000" dirty="0">
                <a:solidFill>
                  <a:srgbClr val="0000FF"/>
                </a:solidFill>
                <a:latin typeface="华文楷体" panose="02010600040101010101" pitchFamily="2" charset="-122"/>
                <a:ea typeface="华文楷体" panose="02010600040101010101" pitchFamily="2" charset="-122"/>
              </a:rPr>
              <a:t>z</a:t>
            </a:r>
            <a:r>
              <a:rPr lang="zh-CN" altLang="en-US" sz="2300" b="1" dirty="0">
                <a:solidFill>
                  <a:srgbClr val="0000FF"/>
                </a:solidFill>
                <a:latin typeface="华文楷体" panose="02010600040101010101" pitchFamily="2" charset="-122"/>
                <a:ea typeface="华文楷体" panose="02010600040101010101" pitchFamily="2" charset="-122"/>
              </a:rPr>
              <a:t>)(l</a:t>
            </a:r>
            <a:r>
              <a:rPr lang="zh-CN" altLang="en-US" sz="2300" b="1" baseline="-25000" dirty="0">
                <a:solidFill>
                  <a:srgbClr val="0000FF"/>
                </a:solidFill>
                <a:latin typeface="华文楷体" panose="02010600040101010101" pitchFamily="2" charset="-122"/>
                <a:ea typeface="华文楷体" panose="02010600040101010101" pitchFamily="2" charset="-122"/>
              </a:rPr>
              <a:t>z</a:t>
            </a:r>
            <a:r>
              <a:rPr lang="zh-CN" altLang="en-US" sz="2300" b="1" dirty="0">
                <a:solidFill>
                  <a:srgbClr val="0000FF"/>
                </a:solidFill>
                <a:latin typeface="华文楷体" panose="02010600040101010101" pitchFamily="2" charset="-122"/>
                <a:ea typeface="华文楷体" panose="02010600040101010101" pitchFamily="2" charset="-122"/>
              </a:rPr>
              <a:t>-l</a:t>
            </a:r>
            <a:r>
              <a:rPr lang="zh-CN" altLang="en-US" sz="2300" b="1" baseline="-25000" dirty="0">
                <a:solidFill>
                  <a:srgbClr val="0000FF"/>
                </a:solidFill>
                <a:latin typeface="华文楷体" panose="02010600040101010101" pitchFamily="2" charset="-122"/>
                <a:ea typeface="华文楷体" panose="02010600040101010101" pitchFamily="2" charset="-122"/>
              </a:rPr>
              <a:t>x</a:t>
            </a:r>
            <a:r>
              <a:rPr lang="zh-CN" altLang="en-US" sz="2300" b="1" dirty="0">
                <a:solidFill>
                  <a:srgbClr val="0000FF"/>
                </a:solidFill>
                <a:latin typeface="华文楷体" panose="02010600040101010101" pitchFamily="2" charset="-122"/>
                <a:ea typeface="华文楷体" panose="02010600040101010101" pitchFamily="2" charset="-122"/>
              </a:rPr>
              <a:t>) &lt; 0</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（由前面所设有</a:t>
            </a:r>
            <a:r>
              <a:rPr lang="en-US" altLang="zh-CN" sz="2300" b="1" i="1" dirty="0" err="1">
                <a:solidFill>
                  <a:srgbClr val="0000FF"/>
                </a:solidFill>
                <a:latin typeface="华文楷体" panose="02010600040101010101" pitchFamily="2" charset="-122"/>
                <a:ea typeface="华文楷体" panose="02010600040101010101" pitchFamily="2" charset="-122"/>
                <a:cs typeface="微软雅黑" panose="020B0503020204020204" charset="-122"/>
              </a:rPr>
              <a:t>w</a:t>
            </a:r>
            <a:r>
              <a:rPr lang="en-US" altLang="zh-CN" sz="2300" b="1" i="1" baseline="-25000" dirty="0" err="1">
                <a:solidFill>
                  <a:srgbClr val="0000FF"/>
                </a:solidFill>
                <a:latin typeface="华文楷体" panose="02010600040101010101" pitchFamily="2" charset="-122"/>
                <a:ea typeface="华文楷体" panose="02010600040101010101" pitchFamily="2" charset="-122"/>
                <a:cs typeface="微软雅黑" panose="020B0503020204020204" charset="-122"/>
              </a:rPr>
              <a:t>z</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&gt;</a:t>
            </a:r>
            <a:r>
              <a:rPr lang="en-US" altLang="zh-CN" sz="2300" b="1" i="1" dirty="0" err="1">
                <a:solidFill>
                  <a:srgbClr val="0000FF"/>
                </a:solidFill>
                <a:latin typeface="华文楷体" panose="02010600040101010101" pitchFamily="2" charset="-122"/>
                <a:ea typeface="华文楷体" panose="02010600040101010101" pitchFamily="2" charset="-122"/>
                <a:cs typeface="微软雅黑" panose="020B0503020204020204" charset="-122"/>
              </a:rPr>
              <a:t>w</a:t>
            </a:r>
            <a:r>
              <a:rPr lang="en-US" altLang="zh-CN" sz="2300" b="1" i="1" baseline="-25000" dirty="0" err="1">
                <a:solidFill>
                  <a:srgbClr val="0000FF"/>
                </a:solidFill>
                <a:latin typeface="华文楷体" panose="02010600040101010101" pitchFamily="2" charset="-122"/>
                <a:ea typeface="华文楷体" panose="02010600040101010101" pitchFamily="2" charset="-122"/>
                <a:cs typeface="微软雅黑" panose="020B0503020204020204" charset="-122"/>
              </a:rPr>
              <a:t>x </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和</a:t>
            </a:r>
            <a:r>
              <a:rPr lang="en-US" altLang="zh-CN" sz="2300" b="1" i="1" dirty="0" err="1">
                <a:solidFill>
                  <a:srgbClr val="0000FF"/>
                </a:solidFill>
                <a:latin typeface="华文楷体" panose="02010600040101010101" pitchFamily="2" charset="-122"/>
                <a:ea typeface="华文楷体" panose="02010600040101010101" pitchFamily="2" charset="-122"/>
                <a:cs typeface="微软雅黑" panose="020B0503020204020204" charset="-122"/>
              </a:rPr>
              <a:t>l</a:t>
            </a:r>
            <a:r>
              <a:rPr lang="en-US" altLang="zh-CN" sz="2300" b="1" i="1" baseline="-25000" dirty="0" err="1">
                <a:solidFill>
                  <a:srgbClr val="0000FF"/>
                </a:solidFill>
                <a:latin typeface="华文楷体" panose="02010600040101010101" pitchFamily="2" charset="-122"/>
                <a:ea typeface="华文楷体" panose="02010600040101010101" pitchFamily="2" charset="-122"/>
                <a:cs typeface="微软雅黑" panose="020B0503020204020204" charset="-122"/>
              </a:rPr>
              <a:t>z</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&gt;</a:t>
            </a:r>
            <a:r>
              <a:rPr lang="en-US" altLang="zh-CN" sz="2300" b="1" i="1" dirty="0">
                <a:solidFill>
                  <a:srgbClr val="0000FF"/>
                </a:solidFill>
                <a:latin typeface="华文楷体" panose="02010600040101010101" pitchFamily="2" charset="-122"/>
                <a:ea typeface="华文楷体" panose="02010600040101010101" pitchFamily="2" charset="-122"/>
                <a:cs typeface="微软雅黑" panose="020B0503020204020204" charset="-122"/>
              </a:rPr>
              <a:t>l</a:t>
            </a:r>
            <a:r>
              <a:rPr lang="en-US" altLang="zh-CN" sz="2300" b="1" i="1" baseline="-25000" dirty="0">
                <a:solidFill>
                  <a:srgbClr val="0000FF"/>
                </a:solidFill>
                <a:latin typeface="华文楷体" panose="02010600040101010101" pitchFamily="2" charset="-122"/>
                <a:ea typeface="华文楷体" panose="02010600040101010101" pitchFamily="2" charset="-122"/>
                <a:cs typeface="微软雅黑" panose="020B0503020204020204" charset="-122"/>
              </a:rPr>
              <a:t>x</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p>
          <a:p>
            <a:pPr>
              <a:lnSpc>
                <a:spcPct val="150000"/>
              </a:lnSpc>
            </a:pP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　　这就与交换前的树是最优树的假设矛盾。所以上述命题成立。</a:t>
            </a:r>
          </a:p>
        </p:txBody>
      </p:sp>
      <p:grpSp>
        <p:nvGrpSpPr>
          <p:cNvPr id="5" name="组合 4"/>
          <p:cNvGrpSpPr/>
          <p:nvPr/>
        </p:nvGrpSpPr>
        <p:grpSpPr>
          <a:xfrm>
            <a:off x="3082325" y="745412"/>
            <a:ext cx="2286016" cy="2071702"/>
            <a:chOff x="1500166" y="2071678"/>
            <a:chExt cx="2286016" cy="2071702"/>
          </a:xfrm>
        </p:grpSpPr>
        <p:sp>
          <p:nvSpPr>
            <p:cNvPr id="6" name="椭圆 5"/>
            <p:cNvSpPr/>
            <p:nvPr/>
          </p:nvSpPr>
          <p:spPr>
            <a:xfrm>
              <a:off x="2143108" y="2071678"/>
              <a:ext cx="428628" cy="500066"/>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300" b="1" i="1">
                <a:solidFill>
                  <a:srgbClr val="0000FF"/>
                </a:solidFill>
                <a:latin typeface="华文楷体" panose="02010600040101010101" pitchFamily="2" charset="-122"/>
                <a:ea typeface="华文楷体" panose="02010600040101010101" pitchFamily="2" charset="-122"/>
                <a:cs typeface="Consolas" panose="020B0609020204030204" pitchFamily="49" charset="0"/>
              </a:endParaRPr>
            </a:p>
          </p:txBody>
        </p:sp>
        <p:sp>
          <p:nvSpPr>
            <p:cNvPr id="7" name="椭圆 6"/>
            <p:cNvSpPr/>
            <p:nvPr/>
          </p:nvSpPr>
          <p:spPr>
            <a:xfrm>
              <a:off x="1500166" y="2857496"/>
              <a:ext cx="428628" cy="500066"/>
            </a:xfrm>
            <a:prstGeom prst="ellipse">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300" b="1" i="1">
                  <a:solidFill>
                    <a:srgbClr val="0000FF"/>
                  </a:solidFill>
                  <a:latin typeface="华文楷体" panose="02010600040101010101" pitchFamily="2" charset="-122"/>
                  <a:ea typeface="华文楷体" panose="02010600040101010101" pitchFamily="2" charset="-122"/>
                  <a:cs typeface="Consolas" panose="020B0609020204030204" pitchFamily="49" charset="0"/>
                </a:rPr>
                <a:t>z</a:t>
              </a:r>
            </a:p>
          </p:txBody>
        </p:sp>
        <p:sp>
          <p:nvSpPr>
            <p:cNvPr id="8" name="椭圆 7"/>
            <p:cNvSpPr/>
            <p:nvPr/>
          </p:nvSpPr>
          <p:spPr>
            <a:xfrm>
              <a:off x="2714612" y="2857496"/>
              <a:ext cx="428628" cy="500066"/>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300" b="1" i="1">
                <a:solidFill>
                  <a:srgbClr val="0000FF"/>
                </a:solidFill>
                <a:latin typeface="华文楷体" panose="02010600040101010101" pitchFamily="2" charset="-122"/>
                <a:ea typeface="华文楷体" panose="02010600040101010101" pitchFamily="2" charset="-122"/>
                <a:cs typeface="Consolas" panose="020B0609020204030204" pitchFamily="49" charset="0"/>
              </a:endParaRPr>
            </a:p>
          </p:txBody>
        </p:sp>
        <p:sp>
          <p:nvSpPr>
            <p:cNvPr id="9" name="椭圆 8"/>
            <p:cNvSpPr/>
            <p:nvPr/>
          </p:nvSpPr>
          <p:spPr>
            <a:xfrm>
              <a:off x="2143108" y="3643314"/>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300" b="1" i="1">
                  <a:solidFill>
                    <a:srgbClr val="0000FF"/>
                  </a:solidFill>
                  <a:latin typeface="华文楷体" panose="02010600040101010101" pitchFamily="2" charset="-122"/>
                  <a:ea typeface="华文楷体" panose="02010600040101010101" pitchFamily="2" charset="-122"/>
                  <a:cs typeface="Consolas" panose="020B0609020204030204" pitchFamily="49" charset="0"/>
                </a:rPr>
                <a:t>x</a:t>
              </a:r>
            </a:p>
          </p:txBody>
        </p:sp>
        <p:sp>
          <p:nvSpPr>
            <p:cNvPr id="10" name="椭圆 9"/>
            <p:cNvSpPr/>
            <p:nvPr/>
          </p:nvSpPr>
          <p:spPr>
            <a:xfrm>
              <a:off x="3357554" y="3643314"/>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300" b="1" i="1">
                  <a:solidFill>
                    <a:srgbClr val="0000FF"/>
                  </a:solidFill>
                  <a:latin typeface="华文楷体" panose="02010600040101010101" pitchFamily="2" charset="-122"/>
                  <a:ea typeface="华文楷体" panose="02010600040101010101" pitchFamily="2" charset="-122"/>
                  <a:cs typeface="Consolas" panose="020B0609020204030204" pitchFamily="49" charset="0"/>
                </a:rPr>
                <a:t>y</a:t>
              </a:r>
            </a:p>
          </p:txBody>
        </p:sp>
        <p:cxnSp>
          <p:nvCxnSpPr>
            <p:cNvPr id="11" name="直接连接符 10"/>
            <p:cNvCxnSpPr>
              <a:stCxn id="6" idx="3"/>
              <a:endCxn id="7" idx="7"/>
            </p:cNvCxnSpPr>
            <p:nvPr/>
          </p:nvCxnSpPr>
          <p:spPr>
            <a:xfrm rot="5400000">
              <a:off x="1819842" y="2544692"/>
              <a:ext cx="432218" cy="339856"/>
            </a:xfrm>
            <a:prstGeom prst="line">
              <a:avLst/>
            </a:prstGeom>
          </p:spPr>
          <p:style>
            <a:lnRef idx="2">
              <a:schemeClr val="dk1"/>
            </a:lnRef>
            <a:fillRef idx="0">
              <a:schemeClr val="dk1"/>
            </a:fillRef>
            <a:effectRef idx="1">
              <a:schemeClr val="dk1"/>
            </a:effectRef>
            <a:fontRef idx="minor">
              <a:schemeClr val="tx1"/>
            </a:fontRef>
          </p:style>
        </p:cxnSp>
        <p:cxnSp>
          <p:nvCxnSpPr>
            <p:cNvPr id="12" name="直接连接符 11"/>
            <p:cNvCxnSpPr>
              <a:stCxn id="6" idx="5"/>
              <a:endCxn id="8" idx="1"/>
            </p:cNvCxnSpPr>
            <p:nvPr/>
          </p:nvCxnSpPr>
          <p:spPr>
            <a:xfrm rot="16200000" flipH="1">
              <a:off x="2427065" y="2580411"/>
              <a:ext cx="432218" cy="268418"/>
            </a:xfrm>
            <a:prstGeom prst="line">
              <a:avLst/>
            </a:prstGeom>
          </p:spPr>
          <p:style>
            <a:lnRef idx="2">
              <a:schemeClr val="dk1"/>
            </a:lnRef>
            <a:fillRef idx="0">
              <a:schemeClr val="dk1"/>
            </a:fillRef>
            <a:effectRef idx="1">
              <a:schemeClr val="dk1"/>
            </a:effectRef>
            <a:fontRef idx="minor">
              <a:schemeClr val="tx1"/>
            </a:fontRef>
          </p:style>
        </p:cxnSp>
        <p:cxnSp>
          <p:nvCxnSpPr>
            <p:cNvPr id="13" name="直接连接符 12"/>
            <p:cNvCxnSpPr>
              <a:stCxn id="8" idx="3"/>
              <a:endCxn id="9" idx="7"/>
            </p:cNvCxnSpPr>
            <p:nvPr/>
          </p:nvCxnSpPr>
          <p:spPr>
            <a:xfrm rot="5400000">
              <a:off x="2427065" y="3366229"/>
              <a:ext cx="432218" cy="268418"/>
            </a:xfrm>
            <a:prstGeom prst="line">
              <a:avLst/>
            </a:prstGeom>
          </p:spPr>
          <p:style>
            <a:lnRef idx="2">
              <a:schemeClr val="dk1"/>
            </a:lnRef>
            <a:fillRef idx="0">
              <a:schemeClr val="dk1"/>
            </a:fillRef>
            <a:effectRef idx="1">
              <a:schemeClr val="dk1"/>
            </a:effectRef>
            <a:fontRef idx="minor">
              <a:schemeClr val="tx1"/>
            </a:fontRef>
          </p:style>
        </p:cxnSp>
        <p:cxnSp>
          <p:nvCxnSpPr>
            <p:cNvPr id="14" name="直接连接符 13"/>
            <p:cNvCxnSpPr>
              <a:stCxn id="8" idx="5"/>
              <a:endCxn id="10" idx="1"/>
            </p:cNvCxnSpPr>
            <p:nvPr/>
          </p:nvCxnSpPr>
          <p:spPr>
            <a:xfrm rot="16200000" flipH="1">
              <a:off x="3034288" y="3330510"/>
              <a:ext cx="432218" cy="339856"/>
            </a:xfrm>
            <a:prstGeom prst="line">
              <a:avLst/>
            </a:prstGeom>
          </p:spPr>
          <p:style>
            <a:lnRef idx="2">
              <a:schemeClr val="dk1"/>
            </a:lnRef>
            <a:fillRef idx="0">
              <a:schemeClr val="dk1"/>
            </a:fillRef>
            <a:effectRef idx="1">
              <a:schemeClr val="dk1"/>
            </a:effectRef>
            <a:fontRef idx="minor">
              <a:schemeClr val="tx1"/>
            </a:fontRef>
          </p:style>
        </p:cxnSp>
      </p:grpSp>
      <p:grpSp>
        <p:nvGrpSpPr>
          <p:cNvPr id="15" name="组合 14"/>
          <p:cNvGrpSpPr/>
          <p:nvPr/>
        </p:nvGrpSpPr>
        <p:grpSpPr>
          <a:xfrm>
            <a:off x="5296903" y="745412"/>
            <a:ext cx="3214710" cy="2071702"/>
            <a:chOff x="3714744" y="2071678"/>
            <a:chExt cx="3214710" cy="2071702"/>
          </a:xfrm>
        </p:grpSpPr>
        <p:sp>
          <p:nvSpPr>
            <p:cNvPr id="16" name="椭圆 15"/>
            <p:cNvSpPr/>
            <p:nvPr/>
          </p:nvSpPr>
          <p:spPr>
            <a:xfrm>
              <a:off x="5286380" y="2071678"/>
              <a:ext cx="428628" cy="500066"/>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300" b="1" i="1">
                <a:solidFill>
                  <a:srgbClr val="0000FF"/>
                </a:solidFill>
                <a:latin typeface="华文楷体" panose="02010600040101010101" pitchFamily="2" charset="-122"/>
                <a:ea typeface="华文楷体" panose="02010600040101010101" pitchFamily="2" charset="-122"/>
                <a:cs typeface="Consolas" panose="020B0609020204030204" pitchFamily="49" charset="0"/>
              </a:endParaRPr>
            </a:p>
          </p:txBody>
        </p:sp>
        <p:sp>
          <p:nvSpPr>
            <p:cNvPr id="17" name="椭圆 16"/>
            <p:cNvSpPr/>
            <p:nvPr/>
          </p:nvSpPr>
          <p:spPr>
            <a:xfrm>
              <a:off x="4643438" y="2857496"/>
              <a:ext cx="428628" cy="500066"/>
            </a:xfrm>
            <a:prstGeom prst="ellipse">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300" b="1" i="1">
                  <a:solidFill>
                    <a:srgbClr val="0000FF"/>
                  </a:solidFill>
                  <a:latin typeface="华文楷体" panose="02010600040101010101" pitchFamily="2" charset="-122"/>
                  <a:ea typeface="华文楷体" panose="02010600040101010101" pitchFamily="2" charset="-122"/>
                  <a:cs typeface="Consolas" panose="020B0609020204030204" pitchFamily="49" charset="0"/>
                </a:rPr>
                <a:t>x</a:t>
              </a:r>
            </a:p>
          </p:txBody>
        </p:sp>
        <p:sp>
          <p:nvSpPr>
            <p:cNvPr id="18" name="椭圆 17"/>
            <p:cNvSpPr/>
            <p:nvPr/>
          </p:nvSpPr>
          <p:spPr>
            <a:xfrm>
              <a:off x="5857884" y="2857496"/>
              <a:ext cx="428628" cy="500066"/>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300" b="1" i="1">
                <a:solidFill>
                  <a:srgbClr val="0000FF"/>
                </a:solidFill>
                <a:latin typeface="华文楷体" panose="02010600040101010101" pitchFamily="2" charset="-122"/>
                <a:ea typeface="华文楷体" panose="02010600040101010101" pitchFamily="2" charset="-122"/>
                <a:cs typeface="Consolas" panose="020B0609020204030204" pitchFamily="49" charset="0"/>
              </a:endParaRPr>
            </a:p>
          </p:txBody>
        </p:sp>
        <p:sp>
          <p:nvSpPr>
            <p:cNvPr id="19" name="椭圆 18"/>
            <p:cNvSpPr/>
            <p:nvPr/>
          </p:nvSpPr>
          <p:spPr>
            <a:xfrm>
              <a:off x="5286380" y="3643314"/>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300" b="1" i="1">
                  <a:solidFill>
                    <a:srgbClr val="0000FF"/>
                  </a:solidFill>
                  <a:latin typeface="华文楷体" panose="02010600040101010101" pitchFamily="2" charset="-122"/>
                  <a:ea typeface="华文楷体" panose="02010600040101010101" pitchFamily="2" charset="-122"/>
                  <a:cs typeface="Consolas" panose="020B0609020204030204" pitchFamily="49" charset="0"/>
                </a:rPr>
                <a:t>z</a:t>
              </a:r>
            </a:p>
          </p:txBody>
        </p:sp>
        <p:sp>
          <p:nvSpPr>
            <p:cNvPr id="20" name="椭圆 19"/>
            <p:cNvSpPr/>
            <p:nvPr/>
          </p:nvSpPr>
          <p:spPr>
            <a:xfrm>
              <a:off x="6500826" y="3643314"/>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300" b="1" i="1">
                  <a:solidFill>
                    <a:srgbClr val="0000FF"/>
                  </a:solidFill>
                  <a:latin typeface="华文楷体" panose="02010600040101010101" pitchFamily="2" charset="-122"/>
                  <a:ea typeface="华文楷体" panose="02010600040101010101" pitchFamily="2" charset="-122"/>
                  <a:cs typeface="Consolas" panose="020B0609020204030204" pitchFamily="49" charset="0"/>
                </a:rPr>
                <a:t>y</a:t>
              </a:r>
            </a:p>
          </p:txBody>
        </p:sp>
        <p:cxnSp>
          <p:nvCxnSpPr>
            <p:cNvPr id="21" name="直接连接符 20"/>
            <p:cNvCxnSpPr>
              <a:stCxn id="16" idx="3"/>
              <a:endCxn id="17" idx="7"/>
            </p:cNvCxnSpPr>
            <p:nvPr/>
          </p:nvCxnSpPr>
          <p:spPr>
            <a:xfrm rot="5400000">
              <a:off x="4963114" y="2544692"/>
              <a:ext cx="432218" cy="339856"/>
            </a:xfrm>
            <a:prstGeom prst="line">
              <a:avLst/>
            </a:prstGeom>
          </p:spPr>
          <p:style>
            <a:lnRef idx="2">
              <a:schemeClr val="dk1"/>
            </a:lnRef>
            <a:fillRef idx="0">
              <a:schemeClr val="dk1"/>
            </a:fillRef>
            <a:effectRef idx="1">
              <a:schemeClr val="dk1"/>
            </a:effectRef>
            <a:fontRef idx="minor">
              <a:schemeClr val="tx1"/>
            </a:fontRef>
          </p:style>
        </p:cxnSp>
        <p:cxnSp>
          <p:nvCxnSpPr>
            <p:cNvPr id="22" name="直接连接符 21"/>
            <p:cNvCxnSpPr>
              <a:stCxn id="16" idx="5"/>
              <a:endCxn id="18" idx="1"/>
            </p:cNvCxnSpPr>
            <p:nvPr/>
          </p:nvCxnSpPr>
          <p:spPr>
            <a:xfrm rot="16200000" flipH="1">
              <a:off x="5570337" y="2580411"/>
              <a:ext cx="432218" cy="268418"/>
            </a:xfrm>
            <a:prstGeom prst="line">
              <a:avLst/>
            </a:prstGeom>
          </p:spPr>
          <p:style>
            <a:lnRef idx="2">
              <a:schemeClr val="dk1"/>
            </a:lnRef>
            <a:fillRef idx="0">
              <a:schemeClr val="dk1"/>
            </a:fillRef>
            <a:effectRef idx="1">
              <a:schemeClr val="dk1"/>
            </a:effectRef>
            <a:fontRef idx="minor">
              <a:schemeClr val="tx1"/>
            </a:fontRef>
          </p:style>
        </p:cxnSp>
        <p:cxnSp>
          <p:nvCxnSpPr>
            <p:cNvPr id="23" name="直接连接符 22"/>
            <p:cNvCxnSpPr>
              <a:stCxn id="18" idx="3"/>
              <a:endCxn id="19" idx="7"/>
            </p:cNvCxnSpPr>
            <p:nvPr/>
          </p:nvCxnSpPr>
          <p:spPr>
            <a:xfrm rot="5400000">
              <a:off x="5570337" y="3366229"/>
              <a:ext cx="432218" cy="268418"/>
            </a:xfrm>
            <a:prstGeom prst="line">
              <a:avLst/>
            </a:prstGeom>
          </p:spPr>
          <p:style>
            <a:lnRef idx="2">
              <a:schemeClr val="dk1"/>
            </a:lnRef>
            <a:fillRef idx="0">
              <a:schemeClr val="dk1"/>
            </a:fillRef>
            <a:effectRef idx="1">
              <a:schemeClr val="dk1"/>
            </a:effectRef>
            <a:fontRef idx="minor">
              <a:schemeClr val="tx1"/>
            </a:fontRef>
          </p:style>
        </p:cxnSp>
        <p:cxnSp>
          <p:nvCxnSpPr>
            <p:cNvPr id="24" name="直接连接符 23"/>
            <p:cNvCxnSpPr>
              <a:stCxn id="18" idx="5"/>
              <a:endCxn id="20" idx="1"/>
            </p:cNvCxnSpPr>
            <p:nvPr/>
          </p:nvCxnSpPr>
          <p:spPr>
            <a:xfrm rot="16200000" flipH="1">
              <a:off x="6177560" y="3330510"/>
              <a:ext cx="432218" cy="339856"/>
            </a:xfrm>
            <a:prstGeom prst="line">
              <a:avLst/>
            </a:prstGeom>
          </p:spPr>
          <p:style>
            <a:lnRef idx="2">
              <a:schemeClr val="dk1"/>
            </a:lnRef>
            <a:fillRef idx="0">
              <a:schemeClr val="dk1"/>
            </a:fillRef>
            <a:effectRef idx="1">
              <a:schemeClr val="dk1"/>
            </a:effectRef>
            <a:fontRef idx="minor">
              <a:schemeClr val="tx1"/>
            </a:fontRef>
          </p:style>
        </p:cxnSp>
        <p:sp>
          <p:nvSpPr>
            <p:cNvPr id="25" name="右箭头 24"/>
            <p:cNvSpPr/>
            <p:nvPr/>
          </p:nvSpPr>
          <p:spPr>
            <a:xfrm>
              <a:off x="3714744" y="2786058"/>
              <a:ext cx="571504" cy="357190"/>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sz="2300" b="1">
                <a:solidFill>
                  <a:srgbClr val="0000FF"/>
                </a:solidFill>
                <a:latin typeface="华文楷体" panose="02010600040101010101" pitchFamily="2" charset="-122"/>
                <a:ea typeface="华文楷体" panose="02010600040101010101" pitchFamily="2" charset="-122"/>
              </a:endParaRPr>
            </a:p>
          </p:txBody>
        </p:sp>
      </p:gr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0772">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0772">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0772">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0772">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6077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159746" name="Text Box 2"/>
          <p:cNvSpPr txBox="1">
            <a:spLocks noChangeArrowheads="1"/>
          </p:cNvSpPr>
          <p:nvPr/>
        </p:nvSpPr>
        <p:spPr bwMode="auto">
          <a:xfrm>
            <a:off x="1113902" y="1279675"/>
            <a:ext cx="8216265" cy="2214880"/>
          </a:xfrm>
          <a:prstGeom prst="rect">
            <a:avLst/>
          </a:prstGeom>
          <a:noFill/>
          <a:ln w="9525">
            <a:noFill/>
            <a:miter lim="800000"/>
          </a:ln>
          <a:effectLst/>
        </p:spPr>
        <p:txBody>
          <a:bodyPr wrap="square">
            <a:spAutoFit/>
          </a:bodyPr>
          <a:lstStyle/>
          <a:p>
            <a:pPr algn="just">
              <a:lnSpc>
                <a:spcPct val="150000"/>
              </a:lnSpc>
              <a:spcBef>
                <a:spcPct val="50000"/>
              </a:spcBef>
            </a:pP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　　</a:t>
            </a:r>
            <a:r>
              <a:rPr lang="zh-CN" altLang="en-US" sz="2300" b="1" dirty="0">
                <a:solidFill>
                  <a:srgbClr val="FF0000"/>
                </a:solidFill>
                <a:latin typeface="华文楷体" panose="02010600040101010101" pitchFamily="2" charset="-122"/>
                <a:ea typeface="华文楷体" panose="02010600040101010101" pitchFamily="2" charset="-122"/>
                <a:cs typeface="微软雅黑" panose="020B0503020204020204" charset="-122"/>
              </a:rPr>
              <a:t>命题</a:t>
            </a:r>
            <a:r>
              <a:rPr lang="en-US" altLang="zh-CN" sz="2300" b="1" dirty="0">
                <a:solidFill>
                  <a:srgbClr val="FF0000"/>
                </a:solidFill>
                <a:latin typeface="华文楷体" panose="02010600040101010101" pitchFamily="2" charset="-122"/>
                <a:ea typeface="华文楷体" panose="02010600040101010101" pitchFamily="2" charset="-122"/>
                <a:cs typeface="微软雅黑" panose="020B0503020204020204" charset="-122"/>
              </a:rPr>
              <a:t>2</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：设</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T</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是字符集</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C</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对应的一棵哈夫曼树，结点</a:t>
            </a:r>
            <a:r>
              <a:rPr lang="en-US" altLang="zh-CN" sz="2300" b="1" i="1" dirty="0">
                <a:solidFill>
                  <a:srgbClr val="0000FF"/>
                </a:solidFill>
                <a:latin typeface="华文楷体" panose="02010600040101010101" pitchFamily="2" charset="-122"/>
                <a:ea typeface="华文楷体" panose="02010600040101010101" pitchFamily="2" charset="-122"/>
                <a:cs typeface="微软雅黑" panose="020B0503020204020204" charset="-122"/>
              </a:rPr>
              <a:t>x</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和</a:t>
            </a:r>
            <a:r>
              <a:rPr lang="en-US" altLang="zh-CN" sz="2300" b="1" i="1" dirty="0">
                <a:solidFill>
                  <a:srgbClr val="0000FF"/>
                </a:solidFill>
                <a:latin typeface="华文楷体" panose="02010600040101010101" pitchFamily="2" charset="-122"/>
                <a:ea typeface="华文楷体" panose="02010600040101010101" pitchFamily="2" charset="-122"/>
                <a:cs typeface="微软雅黑" panose="020B0503020204020204" charset="-122"/>
              </a:rPr>
              <a:t>y</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是兄弟，它们的双亲为</a:t>
            </a:r>
            <a:r>
              <a:rPr lang="en-US" altLang="zh-CN" sz="2300" b="1" i="1" dirty="0">
                <a:solidFill>
                  <a:srgbClr val="0000FF"/>
                </a:solidFill>
                <a:latin typeface="华文楷体" panose="02010600040101010101" pitchFamily="2" charset="-122"/>
                <a:ea typeface="华文楷体" panose="02010600040101010101" pitchFamily="2" charset="-122"/>
                <a:cs typeface="微软雅黑" panose="020B0503020204020204" charset="-122"/>
              </a:rPr>
              <a:t>z</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，显然有</a:t>
            </a:r>
            <a:r>
              <a:rPr lang="en-US" altLang="zh-CN" sz="2300" b="1" i="1" dirty="0" err="1">
                <a:solidFill>
                  <a:srgbClr val="0000FF"/>
                </a:solidFill>
                <a:latin typeface="华文楷体" panose="02010600040101010101" pitchFamily="2" charset="-122"/>
                <a:ea typeface="华文楷体" panose="02010600040101010101" pitchFamily="2" charset="-122"/>
                <a:cs typeface="微软雅黑" panose="020B0503020204020204" charset="-122"/>
              </a:rPr>
              <a:t>w</a:t>
            </a:r>
            <a:r>
              <a:rPr lang="en-US" altLang="zh-CN" sz="2300" b="1" i="1" baseline="-25000" dirty="0" err="1">
                <a:solidFill>
                  <a:srgbClr val="0000FF"/>
                </a:solidFill>
                <a:latin typeface="华文楷体" panose="02010600040101010101" pitchFamily="2" charset="-122"/>
                <a:ea typeface="华文楷体" panose="02010600040101010101" pitchFamily="2" charset="-122"/>
                <a:cs typeface="微软雅黑" panose="020B0503020204020204" charset="-122"/>
              </a:rPr>
              <a:t>z</a:t>
            </a:r>
            <a:r>
              <a:rPr lang="en-US" altLang="zh-CN" sz="2300" b="1" i="1" dirty="0">
                <a:solidFill>
                  <a:srgbClr val="0000FF"/>
                </a:solidFill>
                <a:latin typeface="华文楷体" panose="02010600040101010101" pitchFamily="2" charset="-122"/>
                <a:ea typeface="华文楷体" panose="02010600040101010101" pitchFamily="2" charset="-122"/>
                <a:cs typeface="微软雅黑" panose="020B0503020204020204" charset="-122"/>
              </a:rPr>
              <a:t> </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 </a:t>
            </a:r>
            <a:r>
              <a:rPr lang="en-US" altLang="zh-CN" sz="2300" b="1" i="1" dirty="0" err="1">
                <a:solidFill>
                  <a:srgbClr val="0000FF"/>
                </a:solidFill>
                <a:latin typeface="华文楷体" panose="02010600040101010101" pitchFamily="2" charset="-122"/>
                <a:ea typeface="华文楷体" panose="02010600040101010101" pitchFamily="2" charset="-122"/>
                <a:cs typeface="微软雅黑" panose="020B0503020204020204" charset="-122"/>
              </a:rPr>
              <a:t>w</a:t>
            </a:r>
            <a:r>
              <a:rPr lang="en-US" altLang="zh-CN" sz="2300" b="1" i="1" baseline="-25000" dirty="0" err="1">
                <a:solidFill>
                  <a:srgbClr val="0000FF"/>
                </a:solidFill>
                <a:latin typeface="华文楷体" panose="02010600040101010101" pitchFamily="2" charset="-122"/>
                <a:ea typeface="华文楷体" panose="02010600040101010101" pitchFamily="2" charset="-122"/>
                <a:cs typeface="微软雅黑" panose="020B0503020204020204" charset="-122"/>
              </a:rPr>
              <a:t>x</a:t>
            </a:r>
            <a:r>
              <a:rPr lang="en-US" altLang="zh-CN" sz="2300" b="1" dirty="0" err="1">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i="1" dirty="0" err="1">
                <a:solidFill>
                  <a:srgbClr val="0000FF"/>
                </a:solidFill>
                <a:latin typeface="华文楷体" panose="02010600040101010101" pitchFamily="2" charset="-122"/>
                <a:ea typeface="华文楷体" panose="02010600040101010101" pitchFamily="2" charset="-122"/>
                <a:cs typeface="微软雅黑" panose="020B0503020204020204" charset="-122"/>
              </a:rPr>
              <a:t>w</a:t>
            </a:r>
            <a:r>
              <a:rPr lang="en-US" altLang="zh-CN" sz="2300" b="1" i="1" baseline="-25000" dirty="0" err="1">
                <a:solidFill>
                  <a:srgbClr val="0000FF"/>
                </a:solidFill>
                <a:latin typeface="华文楷体" panose="02010600040101010101" pitchFamily="2" charset="-122"/>
                <a:ea typeface="华文楷体" panose="02010600040101010101" pitchFamily="2" charset="-122"/>
                <a:cs typeface="微软雅黑" panose="020B0503020204020204" charset="-122"/>
              </a:rPr>
              <a:t>y</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，现删除结点</a:t>
            </a:r>
            <a:r>
              <a:rPr lang="en-US" altLang="zh-CN" sz="2300" b="1" i="1" dirty="0">
                <a:solidFill>
                  <a:srgbClr val="0000FF"/>
                </a:solidFill>
                <a:latin typeface="华文楷体" panose="02010600040101010101" pitchFamily="2" charset="-122"/>
                <a:ea typeface="华文楷体" panose="02010600040101010101" pitchFamily="2" charset="-122"/>
                <a:cs typeface="微软雅黑" panose="020B0503020204020204" charset="-122"/>
              </a:rPr>
              <a:t>x</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和</a:t>
            </a:r>
            <a:r>
              <a:rPr lang="en-US" altLang="zh-CN" sz="2300" b="1" i="1" dirty="0">
                <a:solidFill>
                  <a:srgbClr val="0000FF"/>
                </a:solidFill>
                <a:latin typeface="华文楷体" panose="02010600040101010101" pitchFamily="2" charset="-122"/>
                <a:ea typeface="华文楷体" panose="02010600040101010101" pitchFamily="2" charset="-122"/>
                <a:cs typeface="微软雅黑" panose="020B0503020204020204" charset="-122"/>
              </a:rPr>
              <a:t>y</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，让</a:t>
            </a:r>
            <a:r>
              <a:rPr lang="en-US" altLang="zh-CN" sz="2300" b="1" i="1" dirty="0">
                <a:solidFill>
                  <a:srgbClr val="0000FF"/>
                </a:solidFill>
                <a:latin typeface="华文楷体" panose="02010600040101010101" pitchFamily="2" charset="-122"/>
                <a:ea typeface="华文楷体" panose="02010600040101010101" pitchFamily="2" charset="-122"/>
                <a:cs typeface="微软雅黑" panose="020B0503020204020204" charset="-122"/>
              </a:rPr>
              <a:t>z </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变为叶子结点，那么这棵新树</a:t>
            </a:r>
            <a:r>
              <a:rPr lang="en-US" altLang="zh-CN" sz="2300" b="1" dirty="0" err="1">
                <a:solidFill>
                  <a:srgbClr val="0000FF"/>
                </a:solidFill>
                <a:latin typeface="华文楷体" panose="02010600040101010101" pitchFamily="2" charset="-122"/>
                <a:ea typeface="华文楷体" panose="02010600040101010101" pitchFamily="2" charset="-122"/>
                <a:cs typeface="微软雅黑" panose="020B0503020204020204" charset="-122"/>
              </a:rPr>
              <a:t>T</a:t>
            </a:r>
            <a:r>
              <a:rPr lang="en-US" altLang="zh-CN" sz="2300" b="1" baseline="-25000" dirty="0" err="1">
                <a:solidFill>
                  <a:srgbClr val="0000FF"/>
                </a:solidFill>
                <a:latin typeface="华文楷体" panose="02010600040101010101" pitchFamily="2" charset="-122"/>
                <a:ea typeface="华文楷体" panose="02010600040101010101" pitchFamily="2" charset="-122"/>
                <a:cs typeface="微软雅黑" panose="020B0503020204020204" charset="-122"/>
              </a:rPr>
              <a:t>1</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一定是字符集</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C</a:t>
            </a:r>
            <a:r>
              <a:rPr lang="en-US" altLang="zh-CN" sz="2300" b="1" baseline="-25000" dirty="0">
                <a:solidFill>
                  <a:srgbClr val="0000FF"/>
                </a:solidFill>
                <a:latin typeface="华文楷体" panose="02010600040101010101" pitchFamily="2" charset="-122"/>
                <a:ea typeface="华文楷体" panose="02010600040101010101" pitchFamily="2" charset="-122"/>
                <a:cs typeface="微软雅黑" panose="020B0503020204020204" charset="-122"/>
              </a:rPr>
              <a:t>1</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 = C - {</a:t>
            </a:r>
            <a:r>
              <a:rPr lang="en-US" altLang="zh-CN" sz="2300" b="1" i="1" dirty="0">
                <a:solidFill>
                  <a:srgbClr val="0000FF"/>
                </a:solidFill>
                <a:latin typeface="华文楷体" panose="02010600040101010101" pitchFamily="2" charset="-122"/>
                <a:ea typeface="华文楷体" panose="02010600040101010101" pitchFamily="2" charset="-122"/>
                <a:cs typeface="微软雅黑" panose="020B0503020204020204" charset="-122"/>
              </a:rPr>
              <a:t>x</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i="1" dirty="0">
                <a:solidFill>
                  <a:srgbClr val="0000FF"/>
                </a:solidFill>
                <a:latin typeface="华文楷体" panose="02010600040101010101" pitchFamily="2" charset="-122"/>
                <a:ea typeface="华文楷体" panose="02010600040101010101" pitchFamily="2" charset="-122"/>
                <a:cs typeface="微软雅黑" panose="020B0503020204020204" charset="-122"/>
              </a:rPr>
              <a:t>y</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i="1" dirty="0">
                <a:solidFill>
                  <a:srgbClr val="0000FF"/>
                </a:solidFill>
                <a:latin typeface="华文楷体" panose="02010600040101010101" pitchFamily="2" charset="-122"/>
                <a:ea typeface="华文楷体" panose="02010600040101010101" pitchFamily="2" charset="-122"/>
                <a:cs typeface="微软雅黑" panose="020B0503020204020204" charset="-122"/>
              </a:rPr>
              <a:t>z</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的最优树。</a:t>
            </a:r>
          </a:p>
        </p:txBody>
      </p:sp>
      <p:grpSp>
        <p:nvGrpSpPr>
          <p:cNvPr id="25" name="组合 24"/>
          <p:cNvGrpSpPr/>
          <p:nvPr/>
        </p:nvGrpSpPr>
        <p:grpSpPr>
          <a:xfrm>
            <a:off x="2114322" y="3573291"/>
            <a:ext cx="5786478" cy="1945334"/>
            <a:chOff x="1357290" y="2857495"/>
            <a:chExt cx="5786478" cy="1945334"/>
          </a:xfrm>
        </p:grpSpPr>
        <p:sp>
          <p:nvSpPr>
            <p:cNvPr id="6" name="椭圆 5"/>
            <p:cNvSpPr/>
            <p:nvPr/>
          </p:nvSpPr>
          <p:spPr>
            <a:xfrm>
              <a:off x="1928794" y="3000372"/>
              <a:ext cx="428628" cy="500066"/>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300" b="1" i="1">
                  <a:solidFill>
                    <a:srgbClr val="0000FF"/>
                  </a:solidFill>
                  <a:latin typeface="华文楷体" panose="02010600040101010101" pitchFamily="2" charset="-122"/>
                  <a:ea typeface="华文楷体" panose="02010600040101010101" pitchFamily="2" charset="-122"/>
                  <a:cs typeface="Consolas" panose="020B0609020204030204" pitchFamily="49" charset="0"/>
                </a:rPr>
                <a:t>z</a:t>
              </a:r>
            </a:p>
          </p:txBody>
        </p:sp>
        <p:sp>
          <p:nvSpPr>
            <p:cNvPr id="7" name="椭圆 6"/>
            <p:cNvSpPr/>
            <p:nvPr/>
          </p:nvSpPr>
          <p:spPr>
            <a:xfrm>
              <a:off x="1357290" y="3786190"/>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300" b="1" i="1">
                  <a:solidFill>
                    <a:srgbClr val="0000FF"/>
                  </a:solidFill>
                  <a:latin typeface="华文楷体" panose="02010600040101010101" pitchFamily="2" charset="-122"/>
                  <a:ea typeface="华文楷体" panose="02010600040101010101" pitchFamily="2" charset="-122"/>
                  <a:cs typeface="Consolas" panose="020B0609020204030204" pitchFamily="49" charset="0"/>
                </a:rPr>
                <a:t>x</a:t>
              </a:r>
            </a:p>
          </p:txBody>
        </p:sp>
        <p:sp>
          <p:nvSpPr>
            <p:cNvPr id="8" name="椭圆 7"/>
            <p:cNvSpPr/>
            <p:nvPr/>
          </p:nvSpPr>
          <p:spPr>
            <a:xfrm>
              <a:off x="2571736" y="3786190"/>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300" b="1" i="1">
                  <a:solidFill>
                    <a:srgbClr val="0000FF"/>
                  </a:solidFill>
                  <a:latin typeface="华文楷体" panose="02010600040101010101" pitchFamily="2" charset="-122"/>
                  <a:ea typeface="华文楷体" panose="02010600040101010101" pitchFamily="2" charset="-122"/>
                  <a:cs typeface="Consolas" panose="020B0609020204030204" pitchFamily="49" charset="0"/>
                </a:rPr>
                <a:t>y</a:t>
              </a:r>
            </a:p>
          </p:txBody>
        </p:sp>
        <p:cxnSp>
          <p:nvCxnSpPr>
            <p:cNvPr id="11" name="直接连接符 10"/>
            <p:cNvCxnSpPr>
              <a:stCxn id="6" idx="3"/>
              <a:endCxn id="7" idx="7"/>
            </p:cNvCxnSpPr>
            <p:nvPr/>
          </p:nvCxnSpPr>
          <p:spPr>
            <a:xfrm rot="5400000">
              <a:off x="1641247" y="3509105"/>
              <a:ext cx="432218" cy="268418"/>
            </a:xfrm>
            <a:prstGeom prst="line">
              <a:avLst/>
            </a:prstGeom>
          </p:spPr>
          <p:style>
            <a:lnRef idx="2">
              <a:schemeClr val="dk1"/>
            </a:lnRef>
            <a:fillRef idx="0">
              <a:schemeClr val="dk1"/>
            </a:fillRef>
            <a:effectRef idx="1">
              <a:schemeClr val="dk1"/>
            </a:effectRef>
            <a:fontRef idx="minor">
              <a:schemeClr val="tx1"/>
            </a:fontRef>
          </p:style>
        </p:cxnSp>
        <p:cxnSp>
          <p:nvCxnSpPr>
            <p:cNvPr id="12" name="直接连接符 11"/>
            <p:cNvCxnSpPr>
              <a:stCxn id="6" idx="5"/>
              <a:endCxn id="8" idx="1"/>
            </p:cNvCxnSpPr>
            <p:nvPr/>
          </p:nvCxnSpPr>
          <p:spPr>
            <a:xfrm rot="16200000" flipH="1">
              <a:off x="2248470" y="3473386"/>
              <a:ext cx="432218" cy="339856"/>
            </a:xfrm>
            <a:prstGeom prst="line">
              <a:avLst/>
            </a:prstGeom>
          </p:spPr>
          <p:style>
            <a:lnRef idx="2">
              <a:schemeClr val="dk1"/>
            </a:lnRef>
            <a:fillRef idx="0">
              <a:schemeClr val="dk1"/>
            </a:fillRef>
            <a:effectRef idx="1">
              <a:schemeClr val="dk1"/>
            </a:effectRef>
            <a:fontRef idx="minor">
              <a:schemeClr val="tx1"/>
            </a:fontRef>
          </p:style>
        </p:cxnSp>
        <p:sp>
          <p:nvSpPr>
            <p:cNvPr id="13" name="TextBox 12"/>
            <p:cNvSpPr txBox="1"/>
            <p:nvPr/>
          </p:nvSpPr>
          <p:spPr>
            <a:xfrm>
              <a:off x="3074330" y="3215000"/>
              <a:ext cx="3286125" cy="445135"/>
            </a:xfrm>
            <a:prstGeom prst="rect">
              <a:avLst/>
            </a:prstGeom>
            <a:noFill/>
          </p:spPr>
          <p:txBody>
            <a:bodyPr wrap="square" rtlCol="0">
              <a:spAutoFit/>
            </a:bodyPr>
            <a:lstStyle/>
            <a:p>
              <a:r>
                <a:rPr lang="zh-CN" altLang="en-US" sz="2300" b="1">
                  <a:solidFill>
                    <a:srgbClr val="0000FF"/>
                  </a:solidFill>
                  <a:latin typeface="华文楷体" panose="02010600040101010101" pitchFamily="2" charset="-122"/>
                  <a:ea typeface="华文楷体" panose="02010600040101010101" pitchFamily="2" charset="-122"/>
                  <a:cs typeface="微软雅黑" panose="020B0503020204020204" charset="-122"/>
                </a:rPr>
                <a:t>由</a:t>
              </a:r>
              <a:r>
                <a:rPr lang="en-US" sz="2300" b="1">
                  <a:solidFill>
                    <a:srgbClr val="0000FF"/>
                  </a:solidFill>
                  <a:latin typeface="华文楷体" panose="02010600040101010101" pitchFamily="2" charset="-122"/>
                  <a:ea typeface="华文楷体" panose="02010600040101010101" pitchFamily="2" charset="-122"/>
                  <a:cs typeface="微软雅黑" panose="020B0503020204020204" charset="-122"/>
                </a:rPr>
                <a:t>T</a:t>
              </a:r>
              <a:r>
                <a:rPr lang="zh-CN" altLang="en-US" sz="2300" b="1">
                  <a:solidFill>
                    <a:srgbClr val="0000FF"/>
                  </a:solidFill>
                  <a:latin typeface="华文楷体" panose="02010600040101010101" pitchFamily="2" charset="-122"/>
                  <a:ea typeface="华文楷体" panose="02010600040101010101" pitchFamily="2" charset="-122"/>
                  <a:cs typeface="微软雅黑" panose="020B0503020204020204" charset="-122"/>
                </a:rPr>
                <a:t>删除</a:t>
              </a:r>
              <a:r>
                <a:rPr lang="en-US" sz="2300" b="1" i="1">
                  <a:solidFill>
                    <a:srgbClr val="0000FF"/>
                  </a:solidFill>
                  <a:latin typeface="华文楷体" panose="02010600040101010101" pitchFamily="2" charset="-122"/>
                  <a:ea typeface="华文楷体" panose="02010600040101010101" pitchFamily="2" charset="-122"/>
                  <a:cs typeface="微软雅黑" panose="020B0503020204020204" charset="-122"/>
                </a:rPr>
                <a:t>x</a:t>
              </a:r>
              <a:r>
                <a:rPr lang="zh-CN" altLang="en-US" sz="2300" b="1">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sz="2300" b="1" i="1">
                  <a:solidFill>
                    <a:srgbClr val="0000FF"/>
                  </a:solidFill>
                  <a:latin typeface="华文楷体" panose="02010600040101010101" pitchFamily="2" charset="-122"/>
                  <a:ea typeface="华文楷体" panose="02010600040101010101" pitchFamily="2" charset="-122"/>
                  <a:cs typeface="微软雅黑" panose="020B0503020204020204" charset="-122"/>
                </a:rPr>
                <a:t>y</a:t>
              </a:r>
              <a:r>
                <a:rPr lang="zh-CN" altLang="en-US" sz="2300" b="1">
                  <a:solidFill>
                    <a:srgbClr val="0000FF"/>
                  </a:solidFill>
                  <a:latin typeface="华文楷体" panose="02010600040101010101" pitchFamily="2" charset="-122"/>
                  <a:ea typeface="华文楷体" panose="02010600040101010101" pitchFamily="2" charset="-122"/>
                  <a:cs typeface="微软雅黑" panose="020B0503020204020204" charset="-122"/>
                </a:rPr>
                <a:t>结点得到</a:t>
              </a:r>
              <a:r>
                <a:rPr lang="en-US" sz="2300" b="1">
                  <a:solidFill>
                    <a:srgbClr val="0000FF"/>
                  </a:solidFill>
                  <a:latin typeface="华文楷体" panose="02010600040101010101" pitchFamily="2" charset="-122"/>
                  <a:ea typeface="华文楷体" panose="02010600040101010101" pitchFamily="2" charset="-122"/>
                  <a:cs typeface="微软雅黑" panose="020B0503020204020204" charset="-122"/>
                </a:rPr>
                <a:t>T</a:t>
              </a:r>
              <a:r>
                <a:rPr lang="en-US" sz="2300" b="1" baseline="-25000">
                  <a:solidFill>
                    <a:srgbClr val="0000FF"/>
                  </a:solidFill>
                  <a:latin typeface="华文楷体" panose="02010600040101010101" pitchFamily="2" charset="-122"/>
                  <a:ea typeface="华文楷体" panose="02010600040101010101" pitchFamily="2" charset="-122"/>
                  <a:cs typeface="微软雅黑" panose="020B0503020204020204" charset="-122"/>
                </a:rPr>
                <a:t>1</a:t>
              </a:r>
              <a:endParaRPr lang="en-US" altLang="en-US" sz="2300" b="1" baseline="-25000">
                <a:solidFill>
                  <a:srgbClr val="0000FF"/>
                </a:solidFill>
                <a:latin typeface="华文楷体" panose="02010600040101010101" pitchFamily="2" charset="-122"/>
                <a:ea typeface="华文楷体" panose="02010600040101010101" pitchFamily="2" charset="-122"/>
                <a:cs typeface="微软雅黑" panose="020B0503020204020204" charset="-122"/>
              </a:endParaRPr>
            </a:p>
          </p:txBody>
        </p:sp>
        <p:sp>
          <p:nvSpPr>
            <p:cNvPr id="14" name="TextBox 13"/>
            <p:cNvSpPr txBox="1"/>
            <p:nvPr/>
          </p:nvSpPr>
          <p:spPr>
            <a:xfrm>
              <a:off x="2000232" y="4357694"/>
              <a:ext cx="500066" cy="445135"/>
            </a:xfrm>
            <a:prstGeom prst="rect">
              <a:avLst/>
            </a:prstGeom>
            <a:noFill/>
          </p:spPr>
          <p:txBody>
            <a:bodyPr wrap="square" rtlCol="0">
              <a:spAutoFit/>
            </a:bodyPr>
            <a:lstStyle/>
            <a:p>
              <a:r>
                <a:rPr lang="en-US" altLang="zh-CN" sz="2300" b="1">
                  <a:solidFill>
                    <a:srgbClr val="0000FF"/>
                  </a:solidFill>
                  <a:latin typeface="华文楷体" panose="02010600040101010101" pitchFamily="2" charset="-122"/>
                  <a:ea typeface="华文楷体" panose="02010600040101010101" pitchFamily="2" charset="-122"/>
                  <a:cs typeface="Consolas" panose="020B0609020204030204" pitchFamily="49" charset="0"/>
                </a:rPr>
                <a:t>T</a:t>
              </a:r>
            </a:p>
          </p:txBody>
        </p:sp>
        <p:sp>
          <p:nvSpPr>
            <p:cNvPr id="15" name="椭圆 14"/>
            <p:cNvSpPr/>
            <p:nvPr/>
          </p:nvSpPr>
          <p:spPr>
            <a:xfrm>
              <a:off x="6572264" y="3286124"/>
              <a:ext cx="428628" cy="500066"/>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300" b="1" i="1">
                  <a:solidFill>
                    <a:srgbClr val="0000FF"/>
                  </a:solidFill>
                  <a:latin typeface="华文楷体" panose="02010600040101010101" pitchFamily="2" charset="-122"/>
                  <a:ea typeface="华文楷体" panose="02010600040101010101" pitchFamily="2" charset="-122"/>
                  <a:cs typeface="Consolas" panose="020B0609020204030204" pitchFamily="49" charset="0"/>
                </a:rPr>
                <a:t>z</a:t>
              </a:r>
            </a:p>
          </p:txBody>
        </p:sp>
        <p:sp>
          <p:nvSpPr>
            <p:cNvPr id="16" name="TextBox 15"/>
            <p:cNvSpPr txBox="1"/>
            <p:nvPr/>
          </p:nvSpPr>
          <p:spPr>
            <a:xfrm>
              <a:off x="6643702" y="4071942"/>
              <a:ext cx="500066" cy="445135"/>
            </a:xfrm>
            <a:prstGeom prst="rect">
              <a:avLst/>
            </a:prstGeom>
            <a:noFill/>
          </p:spPr>
          <p:txBody>
            <a:bodyPr wrap="square" rtlCol="0">
              <a:spAutoFit/>
            </a:bodyPr>
            <a:lstStyle/>
            <a:p>
              <a:r>
                <a:rPr lang="en-US" altLang="zh-CN" sz="2300" b="1">
                  <a:solidFill>
                    <a:srgbClr val="0000FF"/>
                  </a:solidFill>
                  <a:latin typeface="华文楷体" panose="02010600040101010101" pitchFamily="2" charset="-122"/>
                  <a:ea typeface="华文楷体" panose="02010600040101010101" pitchFamily="2" charset="-122"/>
                  <a:cs typeface="Consolas" panose="020B0609020204030204" pitchFamily="49" charset="0"/>
                </a:rPr>
                <a:t>T</a:t>
              </a:r>
              <a:r>
                <a:rPr lang="en-US" altLang="zh-CN" sz="2300" b="1" baseline="-25000">
                  <a:solidFill>
                    <a:srgbClr val="0000FF"/>
                  </a:solidFill>
                  <a:latin typeface="华文楷体" panose="02010600040101010101" pitchFamily="2" charset="-122"/>
                  <a:ea typeface="华文楷体" panose="02010600040101010101" pitchFamily="2" charset="-122"/>
                  <a:cs typeface="Consolas" panose="020B0609020204030204" pitchFamily="49" charset="0"/>
                </a:rPr>
                <a:t>1</a:t>
              </a:r>
            </a:p>
          </p:txBody>
        </p:sp>
        <p:cxnSp>
          <p:nvCxnSpPr>
            <p:cNvPr id="19" name="直接箭头连接符 18"/>
            <p:cNvCxnSpPr/>
            <p:nvPr/>
          </p:nvCxnSpPr>
          <p:spPr>
            <a:xfrm>
              <a:off x="3214678" y="3714752"/>
              <a:ext cx="3000396"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2" name="直接连接符 21"/>
            <p:cNvCxnSpPr>
              <a:endCxn id="6" idx="1"/>
            </p:cNvCxnSpPr>
            <p:nvPr/>
          </p:nvCxnSpPr>
          <p:spPr>
            <a:xfrm rot="16200000" flipH="1">
              <a:off x="1816406" y="2898445"/>
              <a:ext cx="216109" cy="134209"/>
            </a:xfrm>
            <a:prstGeom prst="line">
              <a:avLst/>
            </a:prstGeom>
          </p:spPr>
          <p:style>
            <a:lnRef idx="2">
              <a:schemeClr val="dk1"/>
            </a:lnRef>
            <a:fillRef idx="0">
              <a:schemeClr val="dk1"/>
            </a:fillRef>
            <a:effectRef idx="1">
              <a:schemeClr val="dk1"/>
            </a:effectRef>
            <a:fontRef idx="minor">
              <a:schemeClr val="tx1"/>
            </a:fontRef>
          </p:style>
        </p:cxnSp>
        <p:cxnSp>
          <p:nvCxnSpPr>
            <p:cNvPr id="24" name="直接连接符 23"/>
            <p:cNvCxnSpPr>
              <a:endCxn id="15" idx="1"/>
            </p:cNvCxnSpPr>
            <p:nvPr/>
          </p:nvCxnSpPr>
          <p:spPr>
            <a:xfrm rot="16200000" flipH="1">
              <a:off x="6459876" y="3184197"/>
              <a:ext cx="216109" cy="134209"/>
            </a:xfrm>
            <a:prstGeom prst="line">
              <a:avLst/>
            </a:prstGeom>
          </p:spPr>
          <p:style>
            <a:lnRef idx="2">
              <a:schemeClr val="dk1"/>
            </a:lnRef>
            <a:fillRef idx="0">
              <a:schemeClr val="dk1"/>
            </a:fillRef>
            <a:effectRef idx="1">
              <a:schemeClr val="dk1"/>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p:sld>
</file>

<file path=ppt/slides/slide62.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159747" name="Text Box 3"/>
          <p:cNvSpPr txBox="1">
            <a:spLocks noChangeArrowheads="1"/>
          </p:cNvSpPr>
          <p:nvPr/>
        </p:nvSpPr>
        <p:spPr bwMode="auto">
          <a:xfrm>
            <a:off x="1467224" y="3389518"/>
            <a:ext cx="7889240" cy="2214880"/>
          </a:xfrm>
          <a:prstGeom prst="rect">
            <a:avLst/>
          </a:prstGeom>
          <a:solidFill>
            <a:schemeClr val="accent6">
              <a:lumMod val="20000"/>
              <a:lumOff val="80000"/>
            </a:schemeClr>
          </a:solidFill>
          <a:ln w="9525">
            <a:noFill/>
            <a:miter lim="800000"/>
          </a:ln>
          <a:effectLst/>
        </p:spPr>
        <p:txBody>
          <a:bodyPr wrap="square">
            <a:spAutoFit/>
          </a:bodyPr>
          <a:lstStyle/>
          <a:p>
            <a:pPr>
              <a:lnSpc>
                <a:spcPct val="150000"/>
              </a:lnSpc>
            </a:pPr>
            <a:r>
              <a:rPr lang="zh-CN" altLang="en-US" sz="2300" dirty="0">
                <a:solidFill>
                  <a:srgbClr val="0033CC"/>
                </a:solidFill>
                <a:latin typeface="华文楷体" panose="02010600040101010101" pitchFamily="2" charset="-122"/>
                <a:ea typeface="华文楷体" panose="02010600040101010101" pitchFamily="2" charset="-122"/>
                <a:cs typeface="微软雅黑" panose="020B0503020204020204" charset="-122"/>
              </a:rPr>
              <a:t>　　</a:t>
            </a:r>
            <a:r>
              <a:rPr lang="zh-CN" altLang="en-US" sz="2300" dirty="0">
                <a:solidFill>
                  <a:srgbClr val="FF0000"/>
                </a:solidFill>
                <a:latin typeface="华文楷体" panose="02010600040101010101" pitchFamily="2" charset="-122"/>
                <a:ea typeface="华文楷体" panose="02010600040101010101" pitchFamily="2" charset="-122"/>
                <a:cs typeface="微软雅黑" panose="020B0503020204020204" charset="-122"/>
              </a:rPr>
              <a:t>证明：</a:t>
            </a:r>
            <a:r>
              <a:rPr lang="zh-CN" altLang="en-US" sz="2300" dirty="0">
                <a:solidFill>
                  <a:srgbClr val="0000FF"/>
                </a:solidFill>
                <a:latin typeface="华文楷体" panose="02010600040101010101" pitchFamily="2" charset="-122"/>
                <a:ea typeface="华文楷体" panose="02010600040101010101" pitchFamily="2" charset="-122"/>
                <a:cs typeface="微软雅黑" panose="020B0503020204020204" charset="-122"/>
              </a:rPr>
              <a:t>设</a:t>
            </a:r>
            <a:r>
              <a:rPr lang="en-US" altLang="zh-CN" sz="2300" dirty="0">
                <a:solidFill>
                  <a:srgbClr val="0000FF"/>
                </a:solidFill>
                <a:latin typeface="华文楷体" panose="02010600040101010101" pitchFamily="2" charset="-122"/>
                <a:ea typeface="华文楷体" panose="02010600040101010101" pitchFamily="2" charset="-122"/>
                <a:cs typeface="微软雅黑" panose="020B0503020204020204" charset="-122"/>
              </a:rPr>
              <a:t>T</a:t>
            </a:r>
            <a:r>
              <a:rPr lang="zh-CN" altLang="en-US" sz="2300" dirty="0">
                <a:solidFill>
                  <a:srgbClr val="0000FF"/>
                </a:solidFill>
                <a:latin typeface="华文楷体" panose="02010600040101010101" pitchFamily="2" charset="-122"/>
                <a:ea typeface="华文楷体" panose="02010600040101010101" pitchFamily="2" charset="-122"/>
                <a:cs typeface="微软雅黑" panose="020B0503020204020204" charset="-122"/>
              </a:rPr>
              <a:t>和</a:t>
            </a:r>
            <a:r>
              <a:rPr lang="en-US" altLang="zh-CN" sz="2300" dirty="0" err="1">
                <a:solidFill>
                  <a:srgbClr val="0000FF"/>
                </a:solidFill>
                <a:latin typeface="华文楷体" panose="02010600040101010101" pitchFamily="2" charset="-122"/>
                <a:ea typeface="华文楷体" panose="02010600040101010101" pitchFamily="2" charset="-122"/>
                <a:cs typeface="微软雅黑" panose="020B0503020204020204" charset="-122"/>
              </a:rPr>
              <a:t>T</a:t>
            </a:r>
            <a:r>
              <a:rPr lang="en-US" altLang="zh-CN" sz="2300" baseline="-25000" dirty="0" err="1">
                <a:solidFill>
                  <a:srgbClr val="0000FF"/>
                </a:solidFill>
                <a:latin typeface="华文楷体" panose="02010600040101010101" pitchFamily="2" charset="-122"/>
                <a:ea typeface="华文楷体" panose="02010600040101010101" pitchFamily="2" charset="-122"/>
                <a:cs typeface="微软雅黑" panose="020B0503020204020204" charset="-122"/>
              </a:rPr>
              <a:t>1</a:t>
            </a:r>
            <a:r>
              <a:rPr lang="zh-CN" altLang="en-US" sz="2300" dirty="0">
                <a:solidFill>
                  <a:srgbClr val="0000FF"/>
                </a:solidFill>
                <a:latin typeface="华文楷体" panose="02010600040101010101" pitchFamily="2" charset="-122"/>
                <a:ea typeface="华文楷体" panose="02010600040101010101" pitchFamily="2" charset="-122"/>
                <a:cs typeface="微软雅黑" panose="020B0503020204020204" charset="-122"/>
              </a:rPr>
              <a:t>的带权路径长度分别为</a:t>
            </a:r>
            <a:r>
              <a:rPr lang="en-US" altLang="zh-CN" sz="2300" dirty="0" err="1">
                <a:solidFill>
                  <a:srgbClr val="0000FF"/>
                </a:solidFill>
                <a:latin typeface="华文楷体" panose="02010600040101010101" pitchFamily="2" charset="-122"/>
                <a:ea typeface="华文楷体" panose="02010600040101010101" pitchFamily="2" charset="-122"/>
                <a:cs typeface="微软雅黑" panose="020B0503020204020204" charset="-122"/>
              </a:rPr>
              <a:t>WPL</a:t>
            </a:r>
            <a:r>
              <a:rPr lang="en-US" altLang="zh-CN" sz="2300" dirty="0">
                <a:solidFill>
                  <a:srgbClr val="0000FF"/>
                </a:solidFill>
                <a:latin typeface="华文楷体" panose="02010600040101010101" pitchFamily="2" charset="-122"/>
                <a:ea typeface="华文楷体" panose="02010600040101010101" pitchFamily="2" charset="-122"/>
                <a:cs typeface="微软雅黑" panose="020B0503020204020204" charset="-122"/>
              </a:rPr>
              <a:t>(T)</a:t>
            </a:r>
            <a:r>
              <a:rPr lang="zh-CN" altLang="en-US" sz="2300" dirty="0">
                <a:solidFill>
                  <a:srgbClr val="0000FF"/>
                </a:solidFill>
                <a:latin typeface="华文楷体" panose="02010600040101010101" pitchFamily="2" charset="-122"/>
                <a:ea typeface="华文楷体" panose="02010600040101010101" pitchFamily="2" charset="-122"/>
                <a:cs typeface="微软雅黑" panose="020B0503020204020204" charset="-122"/>
              </a:rPr>
              <a:t>和</a:t>
            </a:r>
            <a:r>
              <a:rPr lang="en-US" altLang="zh-CN" sz="2300" err="1">
                <a:solidFill>
                  <a:srgbClr val="0000FF"/>
                </a:solidFill>
                <a:latin typeface="华文楷体" panose="02010600040101010101" pitchFamily="2" charset="-122"/>
                <a:ea typeface="华文楷体" panose="02010600040101010101" pitchFamily="2" charset="-122"/>
                <a:cs typeface="微软雅黑" panose="020B0503020204020204" charset="-122"/>
              </a:rPr>
              <a:t>WPL</a:t>
            </a:r>
            <a:r>
              <a:rPr lang="en-US" altLang="zh-CN" sz="2300">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err="1">
                <a:solidFill>
                  <a:srgbClr val="0000FF"/>
                </a:solidFill>
                <a:latin typeface="华文楷体" panose="02010600040101010101" pitchFamily="2" charset="-122"/>
                <a:ea typeface="华文楷体" panose="02010600040101010101" pitchFamily="2" charset="-122"/>
                <a:cs typeface="微软雅黑" panose="020B0503020204020204" charset="-122"/>
              </a:rPr>
              <a:t>T</a:t>
            </a:r>
            <a:r>
              <a:rPr lang="en-US" altLang="zh-CN" sz="2300" baseline="-25000" err="1">
                <a:solidFill>
                  <a:srgbClr val="0000FF"/>
                </a:solidFill>
                <a:latin typeface="华文楷体" panose="02010600040101010101" pitchFamily="2" charset="-122"/>
                <a:ea typeface="华文楷体" panose="02010600040101010101" pitchFamily="2" charset="-122"/>
                <a:cs typeface="微软雅黑" panose="020B0503020204020204" charset="-122"/>
              </a:rPr>
              <a:t>1</a:t>
            </a:r>
            <a:r>
              <a:rPr lang="en-US" altLang="zh-CN" sz="2300">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zh-CN" altLang="en-US" sz="2300">
                <a:solidFill>
                  <a:srgbClr val="0000FF"/>
                </a:solidFill>
                <a:latin typeface="华文楷体" panose="02010600040101010101" pitchFamily="2" charset="-122"/>
                <a:ea typeface="华文楷体" panose="02010600040101010101" pitchFamily="2" charset="-122"/>
                <a:cs typeface="微软雅黑" panose="020B0503020204020204" charset="-122"/>
              </a:rPr>
              <a:t>，则</a:t>
            </a:r>
            <a:r>
              <a:rPr lang="zh-CN" altLang="en-US" sz="2300" dirty="0">
                <a:solidFill>
                  <a:srgbClr val="0000FF"/>
                </a:solidFill>
                <a:latin typeface="华文楷体" panose="02010600040101010101" pitchFamily="2" charset="-122"/>
                <a:ea typeface="华文楷体" panose="02010600040101010101" pitchFamily="2" charset="-122"/>
                <a:cs typeface="微软雅黑" panose="020B0503020204020204" charset="-122"/>
              </a:rPr>
              <a:t>有：</a:t>
            </a:r>
            <a:r>
              <a:rPr lang="en-US" altLang="zh-CN" sz="2300" err="1">
                <a:solidFill>
                  <a:srgbClr val="006600"/>
                </a:solidFill>
                <a:latin typeface="华文楷体" panose="02010600040101010101" pitchFamily="2" charset="-122"/>
                <a:ea typeface="华文楷体" panose="02010600040101010101" pitchFamily="2" charset="-122"/>
                <a:cs typeface="微软雅黑" panose="020B0503020204020204" charset="-122"/>
              </a:rPr>
              <a:t>WPL</a:t>
            </a:r>
            <a:r>
              <a:rPr lang="en-US" altLang="zh-CN" sz="2300">
                <a:solidFill>
                  <a:srgbClr val="006600"/>
                </a:solidFill>
                <a:latin typeface="华文楷体" panose="02010600040101010101" pitchFamily="2" charset="-122"/>
                <a:ea typeface="华文楷体" panose="02010600040101010101" pitchFamily="2" charset="-122"/>
                <a:cs typeface="微软雅黑" panose="020B0503020204020204" charset="-122"/>
              </a:rPr>
              <a:t>(T) = </a:t>
            </a:r>
            <a:r>
              <a:rPr lang="en-US" altLang="zh-CN" sz="2300" dirty="0" err="1">
                <a:solidFill>
                  <a:srgbClr val="006600"/>
                </a:solidFill>
                <a:latin typeface="华文楷体" panose="02010600040101010101" pitchFamily="2" charset="-122"/>
                <a:ea typeface="华文楷体" panose="02010600040101010101" pitchFamily="2" charset="-122"/>
                <a:cs typeface="微软雅黑" panose="020B0503020204020204" charset="-122"/>
              </a:rPr>
              <a:t>WPL</a:t>
            </a:r>
            <a:r>
              <a:rPr lang="en-US" altLang="zh-CN" sz="2300" dirty="0">
                <a:solidFill>
                  <a:srgbClr val="006600"/>
                </a:solidFill>
                <a:latin typeface="华文楷体" panose="02010600040101010101" pitchFamily="2" charset="-122"/>
                <a:ea typeface="华文楷体" panose="02010600040101010101" pitchFamily="2" charset="-122"/>
                <a:cs typeface="微软雅黑" panose="020B0503020204020204" charset="-122"/>
              </a:rPr>
              <a:t>(</a:t>
            </a:r>
            <a:r>
              <a:rPr lang="en-US" altLang="zh-CN" sz="2300" dirty="0" err="1">
                <a:solidFill>
                  <a:srgbClr val="006600"/>
                </a:solidFill>
                <a:latin typeface="华文楷体" panose="02010600040101010101" pitchFamily="2" charset="-122"/>
                <a:ea typeface="华文楷体" panose="02010600040101010101" pitchFamily="2" charset="-122"/>
                <a:cs typeface="微软雅黑" panose="020B0503020204020204" charset="-122"/>
              </a:rPr>
              <a:t>T</a:t>
            </a:r>
            <a:r>
              <a:rPr lang="en-US" altLang="zh-CN" sz="2300" baseline="-25000" dirty="0" err="1">
                <a:solidFill>
                  <a:srgbClr val="006600"/>
                </a:solidFill>
                <a:latin typeface="华文楷体" panose="02010600040101010101" pitchFamily="2" charset="-122"/>
                <a:ea typeface="华文楷体" panose="02010600040101010101" pitchFamily="2" charset="-122"/>
                <a:cs typeface="微软雅黑" panose="020B0503020204020204" charset="-122"/>
              </a:rPr>
              <a:t>1</a:t>
            </a:r>
            <a:r>
              <a:rPr lang="en-US" altLang="zh-CN" sz="2300" dirty="0">
                <a:solidFill>
                  <a:srgbClr val="006600"/>
                </a:solidFill>
                <a:latin typeface="华文楷体" panose="02010600040101010101" pitchFamily="2" charset="-122"/>
                <a:ea typeface="华文楷体" panose="02010600040101010101" pitchFamily="2" charset="-122"/>
                <a:cs typeface="微软雅黑" panose="020B0503020204020204" charset="-122"/>
              </a:rPr>
              <a:t>)+</a:t>
            </a:r>
            <a:r>
              <a:rPr lang="en-US" altLang="zh-CN" sz="2300" i="1" dirty="0" err="1">
                <a:solidFill>
                  <a:srgbClr val="006600"/>
                </a:solidFill>
                <a:latin typeface="华文楷体" panose="02010600040101010101" pitchFamily="2" charset="-122"/>
                <a:ea typeface="华文楷体" panose="02010600040101010101" pitchFamily="2" charset="-122"/>
                <a:cs typeface="微软雅黑" panose="020B0503020204020204" charset="-122"/>
              </a:rPr>
              <a:t>w</a:t>
            </a:r>
            <a:r>
              <a:rPr lang="en-US" altLang="zh-CN" sz="2300" i="1" baseline="-25000" dirty="0" err="1">
                <a:solidFill>
                  <a:srgbClr val="006600"/>
                </a:solidFill>
                <a:latin typeface="华文楷体" panose="02010600040101010101" pitchFamily="2" charset="-122"/>
                <a:ea typeface="华文楷体" panose="02010600040101010101" pitchFamily="2" charset="-122"/>
                <a:cs typeface="微软雅黑" panose="020B0503020204020204" charset="-122"/>
              </a:rPr>
              <a:t>x</a:t>
            </a:r>
            <a:r>
              <a:rPr lang="en-US" altLang="zh-CN" sz="2300" dirty="0" err="1">
                <a:solidFill>
                  <a:srgbClr val="006600"/>
                </a:solidFill>
                <a:latin typeface="华文楷体" panose="02010600040101010101" pitchFamily="2" charset="-122"/>
                <a:ea typeface="华文楷体" panose="02010600040101010101" pitchFamily="2" charset="-122"/>
                <a:cs typeface="微软雅黑" panose="020B0503020204020204" charset="-122"/>
              </a:rPr>
              <a:t>+</a:t>
            </a:r>
            <a:r>
              <a:rPr lang="en-US" altLang="zh-CN" sz="2300" i="1" dirty="0" err="1">
                <a:solidFill>
                  <a:srgbClr val="006600"/>
                </a:solidFill>
                <a:latin typeface="华文楷体" panose="02010600040101010101" pitchFamily="2" charset="-122"/>
                <a:ea typeface="华文楷体" panose="02010600040101010101" pitchFamily="2" charset="-122"/>
                <a:cs typeface="微软雅黑" panose="020B0503020204020204" charset="-122"/>
              </a:rPr>
              <a:t>w</a:t>
            </a:r>
            <a:r>
              <a:rPr lang="en-US" altLang="zh-CN" sz="2300" i="1" baseline="-25000" dirty="0" err="1">
                <a:solidFill>
                  <a:srgbClr val="006600"/>
                </a:solidFill>
                <a:latin typeface="华文楷体" panose="02010600040101010101" pitchFamily="2" charset="-122"/>
                <a:ea typeface="华文楷体" panose="02010600040101010101" pitchFamily="2" charset="-122"/>
                <a:cs typeface="微软雅黑" panose="020B0503020204020204" charset="-122"/>
              </a:rPr>
              <a:t>y</a:t>
            </a:r>
            <a:endParaRPr lang="en-US" altLang="zh-CN" sz="2300" baseline="-25000" dirty="0">
              <a:solidFill>
                <a:srgbClr val="006600"/>
              </a:solidFill>
              <a:latin typeface="华文楷体" panose="02010600040101010101" pitchFamily="2" charset="-122"/>
              <a:ea typeface="华文楷体" panose="02010600040101010101" pitchFamily="2" charset="-122"/>
              <a:cs typeface="微软雅黑" panose="020B0503020204020204" charset="-122"/>
            </a:endParaRPr>
          </a:p>
          <a:p>
            <a:pPr>
              <a:lnSpc>
                <a:spcPct val="150000"/>
              </a:lnSpc>
            </a:pPr>
            <a:r>
              <a:rPr lang="zh-CN" altLang="en-US" sz="2300">
                <a:solidFill>
                  <a:srgbClr val="0000FF"/>
                </a:solidFill>
                <a:latin typeface="华文楷体" panose="02010600040101010101" pitchFamily="2" charset="-122"/>
                <a:ea typeface="华文楷体" panose="02010600040101010101" pitchFamily="2" charset="-122"/>
                <a:cs typeface="微软雅黑" panose="020B0503020204020204" charset="-122"/>
              </a:rPr>
              <a:t>    这</a:t>
            </a:r>
            <a:r>
              <a:rPr lang="zh-CN" altLang="en-US" sz="2300" dirty="0">
                <a:solidFill>
                  <a:srgbClr val="0000FF"/>
                </a:solidFill>
                <a:latin typeface="华文楷体" panose="02010600040101010101" pitchFamily="2" charset="-122"/>
                <a:ea typeface="华文楷体" panose="02010600040101010101" pitchFamily="2" charset="-122"/>
                <a:cs typeface="微软雅黑" panose="020B0503020204020204" charset="-122"/>
              </a:rPr>
              <a:t>是因为</a:t>
            </a:r>
            <a:r>
              <a:rPr lang="en-US" altLang="zh-CN" sz="2300" dirty="0" err="1">
                <a:solidFill>
                  <a:srgbClr val="0000FF"/>
                </a:solidFill>
                <a:latin typeface="华文楷体" panose="02010600040101010101" pitchFamily="2" charset="-122"/>
                <a:ea typeface="华文楷体" panose="02010600040101010101" pitchFamily="2" charset="-122"/>
                <a:cs typeface="微软雅黑" panose="020B0503020204020204" charset="-122"/>
              </a:rPr>
              <a:t>WPL</a:t>
            </a:r>
            <a:r>
              <a:rPr lang="en-US" altLang="zh-CN" sz="2300"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dirty="0" err="1">
                <a:solidFill>
                  <a:srgbClr val="0000FF"/>
                </a:solidFill>
                <a:latin typeface="华文楷体" panose="02010600040101010101" pitchFamily="2" charset="-122"/>
                <a:ea typeface="华文楷体" panose="02010600040101010101" pitchFamily="2" charset="-122"/>
                <a:cs typeface="微软雅黑" panose="020B0503020204020204" charset="-122"/>
              </a:rPr>
              <a:t>T</a:t>
            </a:r>
            <a:r>
              <a:rPr lang="en-US" altLang="zh-CN" sz="2300" baseline="-25000" dirty="0" err="1">
                <a:solidFill>
                  <a:srgbClr val="0000FF"/>
                </a:solidFill>
                <a:latin typeface="华文楷体" panose="02010600040101010101" pitchFamily="2" charset="-122"/>
                <a:ea typeface="华文楷体" panose="02010600040101010101" pitchFamily="2" charset="-122"/>
                <a:cs typeface="微软雅黑" panose="020B0503020204020204" charset="-122"/>
              </a:rPr>
              <a:t>1</a:t>
            </a:r>
            <a:r>
              <a:rPr lang="en-US" altLang="zh-CN" sz="2300"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zh-CN" altLang="en-US" sz="2300" dirty="0">
                <a:solidFill>
                  <a:srgbClr val="0000FF"/>
                </a:solidFill>
                <a:latin typeface="华文楷体" panose="02010600040101010101" pitchFamily="2" charset="-122"/>
                <a:ea typeface="华文楷体" panose="02010600040101010101" pitchFamily="2" charset="-122"/>
                <a:cs typeface="微软雅黑" panose="020B0503020204020204" charset="-122"/>
              </a:rPr>
              <a:t>含有</a:t>
            </a:r>
            <a:r>
              <a:rPr lang="en-US" altLang="zh-CN" sz="2300" dirty="0">
                <a:solidFill>
                  <a:srgbClr val="0000FF"/>
                </a:solidFill>
                <a:latin typeface="华文楷体" panose="02010600040101010101" pitchFamily="2" charset="-122"/>
                <a:ea typeface="华文楷体" panose="02010600040101010101" pitchFamily="2" charset="-122"/>
                <a:cs typeface="微软雅黑" panose="020B0503020204020204" charset="-122"/>
              </a:rPr>
              <a:t>T</a:t>
            </a:r>
            <a:r>
              <a:rPr lang="zh-CN" altLang="en-US" sz="2300" dirty="0">
                <a:solidFill>
                  <a:srgbClr val="0000FF"/>
                </a:solidFill>
                <a:latin typeface="华文楷体" panose="02010600040101010101" pitchFamily="2" charset="-122"/>
                <a:ea typeface="华文楷体" panose="02010600040101010101" pitchFamily="2" charset="-122"/>
                <a:cs typeface="微软雅黑" panose="020B0503020204020204" charset="-122"/>
              </a:rPr>
              <a:t>中除</a:t>
            </a:r>
            <a:r>
              <a:rPr lang="en-US" altLang="zh-CN" sz="2300" i="1" dirty="0">
                <a:solidFill>
                  <a:srgbClr val="0000FF"/>
                </a:solidFill>
                <a:latin typeface="华文楷体" panose="02010600040101010101" pitchFamily="2" charset="-122"/>
                <a:ea typeface="华文楷体" panose="02010600040101010101" pitchFamily="2" charset="-122"/>
                <a:cs typeface="微软雅黑" panose="020B0503020204020204" charset="-122"/>
              </a:rPr>
              <a:t>x</a:t>
            </a:r>
            <a:r>
              <a:rPr lang="zh-CN" altLang="en-US" sz="2300"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i="1" dirty="0">
                <a:solidFill>
                  <a:srgbClr val="0000FF"/>
                </a:solidFill>
                <a:latin typeface="华文楷体" panose="02010600040101010101" pitchFamily="2" charset="-122"/>
                <a:ea typeface="华文楷体" panose="02010600040101010101" pitchFamily="2" charset="-122"/>
                <a:cs typeface="微软雅黑" panose="020B0503020204020204" charset="-122"/>
              </a:rPr>
              <a:t>y</a:t>
            </a:r>
            <a:r>
              <a:rPr lang="zh-CN" altLang="en-US" sz="2300" dirty="0">
                <a:solidFill>
                  <a:srgbClr val="0000FF"/>
                </a:solidFill>
                <a:latin typeface="华文楷体" panose="02010600040101010101" pitchFamily="2" charset="-122"/>
                <a:ea typeface="华文楷体" panose="02010600040101010101" pitchFamily="2" charset="-122"/>
                <a:cs typeface="微软雅黑" panose="020B0503020204020204" charset="-122"/>
              </a:rPr>
              <a:t>外的所有叶子结点的带权路径长</a:t>
            </a:r>
            <a:r>
              <a:rPr lang="zh-CN" altLang="en-US" sz="2300">
                <a:solidFill>
                  <a:srgbClr val="0000FF"/>
                </a:solidFill>
                <a:latin typeface="华文楷体" panose="02010600040101010101" pitchFamily="2" charset="-122"/>
                <a:ea typeface="华文楷体" panose="02010600040101010101" pitchFamily="2" charset="-122"/>
                <a:cs typeface="微软雅黑" panose="020B0503020204020204" charset="-122"/>
              </a:rPr>
              <a:t>度和，另</a:t>
            </a:r>
            <a:r>
              <a:rPr lang="zh-CN" altLang="en-US" sz="2300" dirty="0">
                <a:solidFill>
                  <a:srgbClr val="0000FF"/>
                </a:solidFill>
                <a:latin typeface="华文楷体" panose="02010600040101010101" pitchFamily="2" charset="-122"/>
                <a:ea typeface="华文楷体" panose="02010600040101010101" pitchFamily="2" charset="-122"/>
                <a:cs typeface="微软雅黑" panose="020B0503020204020204" charset="-122"/>
              </a:rPr>
              <a:t>加上</a:t>
            </a:r>
            <a:r>
              <a:rPr lang="en-US" altLang="zh-CN" sz="2300" i="1" dirty="0">
                <a:solidFill>
                  <a:srgbClr val="0000FF"/>
                </a:solidFill>
                <a:latin typeface="华文楷体" panose="02010600040101010101" pitchFamily="2" charset="-122"/>
                <a:ea typeface="华文楷体" panose="02010600040101010101" pitchFamily="2" charset="-122"/>
                <a:cs typeface="微软雅黑" panose="020B0503020204020204" charset="-122"/>
              </a:rPr>
              <a:t>z</a:t>
            </a:r>
            <a:r>
              <a:rPr lang="zh-CN" altLang="en-US" sz="2300" dirty="0">
                <a:solidFill>
                  <a:srgbClr val="0000FF"/>
                </a:solidFill>
                <a:latin typeface="华文楷体" panose="02010600040101010101" pitchFamily="2" charset="-122"/>
                <a:ea typeface="华文楷体" panose="02010600040101010101" pitchFamily="2" charset="-122"/>
                <a:cs typeface="微软雅黑" panose="020B0503020204020204" charset="-122"/>
              </a:rPr>
              <a:t>的带权路径</a:t>
            </a:r>
            <a:r>
              <a:rPr lang="zh-CN" altLang="en-US" sz="2300">
                <a:solidFill>
                  <a:srgbClr val="0000FF"/>
                </a:solidFill>
                <a:latin typeface="华文楷体" panose="02010600040101010101" pitchFamily="2" charset="-122"/>
                <a:ea typeface="华文楷体" panose="02010600040101010101" pitchFamily="2" charset="-122"/>
                <a:cs typeface="微软雅黑" panose="020B0503020204020204" charset="-122"/>
              </a:rPr>
              <a:t>长度。</a:t>
            </a:r>
            <a:endParaRPr lang="zh-CN" altLang="en-US" sz="2300" dirty="0">
              <a:solidFill>
                <a:srgbClr val="0000FF"/>
              </a:solidFill>
              <a:latin typeface="华文楷体" panose="02010600040101010101" pitchFamily="2" charset="-122"/>
              <a:ea typeface="华文楷体" panose="02010600040101010101" pitchFamily="2" charset="-122"/>
              <a:cs typeface="微软雅黑" panose="020B0503020204020204" charset="-122"/>
            </a:endParaRPr>
          </a:p>
        </p:txBody>
      </p:sp>
      <p:grpSp>
        <p:nvGrpSpPr>
          <p:cNvPr id="24" name="组合 23"/>
          <p:cNvGrpSpPr/>
          <p:nvPr/>
        </p:nvGrpSpPr>
        <p:grpSpPr>
          <a:xfrm>
            <a:off x="1980939" y="1443878"/>
            <a:ext cx="6228080" cy="1675747"/>
            <a:chOff x="1357290" y="2857495"/>
            <a:chExt cx="5786478" cy="1675423"/>
          </a:xfrm>
        </p:grpSpPr>
        <p:sp>
          <p:nvSpPr>
            <p:cNvPr id="25" name="椭圆 24"/>
            <p:cNvSpPr/>
            <p:nvPr/>
          </p:nvSpPr>
          <p:spPr>
            <a:xfrm>
              <a:off x="1928794" y="3000372"/>
              <a:ext cx="428628" cy="500066"/>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300" i="1">
                  <a:solidFill>
                    <a:srgbClr val="0000FF"/>
                  </a:solidFill>
                  <a:latin typeface="华文楷体" panose="02010600040101010101" pitchFamily="2" charset="-122"/>
                  <a:ea typeface="华文楷体" panose="02010600040101010101" pitchFamily="2" charset="-122"/>
                  <a:cs typeface="Consolas" panose="020B0609020204030204" pitchFamily="49" charset="0"/>
                </a:rPr>
                <a:t>z</a:t>
              </a:r>
            </a:p>
          </p:txBody>
        </p:sp>
        <p:sp>
          <p:nvSpPr>
            <p:cNvPr id="26" name="椭圆 25"/>
            <p:cNvSpPr/>
            <p:nvPr/>
          </p:nvSpPr>
          <p:spPr>
            <a:xfrm>
              <a:off x="1357290" y="3786190"/>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300" i="1">
                  <a:solidFill>
                    <a:srgbClr val="0000FF"/>
                  </a:solidFill>
                  <a:latin typeface="华文楷体" panose="02010600040101010101" pitchFamily="2" charset="-122"/>
                  <a:ea typeface="华文楷体" panose="02010600040101010101" pitchFamily="2" charset="-122"/>
                  <a:cs typeface="Consolas" panose="020B0609020204030204" pitchFamily="49" charset="0"/>
                </a:rPr>
                <a:t>x</a:t>
              </a:r>
            </a:p>
          </p:txBody>
        </p:sp>
        <p:sp>
          <p:nvSpPr>
            <p:cNvPr id="27" name="椭圆 26"/>
            <p:cNvSpPr/>
            <p:nvPr/>
          </p:nvSpPr>
          <p:spPr>
            <a:xfrm>
              <a:off x="2571736" y="3786190"/>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300" i="1">
                  <a:solidFill>
                    <a:srgbClr val="0000FF"/>
                  </a:solidFill>
                  <a:latin typeface="华文楷体" panose="02010600040101010101" pitchFamily="2" charset="-122"/>
                  <a:ea typeface="华文楷体" panose="02010600040101010101" pitchFamily="2" charset="-122"/>
                  <a:cs typeface="Consolas" panose="020B0609020204030204" pitchFamily="49" charset="0"/>
                </a:rPr>
                <a:t>y</a:t>
              </a:r>
            </a:p>
          </p:txBody>
        </p:sp>
        <p:cxnSp>
          <p:nvCxnSpPr>
            <p:cNvPr id="28" name="直接连接符 27"/>
            <p:cNvCxnSpPr>
              <a:stCxn id="25" idx="3"/>
              <a:endCxn id="26" idx="7"/>
            </p:cNvCxnSpPr>
            <p:nvPr/>
          </p:nvCxnSpPr>
          <p:spPr>
            <a:xfrm rot="5400000">
              <a:off x="1641247" y="3509105"/>
              <a:ext cx="432218" cy="268418"/>
            </a:xfrm>
            <a:prstGeom prst="line">
              <a:avLst/>
            </a:prstGeom>
          </p:spPr>
          <p:style>
            <a:lnRef idx="2">
              <a:schemeClr val="dk1"/>
            </a:lnRef>
            <a:fillRef idx="0">
              <a:schemeClr val="dk1"/>
            </a:fillRef>
            <a:effectRef idx="1">
              <a:schemeClr val="dk1"/>
            </a:effectRef>
            <a:fontRef idx="minor">
              <a:schemeClr val="tx1"/>
            </a:fontRef>
          </p:style>
        </p:cxnSp>
        <p:cxnSp>
          <p:nvCxnSpPr>
            <p:cNvPr id="29" name="直接连接符 28"/>
            <p:cNvCxnSpPr>
              <a:stCxn id="25" idx="5"/>
              <a:endCxn id="27" idx="1"/>
            </p:cNvCxnSpPr>
            <p:nvPr/>
          </p:nvCxnSpPr>
          <p:spPr>
            <a:xfrm rot="16200000" flipH="1">
              <a:off x="2248470" y="3473386"/>
              <a:ext cx="432218" cy="339856"/>
            </a:xfrm>
            <a:prstGeom prst="line">
              <a:avLst/>
            </a:prstGeom>
          </p:spPr>
          <p:style>
            <a:lnRef idx="2">
              <a:schemeClr val="dk1"/>
            </a:lnRef>
            <a:fillRef idx="0">
              <a:schemeClr val="dk1"/>
            </a:fillRef>
            <a:effectRef idx="1">
              <a:schemeClr val="dk1"/>
            </a:effectRef>
            <a:fontRef idx="minor">
              <a:schemeClr val="tx1"/>
            </a:fontRef>
          </p:style>
        </p:cxnSp>
        <p:sp>
          <p:nvSpPr>
            <p:cNvPr id="30" name="TextBox 29"/>
            <p:cNvSpPr txBox="1"/>
            <p:nvPr/>
          </p:nvSpPr>
          <p:spPr>
            <a:xfrm>
              <a:off x="3214678" y="3214686"/>
              <a:ext cx="3143272" cy="445049"/>
            </a:xfrm>
            <a:prstGeom prst="rect">
              <a:avLst/>
            </a:prstGeom>
            <a:noFill/>
          </p:spPr>
          <p:txBody>
            <a:bodyPr wrap="square" rtlCol="0">
              <a:spAutoFit/>
            </a:bodyPr>
            <a:lstStyle/>
            <a:p>
              <a:r>
                <a:rPr lang="zh-CN" altLang="en-US" sz="2300">
                  <a:solidFill>
                    <a:schemeClr val="tx1"/>
                  </a:solidFill>
                  <a:latin typeface="华文楷体" panose="02010600040101010101" pitchFamily="2" charset="-122"/>
                  <a:ea typeface="华文楷体" panose="02010600040101010101" pitchFamily="2" charset="-122"/>
                  <a:cs typeface="微软雅黑" panose="020B0503020204020204" charset="-122"/>
                </a:rPr>
                <a:t>由</a:t>
              </a:r>
              <a:r>
                <a:rPr lang="en-US" sz="2300">
                  <a:solidFill>
                    <a:schemeClr val="tx1"/>
                  </a:solidFill>
                  <a:latin typeface="华文楷体" panose="02010600040101010101" pitchFamily="2" charset="-122"/>
                  <a:ea typeface="华文楷体" panose="02010600040101010101" pitchFamily="2" charset="-122"/>
                  <a:cs typeface="微软雅黑" panose="020B0503020204020204" charset="-122"/>
                </a:rPr>
                <a:t>T</a:t>
              </a:r>
              <a:r>
                <a:rPr lang="zh-CN" altLang="en-US" sz="2300">
                  <a:solidFill>
                    <a:schemeClr val="tx1"/>
                  </a:solidFill>
                  <a:latin typeface="华文楷体" panose="02010600040101010101" pitchFamily="2" charset="-122"/>
                  <a:ea typeface="华文楷体" panose="02010600040101010101" pitchFamily="2" charset="-122"/>
                  <a:cs typeface="微软雅黑" panose="020B0503020204020204" charset="-122"/>
                </a:rPr>
                <a:t>删除</a:t>
              </a:r>
              <a:r>
                <a:rPr lang="en-US" sz="2300" i="1">
                  <a:solidFill>
                    <a:schemeClr val="tx1"/>
                  </a:solidFill>
                  <a:latin typeface="华文楷体" panose="02010600040101010101" pitchFamily="2" charset="-122"/>
                  <a:ea typeface="华文楷体" panose="02010600040101010101" pitchFamily="2" charset="-122"/>
                  <a:cs typeface="微软雅黑" panose="020B0503020204020204" charset="-122"/>
                </a:rPr>
                <a:t>x</a:t>
              </a:r>
              <a:r>
                <a:rPr lang="zh-CN" altLang="en-US" sz="2300">
                  <a:solidFill>
                    <a:schemeClr val="tx1"/>
                  </a:solidFill>
                  <a:latin typeface="华文楷体" panose="02010600040101010101" pitchFamily="2" charset="-122"/>
                  <a:ea typeface="华文楷体" panose="02010600040101010101" pitchFamily="2" charset="-122"/>
                  <a:cs typeface="微软雅黑" panose="020B0503020204020204" charset="-122"/>
                </a:rPr>
                <a:t>、</a:t>
              </a:r>
              <a:r>
                <a:rPr lang="en-US" sz="2300" i="1">
                  <a:solidFill>
                    <a:schemeClr val="tx1"/>
                  </a:solidFill>
                  <a:latin typeface="华文楷体" panose="02010600040101010101" pitchFamily="2" charset="-122"/>
                  <a:ea typeface="华文楷体" panose="02010600040101010101" pitchFamily="2" charset="-122"/>
                  <a:cs typeface="微软雅黑" panose="020B0503020204020204" charset="-122"/>
                </a:rPr>
                <a:t>y</a:t>
              </a:r>
              <a:r>
                <a:rPr lang="zh-CN" altLang="en-US" sz="2300">
                  <a:solidFill>
                    <a:schemeClr val="tx1"/>
                  </a:solidFill>
                  <a:latin typeface="华文楷体" panose="02010600040101010101" pitchFamily="2" charset="-122"/>
                  <a:ea typeface="华文楷体" panose="02010600040101010101" pitchFamily="2" charset="-122"/>
                  <a:cs typeface="微软雅黑" panose="020B0503020204020204" charset="-122"/>
                </a:rPr>
                <a:t>结点得到</a:t>
              </a:r>
              <a:r>
                <a:rPr lang="en-US" sz="2300">
                  <a:solidFill>
                    <a:schemeClr val="tx1"/>
                  </a:solidFill>
                  <a:latin typeface="华文楷体" panose="02010600040101010101" pitchFamily="2" charset="-122"/>
                  <a:ea typeface="华文楷体" panose="02010600040101010101" pitchFamily="2" charset="-122"/>
                  <a:cs typeface="微软雅黑" panose="020B0503020204020204" charset="-122"/>
                </a:rPr>
                <a:t>T</a:t>
              </a:r>
              <a:r>
                <a:rPr lang="en-US" sz="2300" baseline="-25000">
                  <a:solidFill>
                    <a:schemeClr val="tx1"/>
                  </a:solidFill>
                  <a:latin typeface="华文楷体" panose="02010600040101010101" pitchFamily="2" charset="-122"/>
                  <a:ea typeface="华文楷体" panose="02010600040101010101" pitchFamily="2" charset="-122"/>
                  <a:cs typeface="微软雅黑" panose="020B0503020204020204" charset="-122"/>
                </a:rPr>
                <a:t>1</a:t>
              </a:r>
              <a:endParaRPr lang="en-US" altLang="en-US" sz="2300" baseline="-25000">
                <a:solidFill>
                  <a:schemeClr val="tx1"/>
                </a:solidFill>
                <a:latin typeface="华文楷体" panose="02010600040101010101" pitchFamily="2" charset="-122"/>
                <a:ea typeface="华文楷体" panose="02010600040101010101" pitchFamily="2" charset="-122"/>
                <a:cs typeface="微软雅黑" panose="020B0503020204020204" charset="-122"/>
              </a:endParaRPr>
            </a:p>
          </p:txBody>
        </p:sp>
        <p:sp>
          <p:nvSpPr>
            <p:cNvPr id="31" name="TextBox 30"/>
            <p:cNvSpPr txBox="1"/>
            <p:nvPr/>
          </p:nvSpPr>
          <p:spPr>
            <a:xfrm>
              <a:off x="2000232" y="4087869"/>
              <a:ext cx="500066" cy="445049"/>
            </a:xfrm>
            <a:prstGeom prst="rect">
              <a:avLst/>
            </a:prstGeom>
            <a:noFill/>
          </p:spPr>
          <p:txBody>
            <a:bodyPr wrap="square" rtlCol="0">
              <a:spAutoFit/>
            </a:bodyPr>
            <a:lstStyle/>
            <a:p>
              <a:r>
                <a:rPr lang="en-US" altLang="zh-CN" sz="2300">
                  <a:solidFill>
                    <a:schemeClr val="tx1"/>
                  </a:solidFill>
                  <a:latin typeface="华文楷体" panose="02010600040101010101" pitchFamily="2" charset="-122"/>
                  <a:ea typeface="华文楷体" panose="02010600040101010101" pitchFamily="2" charset="-122"/>
                  <a:cs typeface="Consolas" panose="020B0609020204030204" pitchFamily="49" charset="0"/>
                </a:rPr>
                <a:t>T</a:t>
              </a:r>
            </a:p>
          </p:txBody>
        </p:sp>
        <p:sp>
          <p:nvSpPr>
            <p:cNvPr id="32" name="椭圆 31"/>
            <p:cNvSpPr/>
            <p:nvPr/>
          </p:nvSpPr>
          <p:spPr>
            <a:xfrm>
              <a:off x="6572264" y="3286124"/>
              <a:ext cx="428628" cy="500066"/>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300" i="1">
                  <a:solidFill>
                    <a:srgbClr val="0000FF"/>
                  </a:solidFill>
                  <a:latin typeface="华文楷体" panose="02010600040101010101" pitchFamily="2" charset="-122"/>
                  <a:ea typeface="华文楷体" panose="02010600040101010101" pitchFamily="2" charset="-122"/>
                  <a:cs typeface="Consolas" panose="020B0609020204030204" pitchFamily="49" charset="0"/>
                </a:rPr>
                <a:t>z</a:t>
              </a:r>
            </a:p>
          </p:txBody>
        </p:sp>
        <p:sp>
          <p:nvSpPr>
            <p:cNvPr id="33" name="TextBox 32"/>
            <p:cNvSpPr txBox="1"/>
            <p:nvPr/>
          </p:nvSpPr>
          <p:spPr>
            <a:xfrm>
              <a:off x="6643702" y="4071942"/>
              <a:ext cx="500066" cy="445049"/>
            </a:xfrm>
            <a:prstGeom prst="rect">
              <a:avLst/>
            </a:prstGeom>
            <a:noFill/>
          </p:spPr>
          <p:txBody>
            <a:bodyPr wrap="square" rtlCol="0">
              <a:spAutoFit/>
            </a:bodyPr>
            <a:lstStyle/>
            <a:p>
              <a:r>
                <a:rPr lang="en-US" altLang="zh-CN" sz="2300">
                  <a:solidFill>
                    <a:schemeClr val="tx1"/>
                  </a:solidFill>
                  <a:latin typeface="华文楷体" panose="02010600040101010101" pitchFamily="2" charset="-122"/>
                  <a:ea typeface="华文楷体" panose="02010600040101010101" pitchFamily="2" charset="-122"/>
                  <a:cs typeface="Consolas" panose="020B0609020204030204" pitchFamily="49" charset="0"/>
                </a:rPr>
                <a:t>T</a:t>
              </a:r>
              <a:r>
                <a:rPr lang="en-US" altLang="zh-CN" sz="2300" baseline="-25000">
                  <a:solidFill>
                    <a:schemeClr val="tx1"/>
                  </a:solidFill>
                  <a:latin typeface="华文楷体" panose="02010600040101010101" pitchFamily="2" charset="-122"/>
                  <a:ea typeface="华文楷体" panose="02010600040101010101" pitchFamily="2" charset="-122"/>
                  <a:cs typeface="Consolas" panose="020B0609020204030204" pitchFamily="49" charset="0"/>
                </a:rPr>
                <a:t>1</a:t>
              </a:r>
            </a:p>
          </p:txBody>
        </p:sp>
        <p:cxnSp>
          <p:nvCxnSpPr>
            <p:cNvPr id="34" name="直接箭头连接符 33"/>
            <p:cNvCxnSpPr/>
            <p:nvPr/>
          </p:nvCxnSpPr>
          <p:spPr>
            <a:xfrm>
              <a:off x="3214678" y="3714752"/>
              <a:ext cx="3000396"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35" name="直接连接符 34"/>
            <p:cNvCxnSpPr>
              <a:endCxn id="25" idx="1"/>
            </p:cNvCxnSpPr>
            <p:nvPr/>
          </p:nvCxnSpPr>
          <p:spPr>
            <a:xfrm rot="16200000" flipH="1">
              <a:off x="1816406" y="2898445"/>
              <a:ext cx="216109" cy="134209"/>
            </a:xfrm>
            <a:prstGeom prst="line">
              <a:avLst/>
            </a:prstGeom>
          </p:spPr>
          <p:style>
            <a:lnRef idx="2">
              <a:schemeClr val="dk1"/>
            </a:lnRef>
            <a:fillRef idx="0">
              <a:schemeClr val="dk1"/>
            </a:fillRef>
            <a:effectRef idx="1">
              <a:schemeClr val="dk1"/>
            </a:effectRef>
            <a:fontRef idx="minor">
              <a:schemeClr val="tx1"/>
            </a:fontRef>
          </p:style>
        </p:cxnSp>
        <p:cxnSp>
          <p:nvCxnSpPr>
            <p:cNvPr id="36" name="直接连接符 35"/>
            <p:cNvCxnSpPr>
              <a:endCxn id="32" idx="1"/>
            </p:cNvCxnSpPr>
            <p:nvPr/>
          </p:nvCxnSpPr>
          <p:spPr>
            <a:xfrm rot="16200000" flipH="1">
              <a:off x="6459876" y="3184197"/>
              <a:ext cx="216109" cy="134209"/>
            </a:xfrm>
            <a:prstGeom prst="line">
              <a:avLst/>
            </a:prstGeom>
          </p:spPr>
          <p:style>
            <a:lnRef idx="2">
              <a:schemeClr val="dk1"/>
            </a:lnRef>
            <a:fillRef idx="0">
              <a:schemeClr val="dk1"/>
            </a:fillRef>
            <a:effectRef idx="1">
              <a:schemeClr val="dk1"/>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p:sld>
</file>

<file path=ppt/slides/slide63.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159747" name="Text Box 3"/>
          <p:cNvSpPr txBox="1">
            <a:spLocks noChangeArrowheads="1"/>
          </p:cNvSpPr>
          <p:nvPr/>
        </p:nvSpPr>
        <p:spPr bwMode="auto">
          <a:xfrm>
            <a:off x="1172135" y="3073400"/>
            <a:ext cx="8267700" cy="3354829"/>
          </a:xfrm>
          <a:prstGeom prst="rect">
            <a:avLst/>
          </a:prstGeom>
          <a:solidFill>
            <a:schemeClr val="accent6">
              <a:lumMod val="20000"/>
              <a:lumOff val="80000"/>
            </a:schemeClr>
          </a:solidFill>
          <a:ln w="9525">
            <a:noFill/>
            <a:miter lim="800000"/>
          </a:ln>
          <a:effectLst/>
        </p:spPr>
        <p:txBody>
          <a:bodyPr wrap="square">
            <a:spAutoFit/>
          </a:bodyPr>
          <a:lstStyle/>
          <a:p>
            <a:pPr>
              <a:lnSpc>
                <a:spcPts val="3200"/>
              </a:lnSpc>
            </a:pPr>
            <a:r>
              <a:rPr lang="zh-CN" altLang="en-US" sz="2300" dirty="0">
                <a:solidFill>
                  <a:srgbClr val="0000FF"/>
                </a:solidFill>
                <a:latin typeface="微软雅黑" panose="020B0503020204020204" charset="-122"/>
                <a:ea typeface="微软雅黑" panose="020B0503020204020204" charset="-122"/>
                <a:cs typeface="微软雅黑" panose="020B0503020204020204" charset="-122"/>
              </a:rPr>
              <a:t>　　</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假设</a:t>
            </a:r>
            <a:r>
              <a:rPr lang="en-US" altLang="zh-CN" sz="2300" b="1" dirty="0" err="1">
                <a:solidFill>
                  <a:srgbClr val="0000FF"/>
                </a:solidFill>
                <a:latin typeface="华文楷体" panose="02010600040101010101" pitchFamily="2" charset="-122"/>
                <a:ea typeface="华文楷体" panose="02010600040101010101" pitchFamily="2" charset="-122"/>
                <a:cs typeface="微软雅黑" panose="020B0503020204020204" charset="-122"/>
              </a:rPr>
              <a:t>T</a:t>
            </a:r>
            <a:r>
              <a:rPr lang="en-US" altLang="zh-CN" sz="2300" b="1" baseline="-25000" dirty="0" err="1">
                <a:solidFill>
                  <a:srgbClr val="0000FF"/>
                </a:solidFill>
                <a:latin typeface="华文楷体" panose="02010600040101010101" pitchFamily="2" charset="-122"/>
                <a:ea typeface="华文楷体" panose="02010600040101010101" pitchFamily="2" charset="-122"/>
                <a:cs typeface="微软雅黑" panose="020B0503020204020204" charset="-122"/>
              </a:rPr>
              <a:t>1</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不是最优的，则存在另一棵树</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T</a:t>
            </a:r>
            <a:r>
              <a:rPr lang="en-US" altLang="zh-CN" sz="2300" b="1" baseline="-25000" dirty="0">
                <a:solidFill>
                  <a:srgbClr val="0000FF"/>
                </a:solidFill>
                <a:latin typeface="华文楷体" panose="02010600040101010101" pitchFamily="2" charset="-122"/>
                <a:ea typeface="华文楷体" panose="02010600040101010101" pitchFamily="2" charset="-122"/>
                <a:cs typeface="微软雅黑" panose="020B0503020204020204" charset="-122"/>
              </a:rPr>
              <a:t>2</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，有：　</a:t>
            </a:r>
          </a:p>
          <a:p>
            <a:pPr>
              <a:lnSpc>
                <a:spcPts val="3200"/>
              </a:lnSpc>
            </a:pPr>
            <a:r>
              <a:rPr lang="zh-CN" altLang="en-US" sz="2300" b="1" dirty="0">
                <a:solidFill>
                  <a:srgbClr val="0033CC"/>
                </a:solidFill>
                <a:latin typeface="华文楷体" panose="02010600040101010101" pitchFamily="2" charset="-122"/>
                <a:ea typeface="华文楷体" panose="02010600040101010101" pitchFamily="2" charset="-122"/>
                <a:cs typeface="微软雅黑" panose="020B0503020204020204" charset="-122"/>
              </a:rPr>
              <a:t>　　　　　　</a:t>
            </a:r>
            <a:r>
              <a:rPr lang="en-US" altLang="zh-CN" sz="2300" b="1" dirty="0">
                <a:solidFill>
                  <a:srgbClr val="006600"/>
                </a:solidFill>
                <a:latin typeface="华文楷体" panose="02010600040101010101" pitchFamily="2" charset="-122"/>
                <a:ea typeface="华文楷体" panose="02010600040101010101" pitchFamily="2" charset="-122"/>
                <a:cs typeface="微软雅黑" panose="020B0503020204020204" charset="-122"/>
              </a:rPr>
              <a:t>WPL(T</a:t>
            </a:r>
            <a:r>
              <a:rPr lang="en-US" altLang="zh-CN" sz="2300" b="1" baseline="-25000" dirty="0">
                <a:solidFill>
                  <a:srgbClr val="006600"/>
                </a:solidFill>
                <a:latin typeface="华文楷体" panose="02010600040101010101" pitchFamily="2" charset="-122"/>
                <a:ea typeface="华文楷体" panose="02010600040101010101" pitchFamily="2" charset="-122"/>
                <a:cs typeface="微软雅黑" panose="020B0503020204020204" charset="-122"/>
              </a:rPr>
              <a:t>2</a:t>
            </a:r>
            <a:r>
              <a:rPr lang="en-US" altLang="zh-CN" sz="2300" b="1" dirty="0">
                <a:solidFill>
                  <a:srgbClr val="006600"/>
                </a:solidFill>
                <a:latin typeface="华文楷体" panose="02010600040101010101" pitchFamily="2" charset="-122"/>
                <a:ea typeface="华文楷体" panose="02010600040101010101" pitchFamily="2" charset="-122"/>
                <a:cs typeface="微软雅黑" panose="020B0503020204020204" charset="-122"/>
              </a:rPr>
              <a:t>) &lt; WPL(T</a:t>
            </a:r>
            <a:r>
              <a:rPr lang="en-US" altLang="zh-CN" sz="2300" b="1" baseline="-25000" dirty="0">
                <a:solidFill>
                  <a:srgbClr val="006600"/>
                </a:solidFill>
                <a:latin typeface="华文楷体" panose="02010600040101010101" pitchFamily="2" charset="-122"/>
                <a:ea typeface="华文楷体" panose="02010600040101010101" pitchFamily="2" charset="-122"/>
                <a:cs typeface="微软雅黑" panose="020B0503020204020204" charset="-122"/>
              </a:rPr>
              <a:t>1</a:t>
            </a:r>
            <a:r>
              <a:rPr lang="en-US" altLang="zh-CN" sz="2300" b="1" dirty="0">
                <a:solidFill>
                  <a:srgbClr val="006600"/>
                </a:solidFill>
                <a:latin typeface="华文楷体" panose="02010600040101010101" pitchFamily="2" charset="-122"/>
                <a:ea typeface="华文楷体" panose="02010600040101010101" pitchFamily="2" charset="-122"/>
                <a:cs typeface="微软雅黑" panose="020B0503020204020204" charset="-122"/>
              </a:rPr>
              <a:t>)</a:t>
            </a:r>
            <a:endParaRPr lang="zh-CN" altLang="en-US" sz="2300" b="1" dirty="0">
              <a:solidFill>
                <a:srgbClr val="0033CC"/>
              </a:solidFill>
              <a:latin typeface="华文楷体" panose="02010600040101010101" pitchFamily="2" charset="-122"/>
              <a:ea typeface="华文楷体" panose="02010600040101010101" pitchFamily="2" charset="-122"/>
              <a:cs typeface="微软雅黑" panose="020B0503020204020204" charset="-122"/>
            </a:endParaRPr>
          </a:p>
          <a:p>
            <a:pPr>
              <a:lnSpc>
                <a:spcPts val="3200"/>
              </a:lnSpc>
            </a:pP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    由于</a:t>
            </a:r>
            <a:r>
              <a:rPr lang="en-US" altLang="zh-CN" sz="2300" b="1" i="1" dirty="0">
                <a:solidFill>
                  <a:srgbClr val="0000FF"/>
                </a:solidFill>
                <a:latin typeface="华文楷体" panose="02010600040101010101" pitchFamily="2" charset="-122"/>
                <a:ea typeface="华文楷体" panose="02010600040101010101" pitchFamily="2" charset="-122"/>
                <a:cs typeface="微软雅黑" panose="020B0503020204020204" charset="-122"/>
              </a:rPr>
              <a:t>z</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∈C</a:t>
            </a:r>
            <a:r>
              <a:rPr lang="en-US" altLang="zh-CN" sz="2300" b="1" baseline="-25000" dirty="0">
                <a:solidFill>
                  <a:srgbClr val="0000FF"/>
                </a:solidFill>
                <a:latin typeface="华文楷体" panose="02010600040101010101" pitchFamily="2" charset="-122"/>
                <a:ea typeface="华文楷体" panose="02010600040101010101" pitchFamily="2" charset="-122"/>
                <a:cs typeface="微软雅黑" panose="020B0503020204020204" charset="-122"/>
              </a:rPr>
              <a:t>1</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，则</a:t>
            </a:r>
            <a:r>
              <a:rPr lang="en-US" altLang="zh-CN" sz="2300" b="1" i="1" dirty="0">
                <a:solidFill>
                  <a:srgbClr val="0000FF"/>
                </a:solidFill>
                <a:latin typeface="华文楷体" panose="02010600040101010101" pitchFamily="2" charset="-122"/>
                <a:ea typeface="华文楷体" panose="02010600040101010101" pitchFamily="2" charset="-122"/>
                <a:cs typeface="微软雅黑" panose="020B0503020204020204" charset="-122"/>
              </a:rPr>
              <a:t>z</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在</a:t>
            </a:r>
            <a:r>
              <a:rPr lang="en-US" altLang="zh-CN" sz="2300" b="1" dirty="0" err="1">
                <a:solidFill>
                  <a:srgbClr val="0000FF"/>
                </a:solidFill>
                <a:latin typeface="华文楷体" panose="02010600040101010101" pitchFamily="2" charset="-122"/>
                <a:ea typeface="华文楷体" panose="02010600040101010101" pitchFamily="2" charset="-122"/>
                <a:cs typeface="微软雅黑" panose="020B0503020204020204" charset="-122"/>
              </a:rPr>
              <a:t>T</a:t>
            </a:r>
            <a:r>
              <a:rPr lang="en-US" altLang="zh-CN" sz="2300" b="1" baseline="-25000" dirty="0" err="1">
                <a:solidFill>
                  <a:srgbClr val="0000FF"/>
                </a:solidFill>
                <a:latin typeface="华文楷体" panose="02010600040101010101" pitchFamily="2" charset="-122"/>
                <a:ea typeface="华文楷体" panose="02010600040101010101" pitchFamily="2" charset="-122"/>
                <a:cs typeface="微软雅黑" panose="020B0503020204020204" charset="-122"/>
              </a:rPr>
              <a:t>2</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中一定是一个叶子结点。若将</a:t>
            </a:r>
            <a:r>
              <a:rPr lang="en-US" altLang="zh-CN" sz="2300" b="1" i="1" dirty="0">
                <a:solidFill>
                  <a:srgbClr val="0000FF"/>
                </a:solidFill>
                <a:latin typeface="华文楷体" panose="02010600040101010101" pitchFamily="2" charset="-122"/>
                <a:ea typeface="华文楷体" panose="02010600040101010101" pitchFamily="2" charset="-122"/>
                <a:cs typeface="微软雅黑" panose="020B0503020204020204" charset="-122"/>
              </a:rPr>
              <a:t>x</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和</a:t>
            </a:r>
            <a:r>
              <a:rPr lang="en-US" altLang="zh-CN" sz="2300" b="1" i="1" dirty="0">
                <a:solidFill>
                  <a:srgbClr val="0000FF"/>
                </a:solidFill>
                <a:latin typeface="华文楷体" panose="02010600040101010101" pitchFamily="2" charset="-122"/>
                <a:ea typeface="华文楷体" panose="02010600040101010101" pitchFamily="2" charset="-122"/>
                <a:cs typeface="微软雅黑" panose="020B0503020204020204" charset="-122"/>
              </a:rPr>
              <a:t>y</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加入</a:t>
            </a:r>
            <a:r>
              <a:rPr lang="en-US" altLang="zh-CN" sz="2300" b="1" dirty="0" err="1">
                <a:solidFill>
                  <a:srgbClr val="0000FF"/>
                </a:solidFill>
                <a:latin typeface="华文楷体" panose="02010600040101010101" pitchFamily="2" charset="-122"/>
                <a:ea typeface="华文楷体" panose="02010600040101010101" pitchFamily="2" charset="-122"/>
                <a:cs typeface="微软雅黑" panose="020B0503020204020204" charset="-122"/>
              </a:rPr>
              <a:t>T</a:t>
            </a:r>
            <a:r>
              <a:rPr lang="en-US" altLang="zh-CN" sz="2300" b="1" baseline="-25000" dirty="0" err="1">
                <a:solidFill>
                  <a:srgbClr val="0000FF"/>
                </a:solidFill>
                <a:latin typeface="华文楷体" panose="02010600040101010101" pitchFamily="2" charset="-122"/>
                <a:ea typeface="华文楷体" panose="02010600040101010101" pitchFamily="2" charset="-122"/>
                <a:cs typeface="微软雅黑" panose="020B0503020204020204" charset="-122"/>
              </a:rPr>
              <a:t>2</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中作为结点</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z</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的左、右孩子，则得到表示字符集</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C</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的前缀树</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T</a:t>
            </a:r>
            <a:r>
              <a:rPr lang="en-US" altLang="zh-CN" sz="2300" b="1" baseline="-25000" dirty="0">
                <a:solidFill>
                  <a:srgbClr val="0000FF"/>
                </a:solidFill>
                <a:latin typeface="华文楷体" panose="02010600040101010101" pitchFamily="2" charset="-122"/>
                <a:ea typeface="华文楷体" panose="02010600040101010101" pitchFamily="2" charset="-122"/>
                <a:cs typeface="微软雅黑" panose="020B0503020204020204" charset="-122"/>
              </a:rPr>
              <a:t>3</a:t>
            </a:r>
          </a:p>
          <a:p>
            <a:pPr>
              <a:lnSpc>
                <a:spcPts val="3200"/>
              </a:lnSpc>
            </a:pPr>
            <a:r>
              <a:rPr lang="en-US" altLang="zh-CN" sz="2300" b="1" baseline="-25000" dirty="0">
                <a:solidFill>
                  <a:srgbClr val="0000FF"/>
                </a:solidFill>
                <a:latin typeface="华文楷体" panose="02010600040101010101" pitchFamily="2" charset="-122"/>
                <a:ea typeface="华文楷体" panose="02010600040101010101" pitchFamily="2" charset="-122"/>
                <a:cs typeface="微软雅黑" panose="020B0503020204020204" charset="-122"/>
              </a:rPr>
              <a:t>      </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且有：</a:t>
            </a:r>
            <a:r>
              <a:rPr lang="zh-CN" altLang="en-US" sz="2300" b="1" dirty="0">
                <a:solidFill>
                  <a:srgbClr val="0033CC"/>
                </a:solidFill>
                <a:latin typeface="华文楷体" panose="02010600040101010101" pitchFamily="2" charset="-122"/>
                <a:ea typeface="华文楷体" panose="02010600040101010101" pitchFamily="2" charset="-122"/>
                <a:cs typeface="微软雅黑" panose="020B0503020204020204" charset="-122"/>
              </a:rPr>
              <a:t>　</a:t>
            </a:r>
            <a:r>
              <a:rPr lang="en-US" altLang="zh-CN" sz="2300" b="1" dirty="0">
                <a:solidFill>
                  <a:srgbClr val="006600"/>
                </a:solidFill>
                <a:latin typeface="华文楷体" panose="02010600040101010101" pitchFamily="2" charset="-122"/>
                <a:ea typeface="华文楷体" panose="02010600040101010101" pitchFamily="2" charset="-122"/>
                <a:cs typeface="微软雅黑" panose="020B0503020204020204" charset="-122"/>
              </a:rPr>
              <a:t>WPL(T</a:t>
            </a:r>
            <a:r>
              <a:rPr lang="en-US" altLang="zh-CN" sz="2300" b="1" baseline="-25000" dirty="0">
                <a:solidFill>
                  <a:srgbClr val="006600"/>
                </a:solidFill>
                <a:latin typeface="华文楷体" panose="02010600040101010101" pitchFamily="2" charset="-122"/>
                <a:ea typeface="华文楷体" panose="02010600040101010101" pitchFamily="2" charset="-122"/>
                <a:cs typeface="微软雅黑" panose="020B0503020204020204" charset="-122"/>
              </a:rPr>
              <a:t>3</a:t>
            </a:r>
            <a:r>
              <a:rPr lang="en-US" altLang="zh-CN" sz="2300" b="1" dirty="0">
                <a:solidFill>
                  <a:srgbClr val="006600"/>
                </a:solidFill>
                <a:latin typeface="华文楷体" panose="02010600040101010101" pitchFamily="2" charset="-122"/>
                <a:ea typeface="华文楷体" panose="02010600040101010101" pitchFamily="2" charset="-122"/>
                <a:cs typeface="微软雅黑" panose="020B0503020204020204" charset="-122"/>
              </a:rPr>
              <a:t>) = WPL(T</a:t>
            </a:r>
            <a:r>
              <a:rPr lang="en-US" altLang="zh-CN" sz="2300" b="1" baseline="-25000" dirty="0">
                <a:solidFill>
                  <a:srgbClr val="006600"/>
                </a:solidFill>
                <a:latin typeface="华文楷体" panose="02010600040101010101" pitchFamily="2" charset="-122"/>
                <a:ea typeface="华文楷体" panose="02010600040101010101" pitchFamily="2" charset="-122"/>
                <a:cs typeface="微软雅黑" panose="020B0503020204020204" charset="-122"/>
              </a:rPr>
              <a:t>2</a:t>
            </a:r>
            <a:r>
              <a:rPr lang="en-US" altLang="zh-CN" sz="2300" b="1" dirty="0">
                <a:solidFill>
                  <a:srgbClr val="006600"/>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i="1" dirty="0" err="1">
                <a:solidFill>
                  <a:srgbClr val="006600"/>
                </a:solidFill>
                <a:latin typeface="华文楷体" panose="02010600040101010101" pitchFamily="2" charset="-122"/>
                <a:ea typeface="华文楷体" panose="02010600040101010101" pitchFamily="2" charset="-122"/>
                <a:cs typeface="微软雅黑" panose="020B0503020204020204" charset="-122"/>
              </a:rPr>
              <a:t>w</a:t>
            </a:r>
            <a:r>
              <a:rPr lang="en-US" altLang="zh-CN" sz="2300" b="1" i="1" baseline="-25000" dirty="0" err="1">
                <a:solidFill>
                  <a:srgbClr val="006600"/>
                </a:solidFill>
                <a:latin typeface="华文楷体" panose="02010600040101010101" pitchFamily="2" charset="-122"/>
                <a:ea typeface="华文楷体" panose="02010600040101010101" pitchFamily="2" charset="-122"/>
                <a:cs typeface="微软雅黑" panose="020B0503020204020204" charset="-122"/>
              </a:rPr>
              <a:t>x</a:t>
            </a:r>
            <a:r>
              <a:rPr lang="en-US" altLang="zh-CN" sz="2300" b="1" dirty="0" err="1">
                <a:solidFill>
                  <a:srgbClr val="006600"/>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i="1" dirty="0" err="1">
                <a:solidFill>
                  <a:srgbClr val="006600"/>
                </a:solidFill>
                <a:latin typeface="华文楷体" panose="02010600040101010101" pitchFamily="2" charset="-122"/>
                <a:ea typeface="华文楷体" panose="02010600040101010101" pitchFamily="2" charset="-122"/>
                <a:cs typeface="微软雅黑" panose="020B0503020204020204" charset="-122"/>
              </a:rPr>
              <a:t>w</a:t>
            </a:r>
            <a:r>
              <a:rPr lang="en-US" altLang="zh-CN" sz="2300" b="1" i="1" baseline="-25000" dirty="0" err="1">
                <a:solidFill>
                  <a:srgbClr val="006600"/>
                </a:solidFill>
                <a:latin typeface="华文楷体" panose="02010600040101010101" pitchFamily="2" charset="-122"/>
                <a:ea typeface="华文楷体" panose="02010600040101010101" pitchFamily="2" charset="-122"/>
                <a:cs typeface="微软雅黑" panose="020B0503020204020204" charset="-122"/>
              </a:rPr>
              <a:t>y</a:t>
            </a:r>
            <a:endParaRPr lang="en-US" altLang="zh-CN" sz="2300" b="1" baseline="-25000" dirty="0">
              <a:solidFill>
                <a:srgbClr val="006600"/>
              </a:solidFill>
              <a:latin typeface="华文楷体" panose="02010600040101010101" pitchFamily="2" charset="-122"/>
              <a:ea typeface="华文楷体" panose="02010600040101010101" pitchFamily="2" charset="-122"/>
              <a:cs typeface="微软雅黑" panose="020B0503020204020204" charset="-122"/>
            </a:endParaRPr>
          </a:p>
          <a:p>
            <a:pPr>
              <a:lnSpc>
                <a:spcPts val="3200"/>
              </a:lnSpc>
            </a:pP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    由前面几个式子看到　</a:t>
            </a:r>
          </a:p>
          <a:p>
            <a:pPr>
              <a:lnSpc>
                <a:spcPts val="3200"/>
              </a:lnSpc>
            </a:pPr>
            <a:r>
              <a:rPr lang="zh-CN" altLang="en-US" sz="2300" b="1" dirty="0">
                <a:solidFill>
                  <a:srgbClr val="0033CC"/>
                </a:solidFill>
                <a:latin typeface="华文楷体" panose="02010600040101010101" pitchFamily="2" charset="-122"/>
                <a:ea typeface="华文楷体" panose="02010600040101010101" pitchFamily="2" charset="-122"/>
                <a:cs typeface="微软雅黑" panose="020B0503020204020204" charset="-122"/>
              </a:rPr>
              <a:t>　　　</a:t>
            </a:r>
            <a:r>
              <a:rPr lang="en-US" altLang="zh-CN" sz="2300" b="1" dirty="0">
                <a:solidFill>
                  <a:srgbClr val="006600"/>
                </a:solidFill>
                <a:latin typeface="华文楷体" panose="02010600040101010101" pitchFamily="2" charset="-122"/>
                <a:ea typeface="华文楷体" panose="02010600040101010101" pitchFamily="2" charset="-122"/>
                <a:cs typeface="微软雅黑" panose="020B0503020204020204" charset="-122"/>
              </a:rPr>
              <a:t>WPL(T</a:t>
            </a:r>
            <a:r>
              <a:rPr lang="en-US" altLang="zh-CN" sz="2300" b="1" baseline="-25000" dirty="0">
                <a:solidFill>
                  <a:srgbClr val="006600"/>
                </a:solidFill>
                <a:latin typeface="华文楷体" panose="02010600040101010101" pitchFamily="2" charset="-122"/>
                <a:ea typeface="华文楷体" panose="02010600040101010101" pitchFamily="2" charset="-122"/>
                <a:cs typeface="微软雅黑" panose="020B0503020204020204" charset="-122"/>
              </a:rPr>
              <a:t>3</a:t>
            </a:r>
            <a:r>
              <a:rPr lang="en-US" altLang="zh-CN" sz="2300" b="1" dirty="0">
                <a:solidFill>
                  <a:srgbClr val="006600"/>
                </a:solidFill>
                <a:latin typeface="华文楷体" panose="02010600040101010101" pitchFamily="2" charset="-122"/>
                <a:ea typeface="华文楷体" panose="02010600040101010101" pitchFamily="2" charset="-122"/>
                <a:cs typeface="微软雅黑" panose="020B0503020204020204" charset="-122"/>
              </a:rPr>
              <a:t>) = WPL(T</a:t>
            </a:r>
            <a:r>
              <a:rPr lang="en-US" altLang="zh-CN" sz="2300" b="1" baseline="-25000" dirty="0">
                <a:solidFill>
                  <a:srgbClr val="006600"/>
                </a:solidFill>
                <a:latin typeface="华文楷体" panose="02010600040101010101" pitchFamily="2" charset="-122"/>
                <a:ea typeface="华文楷体" panose="02010600040101010101" pitchFamily="2" charset="-122"/>
                <a:cs typeface="微软雅黑" panose="020B0503020204020204" charset="-122"/>
              </a:rPr>
              <a:t>2</a:t>
            </a:r>
            <a:r>
              <a:rPr lang="en-US" altLang="zh-CN" sz="2300" b="1" dirty="0">
                <a:solidFill>
                  <a:srgbClr val="006600"/>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i="1" dirty="0" err="1">
                <a:solidFill>
                  <a:srgbClr val="006600"/>
                </a:solidFill>
                <a:latin typeface="华文楷体" panose="02010600040101010101" pitchFamily="2" charset="-122"/>
                <a:ea typeface="华文楷体" panose="02010600040101010101" pitchFamily="2" charset="-122"/>
                <a:cs typeface="微软雅黑" panose="020B0503020204020204" charset="-122"/>
              </a:rPr>
              <a:t>w</a:t>
            </a:r>
            <a:r>
              <a:rPr lang="en-US" altLang="zh-CN" sz="2300" b="1" i="1" baseline="-25000" dirty="0" err="1">
                <a:solidFill>
                  <a:srgbClr val="006600"/>
                </a:solidFill>
                <a:latin typeface="华文楷体" panose="02010600040101010101" pitchFamily="2" charset="-122"/>
                <a:ea typeface="华文楷体" panose="02010600040101010101" pitchFamily="2" charset="-122"/>
                <a:cs typeface="微软雅黑" panose="020B0503020204020204" charset="-122"/>
              </a:rPr>
              <a:t>x</a:t>
            </a:r>
            <a:r>
              <a:rPr lang="en-US" altLang="zh-CN" sz="2300" b="1" i="1" dirty="0">
                <a:solidFill>
                  <a:srgbClr val="006600"/>
                </a:solidFill>
                <a:latin typeface="华文楷体" panose="02010600040101010101" pitchFamily="2" charset="-122"/>
                <a:ea typeface="华文楷体" panose="02010600040101010101" pitchFamily="2" charset="-122"/>
                <a:cs typeface="微软雅黑" panose="020B0503020204020204" charset="-122"/>
              </a:rPr>
              <a:t> </a:t>
            </a:r>
            <a:r>
              <a:rPr lang="en-US" altLang="zh-CN" sz="2300" b="1" dirty="0">
                <a:solidFill>
                  <a:srgbClr val="006600"/>
                </a:solidFill>
                <a:latin typeface="华文楷体" panose="02010600040101010101" pitchFamily="2" charset="-122"/>
                <a:ea typeface="华文楷体" panose="02010600040101010101" pitchFamily="2" charset="-122"/>
                <a:cs typeface="微软雅黑" panose="020B0503020204020204" charset="-122"/>
              </a:rPr>
              <a:t>+ </a:t>
            </a:r>
            <a:r>
              <a:rPr lang="en-US" altLang="zh-CN" sz="2300" b="1" i="1" dirty="0" err="1">
                <a:solidFill>
                  <a:srgbClr val="006600"/>
                </a:solidFill>
                <a:latin typeface="华文楷体" panose="02010600040101010101" pitchFamily="2" charset="-122"/>
                <a:ea typeface="华文楷体" panose="02010600040101010101" pitchFamily="2" charset="-122"/>
                <a:cs typeface="微软雅黑" panose="020B0503020204020204" charset="-122"/>
              </a:rPr>
              <a:t>w</a:t>
            </a:r>
            <a:r>
              <a:rPr lang="en-US" altLang="zh-CN" sz="2300" b="1" i="1" baseline="-25000" dirty="0" err="1">
                <a:solidFill>
                  <a:srgbClr val="006600"/>
                </a:solidFill>
                <a:latin typeface="华文楷体" panose="02010600040101010101" pitchFamily="2" charset="-122"/>
                <a:ea typeface="华文楷体" panose="02010600040101010101" pitchFamily="2" charset="-122"/>
                <a:cs typeface="微软雅黑" panose="020B0503020204020204" charset="-122"/>
              </a:rPr>
              <a:t>y</a:t>
            </a:r>
            <a:r>
              <a:rPr lang="en-US" altLang="zh-CN" sz="2300" b="1" dirty="0">
                <a:solidFill>
                  <a:srgbClr val="006600"/>
                </a:solidFill>
                <a:latin typeface="华文楷体" panose="02010600040101010101" pitchFamily="2" charset="-122"/>
                <a:ea typeface="华文楷体" panose="02010600040101010101" pitchFamily="2" charset="-122"/>
                <a:cs typeface="微软雅黑" panose="020B0503020204020204" charset="-122"/>
              </a:rPr>
              <a:t>&lt;WPL(T</a:t>
            </a:r>
            <a:r>
              <a:rPr lang="en-US" altLang="zh-CN" sz="2300" b="1" baseline="-25000" dirty="0">
                <a:solidFill>
                  <a:srgbClr val="006600"/>
                </a:solidFill>
                <a:latin typeface="华文楷体" panose="02010600040101010101" pitchFamily="2" charset="-122"/>
                <a:ea typeface="华文楷体" panose="02010600040101010101" pitchFamily="2" charset="-122"/>
                <a:cs typeface="微软雅黑" panose="020B0503020204020204" charset="-122"/>
              </a:rPr>
              <a:t>1</a:t>
            </a:r>
            <a:r>
              <a:rPr lang="en-US" altLang="zh-CN" sz="2300" b="1" dirty="0">
                <a:solidFill>
                  <a:srgbClr val="006600"/>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i="1" dirty="0" err="1">
                <a:solidFill>
                  <a:srgbClr val="006600"/>
                </a:solidFill>
                <a:latin typeface="华文楷体" panose="02010600040101010101" pitchFamily="2" charset="-122"/>
                <a:ea typeface="华文楷体" panose="02010600040101010101" pitchFamily="2" charset="-122"/>
                <a:cs typeface="微软雅黑" panose="020B0503020204020204" charset="-122"/>
              </a:rPr>
              <a:t>w</a:t>
            </a:r>
            <a:r>
              <a:rPr lang="en-US" altLang="zh-CN" sz="2300" b="1" i="1" baseline="-25000" dirty="0" err="1">
                <a:solidFill>
                  <a:srgbClr val="006600"/>
                </a:solidFill>
                <a:latin typeface="华文楷体" panose="02010600040101010101" pitchFamily="2" charset="-122"/>
                <a:ea typeface="华文楷体" panose="02010600040101010101" pitchFamily="2" charset="-122"/>
                <a:cs typeface="微软雅黑" panose="020B0503020204020204" charset="-122"/>
              </a:rPr>
              <a:t>x</a:t>
            </a:r>
            <a:r>
              <a:rPr lang="en-US" altLang="zh-CN" sz="2300" b="1" dirty="0" err="1">
                <a:solidFill>
                  <a:srgbClr val="006600"/>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i="1" dirty="0" err="1">
                <a:solidFill>
                  <a:srgbClr val="006600"/>
                </a:solidFill>
                <a:latin typeface="华文楷体" panose="02010600040101010101" pitchFamily="2" charset="-122"/>
                <a:ea typeface="华文楷体" panose="02010600040101010101" pitchFamily="2" charset="-122"/>
                <a:cs typeface="微软雅黑" panose="020B0503020204020204" charset="-122"/>
              </a:rPr>
              <a:t>w</a:t>
            </a:r>
            <a:r>
              <a:rPr lang="en-US" altLang="zh-CN" sz="2300" b="1" i="1" baseline="-25000" dirty="0" err="1">
                <a:solidFill>
                  <a:srgbClr val="006600"/>
                </a:solidFill>
                <a:latin typeface="华文楷体" panose="02010600040101010101" pitchFamily="2" charset="-122"/>
                <a:ea typeface="华文楷体" panose="02010600040101010101" pitchFamily="2" charset="-122"/>
                <a:cs typeface="微软雅黑" panose="020B0503020204020204" charset="-122"/>
              </a:rPr>
              <a:t>y</a:t>
            </a:r>
            <a:r>
              <a:rPr lang="en-US" altLang="zh-CN" sz="2300" b="1" dirty="0">
                <a:solidFill>
                  <a:srgbClr val="006600"/>
                </a:solidFill>
                <a:latin typeface="华文楷体" panose="02010600040101010101" pitchFamily="2" charset="-122"/>
                <a:ea typeface="华文楷体" panose="02010600040101010101" pitchFamily="2" charset="-122"/>
                <a:cs typeface="微软雅黑" panose="020B0503020204020204" charset="-122"/>
              </a:rPr>
              <a:t> = WPL(T)</a:t>
            </a:r>
          </a:p>
          <a:p>
            <a:pPr algn="l">
              <a:lnSpc>
                <a:spcPts val="3200"/>
              </a:lnSpc>
              <a:buClrTx/>
              <a:buSzTx/>
              <a:buNone/>
            </a:pP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这与T为C的哈夫曼树的假设矛盾。本命题即证。</a:t>
            </a:r>
          </a:p>
        </p:txBody>
      </p:sp>
      <p:grpSp>
        <p:nvGrpSpPr>
          <p:cNvPr id="19" name="组合 18"/>
          <p:cNvGrpSpPr/>
          <p:nvPr/>
        </p:nvGrpSpPr>
        <p:grpSpPr>
          <a:xfrm>
            <a:off x="2696752" y="1196000"/>
            <a:ext cx="3929090" cy="1740229"/>
            <a:chOff x="2000232" y="214289"/>
            <a:chExt cx="3929090" cy="1740229"/>
          </a:xfrm>
        </p:grpSpPr>
        <p:sp>
          <p:nvSpPr>
            <p:cNvPr id="4" name="椭圆 3"/>
            <p:cNvSpPr/>
            <p:nvPr/>
          </p:nvSpPr>
          <p:spPr>
            <a:xfrm>
              <a:off x="4857752" y="357166"/>
              <a:ext cx="428628" cy="500066"/>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300" i="1">
                  <a:solidFill>
                    <a:srgbClr val="0000FF"/>
                  </a:solidFill>
                  <a:latin typeface="微软雅黑" panose="020B0503020204020204" charset="-122"/>
                  <a:ea typeface="微软雅黑" panose="020B0503020204020204" charset="-122"/>
                  <a:cs typeface="Consolas" panose="020B0609020204030204" pitchFamily="49" charset="0"/>
                </a:rPr>
                <a:t>z</a:t>
              </a:r>
            </a:p>
          </p:txBody>
        </p:sp>
        <p:sp>
          <p:nvSpPr>
            <p:cNvPr id="5" name="椭圆 4"/>
            <p:cNvSpPr/>
            <p:nvPr/>
          </p:nvSpPr>
          <p:spPr>
            <a:xfrm>
              <a:off x="4286248" y="1142984"/>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300" i="1">
                  <a:solidFill>
                    <a:schemeClr val="tx1"/>
                  </a:solidFill>
                  <a:latin typeface="微软雅黑" panose="020B0503020204020204" charset="-122"/>
                  <a:ea typeface="微软雅黑" panose="020B0503020204020204" charset="-122"/>
                  <a:cs typeface="Consolas" panose="020B0609020204030204" pitchFamily="49" charset="0"/>
                </a:rPr>
                <a:t>x</a:t>
              </a:r>
            </a:p>
          </p:txBody>
        </p:sp>
        <p:sp>
          <p:nvSpPr>
            <p:cNvPr id="6" name="椭圆 5"/>
            <p:cNvSpPr/>
            <p:nvPr/>
          </p:nvSpPr>
          <p:spPr>
            <a:xfrm>
              <a:off x="5500694" y="1142984"/>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300" i="1">
                  <a:solidFill>
                    <a:schemeClr val="tx1"/>
                  </a:solidFill>
                  <a:latin typeface="微软雅黑" panose="020B0503020204020204" charset="-122"/>
                  <a:ea typeface="微软雅黑" panose="020B0503020204020204" charset="-122"/>
                  <a:cs typeface="Consolas" panose="020B0609020204030204" pitchFamily="49" charset="0"/>
                </a:rPr>
                <a:t>y</a:t>
              </a:r>
            </a:p>
          </p:txBody>
        </p:sp>
        <p:cxnSp>
          <p:nvCxnSpPr>
            <p:cNvPr id="7" name="直接连接符 6"/>
            <p:cNvCxnSpPr>
              <a:stCxn id="4" idx="3"/>
              <a:endCxn id="5" idx="7"/>
            </p:cNvCxnSpPr>
            <p:nvPr/>
          </p:nvCxnSpPr>
          <p:spPr>
            <a:xfrm rot="5400000">
              <a:off x="4570205" y="865899"/>
              <a:ext cx="432218" cy="268418"/>
            </a:xfrm>
            <a:prstGeom prst="line">
              <a:avLst/>
            </a:prstGeom>
          </p:spPr>
          <p:style>
            <a:lnRef idx="2">
              <a:schemeClr val="dk1"/>
            </a:lnRef>
            <a:fillRef idx="0">
              <a:schemeClr val="dk1"/>
            </a:fillRef>
            <a:effectRef idx="1">
              <a:schemeClr val="dk1"/>
            </a:effectRef>
            <a:fontRef idx="minor">
              <a:schemeClr val="tx1"/>
            </a:fontRef>
          </p:style>
        </p:cxnSp>
        <p:cxnSp>
          <p:nvCxnSpPr>
            <p:cNvPr id="8" name="直接连接符 7"/>
            <p:cNvCxnSpPr>
              <a:stCxn id="4" idx="5"/>
              <a:endCxn id="6" idx="1"/>
            </p:cNvCxnSpPr>
            <p:nvPr/>
          </p:nvCxnSpPr>
          <p:spPr>
            <a:xfrm rot="16200000" flipH="1">
              <a:off x="5177428" y="830180"/>
              <a:ext cx="432218" cy="339856"/>
            </a:xfrm>
            <a:prstGeom prst="line">
              <a:avLst/>
            </a:prstGeom>
          </p:spPr>
          <p:style>
            <a:lnRef idx="2">
              <a:schemeClr val="dk1"/>
            </a:lnRef>
            <a:fillRef idx="0">
              <a:schemeClr val="dk1"/>
            </a:fillRef>
            <a:effectRef idx="1">
              <a:schemeClr val="dk1"/>
            </a:effectRef>
            <a:fontRef idx="minor">
              <a:schemeClr val="tx1"/>
            </a:fontRef>
          </p:style>
        </p:cxnSp>
        <p:sp>
          <p:nvSpPr>
            <p:cNvPr id="10" name="TextBox 9"/>
            <p:cNvSpPr txBox="1"/>
            <p:nvPr/>
          </p:nvSpPr>
          <p:spPr>
            <a:xfrm>
              <a:off x="4875215" y="1509383"/>
              <a:ext cx="500066" cy="445135"/>
            </a:xfrm>
            <a:prstGeom prst="rect">
              <a:avLst/>
            </a:prstGeom>
            <a:noFill/>
          </p:spPr>
          <p:txBody>
            <a:bodyPr wrap="square" rtlCol="0">
              <a:spAutoFit/>
            </a:bodyPr>
            <a:lstStyle/>
            <a:p>
              <a:r>
                <a:rPr lang="en-US" altLang="zh-CN" sz="2300">
                  <a:solidFill>
                    <a:schemeClr val="tx1"/>
                  </a:solidFill>
                  <a:latin typeface="微软雅黑" panose="020B0503020204020204" charset="-122"/>
                  <a:ea typeface="微软雅黑" panose="020B0503020204020204" charset="-122"/>
                  <a:cs typeface="Consolas" panose="020B0609020204030204" pitchFamily="49" charset="0"/>
                </a:rPr>
                <a:t>T</a:t>
              </a:r>
              <a:r>
                <a:rPr lang="en-US" altLang="zh-CN" sz="2300" baseline="-25000">
                  <a:solidFill>
                    <a:schemeClr val="tx1"/>
                  </a:solidFill>
                  <a:latin typeface="微软雅黑" panose="020B0503020204020204" charset="-122"/>
                  <a:ea typeface="微软雅黑" panose="020B0503020204020204" charset="-122"/>
                  <a:cs typeface="Consolas" panose="020B0609020204030204" pitchFamily="49" charset="0"/>
                </a:rPr>
                <a:t>3</a:t>
              </a:r>
            </a:p>
          </p:txBody>
        </p:sp>
        <p:sp>
          <p:nvSpPr>
            <p:cNvPr id="11" name="椭圆 10"/>
            <p:cNvSpPr/>
            <p:nvPr/>
          </p:nvSpPr>
          <p:spPr>
            <a:xfrm>
              <a:off x="2071670" y="457122"/>
              <a:ext cx="428628" cy="500066"/>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300" i="1">
                  <a:solidFill>
                    <a:srgbClr val="0000FF"/>
                  </a:solidFill>
                  <a:latin typeface="微软雅黑" panose="020B0503020204020204" charset="-122"/>
                  <a:ea typeface="微软雅黑" panose="020B0503020204020204" charset="-122"/>
                  <a:cs typeface="Consolas" panose="020B0609020204030204" pitchFamily="49" charset="0"/>
                </a:rPr>
                <a:t>z</a:t>
              </a:r>
            </a:p>
          </p:txBody>
        </p:sp>
        <p:sp>
          <p:nvSpPr>
            <p:cNvPr id="12" name="TextBox 11"/>
            <p:cNvSpPr txBox="1"/>
            <p:nvPr/>
          </p:nvSpPr>
          <p:spPr>
            <a:xfrm>
              <a:off x="2071670" y="1242940"/>
              <a:ext cx="500066" cy="445135"/>
            </a:xfrm>
            <a:prstGeom prst="rect">
              <a:avLst/>
            </a:prstGeom>
            <a:noFill/>
          </p:spPr>
          <p:txBody>
            <a:bodyPr wrap="square" rtlCol="0">
              <a:spAutoFit/>
            </a:bodyPr>
            <a:lstStyle/>
            <a:p>
              <a:r>
                <a:rPr lang="en-US" altLang="zh-CN" sz="2300">
                  <a:solidFill>
                    <a:schemeClr val="tx1"/>
                  </a:solidFill>
                  <a:latin typeface="微软雅黑" panose="020B0503020204020204" charset="-122"/>
                  <a:ea typeface="微软雅黑" panose="020B0503020204020204" charset="-122"/>
                  <a:cs typeface="Consolas" panose="020B0609020204030204" pitchFamily="49" charset="0"/>
                </a:rPr>
                <a:t>T</a:t>
              </a:r>
              <a:r>
                <a:rPr lang="en-US" altLang="zh-CN" sz="2300" baseline="-25000">
                  <a:solidFill>
                    <a:schemeClr val="tx1"/>
                  </a:solidFill>
                  <a:latin typeface="微软雅黑" panose="020B0503020204020204" charset="-122"/>
                  <a:ea typeface="微软雅黑" panose="020B0503020204020204" charset="-122"/>
                  <a:cs typeface="Consolas" panose="020B0609020204030204" pitchFamily="49" charset="0"/>
                </a:rPr>
                <a:t>2</a:t>
              </a:r>
            </a:p>
          </p:txBody>
        </p:sp>
        <p:cxnSp>
          <p:nvCxnSpPr>
            <p:cNvPr id="14" name="直接连接符 13"/>
            <p:cNvCxnSpPr>
              <a:endCxn id="4" idx="1"/>
            </p:cNvCxnSpPr>
            <p:nvPr/>
          </p:nvCxnSpPr>
          <p:spPr>
            <a:xfrm rot="16200000" flipH="1">
              <a:off x="4745364" y="255239"/>
              <a:ext cx="216109" cy="134209"/>
            </a:xfrm>
            <a:prstGeom prst="line">
              <a:avLst/>
            </a:prstGeom>
          </p:spPr>
          <p:style>
            <a:lnRef idx="2">
              <a:schemeClr val="dk1"/>
            </a:lnRef>
            <a:fillRef idx="0">
              <a:schemeClr val="dk1"/>
            </a:fillRef>
            <a:effectRef idx="1">
              <a:schemeClr val="dk1"/>
            </a:effectRef>
            <a:fontRef idx="minor">
              <a:schemeClr val="tx1"/>
            </a:fontRef>
          </p:style>
        </p:cxnSp>
        <p:cxnSp>
          <p:nvCxnSpPr>
            <p:cNvPr id="16" name="直接连接符 15"/>
            <p:cNvCxnSpPr>
              <a:endCxn id="11" idx="1"/>
            </p:cNvCxnSpPr>
            <p:nvPr/>
          </p:nvCxnSpPr>
          <p:spPr>
            <a:xfrm rot="16200000" flipH="1">
              <a:off x="1959282" y="355195"/>
              <a:ext cx="216109" cy="134209"/>
            </a:xfrm>
            <a:prstGeom prst="line">
              <a:avLst/>
            </a:prstGeom>
          </p:spPr>
          <p:style>
            <a:lnRef idx="2">
              <a:schemeClr val="dk1"/>
            </a:lnRef>
            <a:fillRef idx="0">
              <a:schemeClr val="dk1"/>
            </a:fillRef>
            <a:effectRef idx="1">
              <a:schemeClr val="dk1"/>
            </a:effectRef>
            <a:fontRef idx="minor">
              <a:schemeClr val="tx1"/>
            </a:fontRef>
          </p:style>
        </p:cxnSp>
        <p:sp>
          <p:nvSpPr>
            <p:cNvPr id="18" name="右箭头 17"/>
            <p:cNvSpPr/>
            <p:nvPr/>
          </p:nvSpPr>
          <p:spPr>
            <a:xfrm>
              <a:off x="3214678" y="714356"/>
              <a:ext cx="500066" cy="285752"/>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sz="2300">
                <a:solidFill>
                  <a:prstClr val="white"/>
                </a:solidFill>
                <a:latin typeface="微软雅黑" panose="020B0503020204020204" charset="-122"/>
                <a:ea typeface="微软雅黑" panose="020B0503020204020204" charset="-122"/>
              </a:endParaRPr>
            </a:p>
          </p:txBody>
        </p:sp>
      </p:grpSp>
    </p:spTree>
  </p:cSld>
  <p:clrMapOvr>
    <a:overrideClrMapping bg1="lt1" tx1="dk1" bg2="lt2" tx2="dk2" accent1="accent1" accent2="accent2" accent3="accent3" accent4="accent4" accent5="accent5" accent6="accent6" hlink="hlink" folHlink="folHlink"/>
  </p:clrMapOvr>
</p:sld>
</file>

<file path=ppt/slides/slide64.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158722" name="Text Box 2"/>
          <p:cNvSpPr txBox="1">
            <a:spLocks noChangeArrowheads="1"/>
          </p:cNvSpPr>
          <p:nvPr/>
        </p:nvSpPr>
        <p:spPr bwMode="auto">
          <a:xfrm>
            <a:off x="875889" y="1278218"/>
            <a:ext cx="8172450" cy="2922905"/>
          </a:xfrm>
          <a:prstGeom prst="rect">
            <a:avLst/>
          </a:prstGeom>
          <a:noFill/>
          <a:ln w="9525">
            <a:noFill/>
            <a:miter lim="800000"/>
          </a:ln>
          <a:effectLst/>
        </p:spPr>
        <p:txBody>
          <a:bodyPr wrap="square">
            <a:spAutoFit/>
          </a:bodyPr>
          <a:lstStyle/>
          <a:p>
            <a:pPr>
              <a:lnSpc>
                <a:spcPct val="150000"/>
              </a:lnSpc>
              <a:spcBef>
                <a:spcPct val="50000"/>
              </a:spcBef>
            </a:pPr>
            <a:r>
              <a:rPr lang="zh-CN" altLang="en-US" sz="2300" dirty="0">
                <a:solidFill>
                  <a:srgbClr val="0000FF"/>
                </a:solidFill>
                <a:latin typeface="华文楷体" panose="02010600040101010101" pitchFamily="2" charset="-122"/>
                <a:ea typeface="华文楷体" panose="02010600040101010101" pitchFamily="2" charset="-122"/>
                <a:cs typeface="微软雅黑" panose="020B0503020204020204" charset="-122"/>
              </a:rPr>
              <a:t>　　</a:t>
            </a:r>
            <a:r>
              <a:rPr lang="zh-CN" altLang="en-US" sz="2300" dirty="0">
                <a:solidFill>
                  <a:srgbClr val="FF0000"/>
                </a:solidFill>
                <a:latin typeface="华文楷体" panose="02010600040101010101" pitchFamily="2" charset="-122"/>
                <a:ea typeface="华文楷体" panose="02010600040101010101" pitchFamily="2" charset="-122"/>
                <a:cs typeface="微软雅黑" panose="020B0503020204020204" charset="-122"/>
              </a:rPr>
              <a:t>命题1</a:t>
            </a:r>
            <a:r>
              <a:rPr lang="zh-CN" altLang="en-US" sz="2300" dirty="0">
                <a:solidFill>
                  <a:srgbClr val="0000FF"/>
                </a:solidFill>
                <a:latin typeface="华文楷体" panose="02010600040101010101" pitchFamily="2" charset="-122"/>
                <a:ea typeface="华文楷体" panose="02010600040101010101" pitchFamily="2" charset="-122"/>
                <a:cs typeface="微软雅黑" panose="020B0503020204020204" charset="-122"/>
              </a:rPr>
              <a:t>说明该算法满足贪心选择性质，即通过合并来构造一棵哈夫曼树的过程可以从合并两个权值最小的字符开始。　</a:t>
            </a:r>
          </a:p>
          <a:p>
            <a:pPr>
              <a:lnSpc>
                <a:spcPct val="150000"/>
              </a:lnSpc>
              <a:spcBef>
                <a:spcPct val="50000"/>
              </a:spcBef>
            </a:pPr>
            <a:r>
              <a:rPr lang="zh-CN" altLang="en-US" sz="2300" dirty="0">
                <a:solidFill>
                  <a:srgbClr val="0000FF"/>
                </a:solidFill>
                <a:latin typeface="华文楷体" panose="02010600040101010101" pitchFamily="2" charset="-122"/>
                <a:ea typeface="华文楷体" panose="02010600040101010101" pitchFamily="2" charset="-122"/>
                <a:cs typeface="微软雅黑" panose="020B0503020204020204" charset="-122"/>
              </a:rPr>
              <a:t>　　</a:t>
            </a:r>
            <a:r>
              <a:rPr lang="zh-CN" altLang="en-US" sz="2300" dirty="0">
                <a:solidFill>
                  <a:srgbClr val="FF0000"/>
                </a:solidFill>
                <a:latin typeface="华文楷体" panose="02010600040101010101" pitchFamily="2" charset="-122"/>
                <a:ea typeface="华文楷体" panose="02010600040101010101" pitchFamily="2" charset="-122"/>
                <a:cs typeface="微软雅黑" panose="020B0503020204020204" charset="-122"/>
              </a:rPr>
              <a:t>命题2</a:t>
            </a:r>
            <a:r>
              <a:rPr lang="zh-CN" altLang="en-US" sz="2300" dirty="0">
                <a:solidFill>
                  <a:srgbClr val="0000FF"/>
                </a:solidFill>
                <a:latin typeface="华文楷体" panose="02010600040101010101" pitchFamily="2" charset="-122"/>
                <a:ea typeface="华文楷体" panose="02010600040101010101" pitchFamily="2" charset="-122"/>
                <a:cs typeface="微软雅黑" panose="020B0503020204020204" charset="-122"/>
              </a:rPr>
              <a:t>说明该算法满足最优子结构性质，即该问题的最优解包含其子问题的最优解。所以采用哈夫曼树算法产生的树一定是一棵最优树。</a:t>
            </a:r>
          </a:p>
        </p:txBody>
      </p:sp>
    </p:spTree>
  </p:cSld>
  <p:clrMapOvr>
    <a:overrideClrMapping bg1="lt1" tx1="dk1" bg2="lt2" tx2="dk2" accent1="accent1" accent2="accent2" accent3="accent3" accent4="accent4" accent5="accent5" accent6="accent6" hlink="hlink" folHlink="folHlink"/>
  </p:clrMapOvr>
</p:sld>
</file>

<file path=ppt/slides/slide65.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157698" name="Text Box 2"/>
          <p:cNvSpPr txBox="1">
            <a:spLocks noChangeArrowheads="1"/>
          </p:cNvSpPr>
          <p:nvPr/>
        </p:nvSpPr>
        <p:spPr bwMode="auto">
          <a:xfrm>
            <a:off x="334010" y="1271905"/>
            <a:ext cx="8253730" cy="2214880"/>
          </a:xfrm>
          <a:prstGeom prst="rect">
            <a:avLst/>
          </a:prstGeom>
          <a:noFill/>
          <a:ln w="9525">
            <a:noFill/>
            <a:miter lim="800000"/>
          </a:ln>
          <a:effectLst/>
        </p:spPr>
        <p:txBody>
          <a:bodyPr wrap="square">
            <a:spAutoFit/>
          </a:bodyPr>
          <a:lstStyle/>
          <a:p>
            <a:pPr>
              <a:lnSpc>
                <a:spcPct val="150000"/>
              </a:lnSpc>
              <a:spcBef>
                <a:spcPct val="50000"/>
              </a:spcBef>
            </a:pPr>
            <a:r>
              <a:rPr lang="zh-CN" altLang="en-US" sz="2300" dirty="0">
                <a:solidFill>
                  <a:srgbClr val="0000FF"/>
                </a:solidFill>
                <a:latin typeface="微软雅黑" panose="020B0503020204020204" charset="-122"/>
                <a:ea typeface="微软雅黑" panose="020B0503020204020204" charset="-122"/>
                <a:cs typeface="微软雅黑" panose="020B0503020204020204" charset="-122"/>
              </a:rPr>
              <a:t>　　</a:t>
            </a:r>
            <a:r>
              <a:rPr lang="en-US" altLang="zh-CN" sz="2300" b="1" dirty="0">
                <a:solidFill>
                  <a:srgbClr val="FF0000"/>
                </a:solidFill>
                <a:latin typeface="华文楷体" panose="02010600040101010101" pitchFamily="2" charset="-122"/>
                <a:ea typeface="华文楷体" panose="02010600040101010101" pitchFamily="2" charset="-122"/>
                <a:cs typeface="微软雅黑" panose="020B0503020204020204" charset="-122"/>
              </a:rPr>
              <a:t>【</a:t>
            </a:r>
            <a:r>
              <a:rPr lang="zh-CN" altLang="en-US" sz="2300" b="1" dirty="0">
                <a:solidFill>
                  <a:srgbClr val="FF0000"/>
                </a:solidFill>
                <a:latin typeface="华文楷体" panose="02010600040101010101" pitchFamily="2" charset="-122"/>
                <a:ea typeface="华文楷体" panose="02010600040101010101" pitchFamily="2" charset="-122"/>
                <a:cs typeface="微软雅黑" panose="020B0503020204020204" charset="-122"/>
              </a:rPr>
              <a:t>算法分析</a:t>
            </a:r>
            <a:r>
              <a:rPr lang="en-US" altLang="zh-CN" sz="2300" b="1" dirty="0">
                <a:solidFill>
                  <a:srgbClr val="FF0000"/>
                </a:solidFill>
                <a:latin typeface="华文楷体" panose="02010600040101010101" pitchFamily="2" charset="-122"/>
                <a:ea typeface="华文楷体" panose="02010600040101010101" pitchFamily="2" charset="-122"/>
                <a:cs typeface="微软雅黑" panose="020B0503020204020204" charset="-122"/>
              </a:rPr>
              <a:t>】</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上述算法采用了小根堆，因为从堆中删除两个结点（权值最小的两个二叉树根结点）和加入一个新结点的时间复杂度是</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O(log</a:t>
            </a:r>
            <a:r>
              <a:rPr lang="en-US" altLang="zh-CN" sz="2300" b="1" baseline="-25000" dirty="0">
                <a:solidFill>
                  <a:srgbClr val="0000FF"/>
                </a:solidFill>
                <a:latin typeface="华文楷体" panose="02010600040101010101" pitchFamily="2" charset="-122"/>
                <a:ea typeface="华文楷体" panose="02010600040101010101" pitchFamily="2" charset="-122"/>
                <a:cs typeface="微软雅黑" panose="020B0503020204020204" charset="-122"/>
              </a:rPr>
              <a:t>2</a:t>
            </a:r>
            <a:r>
              <a:rPr lang="en-US" altLang="zh-CN" sz="2300" b="1" i="1" dirty="0">
                <a:solidFill>
                  <a:srgbClr val="0000FF"/>
                </a:solidFill>
                <a:latin typeface="华文楷体" panose="02010600040101010101" pitchFamily="2" charset="-122"/>
                <a:ea typeface="华文楷体" panose="02010600040101010101" pitchFamily="2" charset="-122"/>
                <a:cs typeface="微软雅黑" panose="020B0503020204020204" charset="-122"/>
              </a:rPr>
              <a:t>n</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，这样修改后构造哈夫曼树算法的时间复杂度为</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O(</a:t>
            </a:r>
            <a:r>
              <a:rPr lang="en-US" altLang="zh-CN" sz="2300" b="1" i="1" dirty="0" err="1">
                <a:solidFill>
                  <a:srgbClr val="0000FF"/>
                </a:solidFill>
                <a:latin typeface="华文楷体" panose="02010600040101010101" pitchFamily="2" charset="-122"/>
                <a:ea typeface="华文楷体" panose="02010600040101010101" pitchFamily="2" charset="-122"/>
                <a:cs typeface="微软雅黑" panose="020B0503020204020204" charset="-122"/>
              </a:rPr>
              <a:t>n</a:t>
            </a:r>
            <a:r>
              <a:rPr lang="en-US" altLang="zh-CN" sz="2300" b="1" dirty="0" err="1">
                <a:solidFill>
                  <a:srgbClr val="0000FF"/>
                </a:solidFill>
                <a:latin typeface="华文楷体" panose="02010600040101010101" pitchFamily="2" charset="-122"/>
                <a:ea typeface="华文楷体" panose="02010600040101010101" pitchFamily="2" charset="-122"/>
                <a:cs typeface="微软雅黑" panose="020B0503020204020204" charset="-122"/>
              </a:rPr>
              <a:t>log</a:t>
            </a:r>
            <a:r>
              <a:rPr lang="en-US" altLang="zh-CN" sz="2300" b="1" baseline="-25000" dirty="0" err="1">
                <a:solidFill>
                  <a:srgbClr val="0000FF"/>
                </a:solidFill>
                <a:latin typeface="华文楷体" panose="02010600040101010101" pitchFamily="2" charset="-122"/>
                <a:ea typeface="华文楷体" panose="02010600040101010101" pitchFamily="2" charset="-122"/>
                <a:cs typeface="微软雅黑" panose="020B0503020204020204" charset="-122"/>
              </a:rPr>
              <a:t>2</a:t>
            </a:r>
            <a:r>
              <a:rPr lang="en-US" altLang="zh-CN" sz="2300" b="1" i="1" dirty="0" err="1">
                <a:solidFill>
                  <a:srgbClr val="0000FF"/>
                </a:solidFill>
                <a:latin typeface="华文楷体" panose="02010600040101010101" pitchFamily="2" charset="-122"/>
                <a:ea typeface="华文楷体" panose="02010600040101010101" pitchFamily="2" charset="-122"/>
                <a:cs typeface="微软雅黑" panose="020B0503020204020204" charset="-122"/>
              </a:rPr>
              <a:t>n</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zh-CN" altLang="en-US"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p>
        </p:txBody>
      </p:sp>
    </p:spTree>
  </p:cSld>
  <p:clrMapOvr>
    <a:overrideClrMapping bg1="lt1" tx1="dk1" bg2="lt2" tx2="dk2" accent1="accent1" accent2="accent2" accent3="accent3" accent4="accent4" accent5="accent5" accent6="accent6" hlink="hlink" folHlink="folHlink"/>
  </p:clrMapOvr>
</p:sld>
</file>

<file path=ppt/slides/slide66.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5" name="TextBox 4"/>
          <p:cNvSpPr txBox="1"/>
          <p:nvPr/>
        </p:nvSpPr>
        <p:spPr>
          <a:xfrm>
            <a:off x="814488" y="1127897"/>
            <a:ext cx="8501122" cy="4338320"/>
          </a:xfrm>
          <a:prstGeom prst="rect">
            <a:avLst/>
          </a:prstGeom>
          <a:noFill/>
        </p:spPr>
        <p:txBody>
          <a:bodyPr wrap="square" rtlCol="0">
            <a:spAutoFit/>
          </a:bodyPr>
          <a:lstStyle/>
          <a:p>
            <a:pPr>
              <a:lnSpc>
                <a:spcPct val="150000"/>
              </a:lnSpc>
            </a:pPr>
            <a:r>
              <a:rPr lang="en-US" altLang="zh-CN" sz="2300" dirty="0">
                <a:solidFill>
                  <a:srgbClr val="0000FF"/>
                </a:solidFill>
                <a:latin typeface="微软雅黑" panose="020B0503020204020204" charset="-122"/>
                <a:ea typeface="微软雅黑" panose="020B0503020204020204" charset="-122"/>
                <a:cs typeface="微软雅黑" panose="020B0503020204020204" charset="-122"/>
              </a:rPr>
              <a:t>     </a:t>
            </a:r>
            <a:r>
              <a:rPr lang="zh-CN" altLang="zh-CN" sz="2300" b="1" dirty="0">
                <a:solidFill>
                  <a:srgbClr val="FF0000"/>
                </a:solidFill>
                <a:latin typeface="华文楷体" panose="02010600040101010101" pitchFamily="2" charset="-122"/>
                <a:ea typeface="华文楷体" panose="02010600040101010101" pitchFamily="2" charset="-122"/>
                <a:cs typeface="微软雅黑" panose="020B0503020204020204" charset="-122"/>
              </a:rPr>
              <a:t>【问题描述】</a:t>
            </a:r>
            <a:r>
              <a:rPr lang="zh-CN"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有</a:t>
            </a:r>
            <a:r>
              <a:rPr lang="en-US" altLang="zh-CN" sz="2300" b="1" i="1" dirty="0">
                <a:solidFill>
                  <a:srgbClr val="0000FF"/>
                </a:solidFill>
                <a:latin typeface="华文楷体" panose="02010600040101010101" pitchFamily="2" charset="-122"/>
                <a:ea typeface="华文楷体" panose="02010600040101010101" pitchFamily="2" charset="-122"/>
                <a:cs typeface="微软雅黑" panose="020B0503020204020204" charset="-122"/>
              </a:rPr>
              <a:t>n</a:t>
            </a:r>
            <a:r>
              <a:rPr lang="zh-CN"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个作业（编号为</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1</a:t>
            </a:r>
            <a:r>
              <a:rPr lang="zh-CN"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i="1" dirty="0">
                <a:solidFill>
                  <a:srgbClr val="0000FF"/>
                </a:solidFill>
                <a:latin typeface="华文楷体" panose="02010600040101010101" pitchFamily="2" charset="-122"/>
                <a:ea typeface="华文楷体" panose="02010600040101010101" pitchFamily="2" charset="-122"/>
                <a:cs typeface="微软雅黑" panose="020B0503020204020204" charset="-122"/>
              </a:rPr>
              <a:t>n</a:t>
            </a:r>
            <a:r>
              <a:rPr lang="zh-CN"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）要在由两台机器</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M1</a:t>
            </a:r>
            <a:r>
              <a:rPr lang="zh-CN"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和</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M2</a:t>
            </a:r>
            <a:r>
              <a:rPr lang="zh-CN"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组成的流水线上完成加工。每个作业加工的顺序都是先在</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M1</a:t>
            </a:r>
            <a:r>
              <a:rPr lang="zh-CN"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上加工，然后在</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M2</a:t>
            </a:r>
            <a:r>
              <a:rPr lang="zh-CN"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上加工。</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M1</a:t>
            </a:r>
            <a:r>
              <a:rPr lang="zh-CN"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和</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M2</a:t>
            </a:r>
            <a:r>
              <a:rPr lang="zh-CN"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加工作业</a:t>
            </a:r>
            <a:r>
              <a:rPr lang="en-US" altLang="zh-CN" sz="2300" b="1" i="1" dirty="0" err="1">
                <a:solidFill>
                  <a:srgbClr val="0000FF"/>
                </a:solidFill>
                <a:latin typeface="华文楷体" panose="02010600040101010101" pitchFamily="2" charset="-122"/>
                <a:ea typeface="华文楷体" panose="02010600040101010101" pitchFamily="2" charset="-122"/>
                <a:cs typeface="微软雅黑" panose="020B0503020204020204" charset="-122"/>
              </a:rPr>
              <a:t>i</a:t>
            </a:r>
            <a:r>
              <a:rPr lang="en-US" altLang="zh-CN" sz="2300" b="1" i="1" dirty="0">
                <a:solidFill>
                  <a:srgbClr val="0000FF"/>
                </a:solidFill>
                <a:latin typeface="华文楷体" panose="02010600040101010101" pitchFamily="2" charset="-122"/>
                <a:ea typeface="华文楷体" panose="02010600040101010101" pitchFamily="2" charset="-122"/>
                <a:cs typeface="微软雅黑" panose="020B0503020204020204" charset="-122"/>
              </a:rPr>
              <a:t> </a:t>
            </a:r>
            <a:r>
              <a:rPr lang="zh-CN"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所需的时间分别为</a:t>
            </a:r>
            <a:r>
              <a:rPr lang="en-US" altLang="zh-CN" sz="2300" b="1" i="1" dirty="0">
                <a:solidFill>
                  <a:srgbClr val="0000FF"/>
                </a:solidFill>
                <a:latin typeface="华文楷体" panose="02010600040101010101" pitchFamily="2" charset="-122"/>
                <a:ea typeface="华文楷体" panose="02010600040101010101" pitchFamily="2" charset="-122"/>
                <a:cs typeface="微软雅黑" panose="020B0503020204020204" charset="-122"/>
              </a:rPr>
              <a:t>a</a:t>
            </a:r>
            <a:r>
              <a:rPr lang="en-US" altLang="zh-CN" sz="2300" b="1" i="1" baseline="-25000" dirty="0">
                <a:solidFill>
                  <a:srgbClr val="0000FF"/>
                </a:solidFill>
                <a:latin typeface="华文楷体" panose="02010600040101010101" pitchFamily="2" charset="-122"/>
                <a:ea typeface="华文楷体" panose="02010600040101010101" pitchFamily="2" charset="-122"/>
                <a:cs typeface="微软雅黑" panose="020B0503020204020204" charset="-122"/>
              </a:rPr>
              <a:t>i</a:t>
            </a:r>
            <a:r>
              <a:rPr lang="zh-CN"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和</a:t>
            </a:r>
            <a:r>
              <a:rPr lang="en-US" altLang="zh-CN" sz="2300" b="1" i="1" dirty="0">
                <a:solidFill>
                  <a:srgbClr val="0000FF"/>
                </a:solidFill>
                <a:latin typeface="华文楷体" panose="02010600040101010101" pitchFamily="2" charset="-122"/>
                <a:ea typeface="华文楷体" panose="02010600040101010101" pitchFamily="2" charset="-122"/>
                <a:cs typeface="微软雅黑" panose="020B0503020204020204" charset="-122"/>
              </a:rPr>
              <a:t>b</a:t>
            </a:r>
            <a:r>
              <a:rPr lang="en-US" altLang="zh-CN" sz="2300" b="1" i="1" baseline="-25000" dirty="0">
                <a:solidFill>
                  <a:srgbClr val="0000FF"/>
                </a:solidFill>
                <a:latin typeface="华文楷体" panose="02010600040101010101" pitchFamily="2" charset="-122"/>
                <a:ea typeface="华文楷体" panose="02010600040101010101" pitchFamily="2" charset="-122"/>
                <a:cs typeface="微软雅黑" panose="020B0503020204020204" charset="-122"/>
              </a:rPr>
              <a:t>i</a:t>
            </a:r>
            <a:r>
              <a:rPr lang="zh-CN"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1</a:t>
            </a:r>
            <a:r>
              <a:rPr lang="zh-CN"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i="1" dirty="0" err="1">
                <a:solidFill>
                  <a:srgbClr val="0000FF"/>
                </a:solidFill>
                <a:latin typeface="华文楷体" panose="02010600040101010101" pitchFamily="2" charset="-122"/>
                <a:ea typeface="华文楷体" panose="02010600040101010101" pitchFamily="2" charset="-122"/>
                <a:cs typeface="微软雅黑" panose="020B0503020204020204" charset="-122"/>
              </a:rPr>
              <a:t>i</a:t>
            </a:r>
            <a:r>
              <a:rPr lang="zh-CN"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i="1" dirty="0">
                <a:solidFill>
                  <a:srgbClr val="0000FF"/>
                </a:solidFill>
                <a:latin typeface="华文楷体" panose="02010600040101010101" pitchFamily="2" charset="-122"/>
                <a:ea typeface="华文楷体" panose="02010600040101010101" pitchFamily="2" charset="-122"/>
                <a:cs typeface="微软雅黑" panose="020B0503020204020204" charset="-122"/>
              </a:rPr>
              <a:t>n</a:t>
            </a:r>
            <a:r>
              <a:rPr lang="zh-CN"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p>
          <a:p>
            <a:pPr>
              <a:lnSpc>
                <a:spcPct val="150000"/>
              </a:lnSpc>
            </a:pP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    </a:t>
            </a:r>
            <a:r>
              <a:rPr lang="zh-CN"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流水作业调度问题要求确定这</a:t>
            </a:r>
            <a:r>
              <a:rPr lang="en-US" altLang="zh-CN" sz="2300" b="1" i="1" dirty="0">
                <a:solidFill>
                  <a:srgbClr val="0000FF"/>
                </a:solidFill>
                <a:latin typeface="华文楷体" panose="02010600040101010101" pitchFamily="2" charset="-122"/>
                <a:ea typeface="华文楷体" panose="02010600040101010101" pitchFamily="2" charset="-122"/>
                <a:cs typeface="微软雅黑" panose="020B0503020204020204" charset="-122"/>
              </a:rPr>
              <a:t>n</a:t>
            </a:r>
            <a:r>
              <a:rPr lang="zh-CN"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个作业的最优加工顺序，使得从第一个作业在机器</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M1</a:t>
            </a:r>
            <a:r>
              <a:rPr lang="zh-CN"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上开始加工，到最后一个作业在机器</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M2</a:t>
            </a:r>
            <a:r>
              <a:rPr lang="zh-CN"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上加工完成所需的时间最少。可以假定任何作业一旦开始加工，就不允许被中断，直到该作业被完成，即</a:t>
            </a:r>
            <a:r>
              <a:rPr lang="zh-CN" altLang="en-US" sz="2300" b="1" dirty="0">
                <a:solidFill>
                  <a:srgbClr val="0000FF"/>
                </a:solidFill>
                <a:latin typeface="华文楷体" panose="02010600040101010101" pitchFamily="2" charset="-122"/>
                <a:ea typeface="华文楷体" panose="02010600040101010101" pitchFamily="2" charset="-122"/>
              </a:rPr>
              <a:t>非优先调度</a:t>
            </a:r>
            <a:r>
              <a:rPr lang="zh-CN"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p>
        </p:txBody>
      </p:sp>
      <p:sp>
        <p:nvSpPr>
          <p:cNvPr id="2" name="基础扎实 / Strong Preparation">
            <a:extLst>
              <a:ext uri="{FF2B5EF4-FFF2-40B4-BE49-F238E27FC236}">
                <a16:creationId xmlns:a16="http://schemas.microsoft.com/office/drawing/2014/main" id="{8605EFFB-9C79-B066-98AE-42638620DDC2}"/>
              </a:ext>
            </a:extLst>
          </p:cNvPr>
          <p:cNvSpPr txBox="1"/>
          <p:nvPr/>
        </p:nvSpPr>
        <p:spPr>
          <a:xfrm>
            <a:off x="1905983" y="357937"/>
            <a:ext cx="5868878" cy="561530"/>
          </a:xfrm>
          <a:prstGeom prst="rect">
            <a:avLst/>
          </a:prstGeom>
          <a:noFill/>
          <a:ln>
            <a:noFill/>
          </a:ln>
        </p:spPr>
        <p:txBody>
          <a:bodyPr wrap="square" lIns="68533" tIns="34266" rIns="68533" bIns="34266" rtlCol="0">
            <a:spAutoFit/>
          </a:bodyPr>
          <a:lstStyle/>
          <a:p>
            <a:pPr algn="ctr" defTabSz="950405" fontAlgn="auto">
              <a:spcBef>
                <a:spcPts val="0"/>
              </a:spcBef>
              <a:spcAft>
                <a:spcPts val="0"/>
              </a:spcAft>
              <a:buClr>
                <a:prstClr val="white"/>
              </a:buClr>
              <a:defRPr/>
            </a:pPr>
            <a:r>
              <a:rPr lang="en-US" altLang="zh-CN" sz="3199" b="1" spc="50" dirty="0">
                <a:ln w="11430"/>
                <a:solidFill>
                  <a:srgbClr val="006600"/>
                </a:solidFill>
                <a:latin typeface="华文楷体" panose="02010600040101010101" pitchFamily="2" charset="-122"/>
                <a:ea typeface="华文楷体" panose="02010600040101010101" pitchFamily="2" charset="-122"/>
                <a:sym typeface="Arial" panose="020B0604020202020204" pitchFamily="34" charset="0"/>
              </a:rPr>
              <a:t>6</a:t>
            </a:r>
            <a:r>
              <a:rPr lang="zh-CN" altLang="en-US" sz="3199" b="1" spc="50" dirty="0">
                <a:ln w="11430"/>
                <a:solidFill>
                  <a:srgbClr val="006600"/>
                </a:solidFill>
                <a:latin typeface="华文楷体" panose="02010600040101010101" pitchFamily="2" charset="-122"/>
                <a:ea typeface="华文楷体" panose="02010600040101010101" pitchFamily="2" charset="-122"/>
                <a:sym typeface="Arial" panose="020B0604020202020204" pitchFamily="34" charset="0"/>
              </a:rPr>
              <a:t>.</a:t>
            </a:r>
            <a:r>
              <a:rPr lang="en-US" altLang="zh-CN" sz="3199" b="1" spc="50" dirty="0">
                <a:ln w="11430"/>
                <a:solidFill>
                  <a:srgbClr val="006600"/>
                </a:solidFill>
                <a:latin typeface="华文楷体" panose="02010600040101010101" pitchFamily="2" charset="-122"/>
                <a:ea typeface="华文楷体" panose="02010600040101010101" pitchFamily="2" charset="-122"/>
                <a:sym typeface="Arial" panose="020B0604020202020204" pitchFamily="34" charset="0"/>
              </a:rPr>
              <a:t>6</a:t>
            </a:r>
            <a:r>
              <a:rPr lang="zh-CN" altLang="en-US" sz="3199" b="1" spc="50" dirty="0">
                <a:ln w="11430"/>
                <a:solidFill>
                  <a:srgbClr val="006600"/>
                </a:solidFill>
                <a:latin typeface="华文楷体" panose="02010600040101010101" pitchFamily="2" charset="-122"/>
                <a:ea typeface="华文楷体" panose="02010600040101010101" pitchFamily="2" charset="-122"/>
                <a:sym typeface="Arial" panose="020B0604020202020204" pitchFamily="34" charset="0"/>
              </a:rPr>
              <a:t> 求解流水作业调度问题</a:t>
            </a:r>
          </a:p>
        </p:txBody>
      </p:sp>
    </p:spTree>
  </p:cSld>
  <p:clrMapOvr>
    <a:overrideClrMapping bg1="lt1" tx1="dk1" bg2="lt2" tx2="dk2" accent1="accent1" accent2="accent2" accent3="accent3" accent4="accent4" accent5="accent5" accent6="accent6" hlink="hlink" folHlink="folHlink"/>
  </p:clrMapOvr>
</p:sld>
</file>

<file path=ppt/slides/slide67.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653706" y="705148"/>
            <a:ext cx="7858180" cy="1103572"/>
          </a:xfrm>
          <a:prstGeom prst="rect">
            <a:avLst/>
          </a:prstGeom>
          <a:solidFill>
            <a:schemeClr val="accent6">
              <a:lumMod val="20000"/>
              <a:lumOff val="80000"/>
            </a:schemeClr>
          </a:solidFill>
        </p:spPr>
        <p:txBody>
          <a:bodyPr wrap="square" rtlCol="0">
            <a:spAutoFit/>
          </a:bodyPr>
          <a:lstStyle/>
          <a:p>
            <a:pPr>
              <a:lnSpc>
                <a:spcPct val="150000"/>
              </a:lnSpc>
            </a:pP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     </a:t>
            </a:r>
            <a:r>
              <a:rPr lang="zh-CN" altLang="zh-CN" sz="2300" b="1">
                <a:solidFill>
                  <a:srgbClr val="FF0000"/>
                </a:solidFill>
                <a:latin typeface="华文楷体" panose="02010600040101010101" pitchFamily="2" charset="-122"/>
                <a:ea typeface="华文楷体" panose="02010600040101010101" pitchFamily="2" charset="-122"/>
                <a:cs typeface="微软雅黑" panose="020B0503020204020204" charset="-122"/>
              </a:rPr>
              <a:t>【问题求解】</a:t>
            </a:r>
            <a:r>
              <a:rPr lang="zh-CN"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采用一种称为</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Johnson</a:t>
            </a:r>
            <a:r>
              <a:rPr lang="zh-CN"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算法的贪心算法。其步骤如下：</a:t>
            </a:r>
          </a:p>
        </p:txBody>
      </p:sp>
      <p:sp>
        <p:nvSpPr>
          <p:cNvPr id="3" name="TextBox 2"/>
          <p:cNvSpPr txBox="1"/>
          <p:nvPr/>
        </p:nvSpPr>
        <p:spPr>
          <a:xfrm>
            <a:off x="725144" y="2062471"/>
            <a:ext cx="7786742" cy="3472180"/>
          </a:xfrm>
          <a:prstGeom prst="rect">
            <a:avLst/>
          </a:prstGeom>
        </p:spPr>
        <p:style>
          <a:lnRef idx="2">
            <a:schemeClr val="accent2"/>
          </a:lnRef>
          <a:fillRef idx="1">
            <a:schemeClr val="lt1"/>
          </a:fillRef>
          <a:effectRef idx="0">
            <a:schemeClr val="accent2"/>
          </a:effectRef>
          <a:fontRef idx="minor">
            <a:schemeClr val="dk1"/>
          </a:fontRef>
        </p:style>
        <p:txBody>
          <a:bodyPr wrap="square" lIns="180000" tIns="144000" bIns="144000" rtlCol="0">
            <a:spAutoFit/>
          </a:bodyPr>
          <a:lstStyle/>
          <a:p>
            <a:pPr>
              <a:lnSpc>
                <a:spcPct val="150000"/>
              </a:lnSpc>
            </a:pP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   </a:t>
            </a:r>
            <a:r>
              <a:rPr lang="zh-CN"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1</a:t>
            </a:r>
            <a:r>
              <a:rPr lang="zh-CN"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）把所有作业按</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M1</a:t>
            </a:r>
            <a:r>
              <a:rPr lang="zh-CN"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M2</a:t>
            </a:r>
            <a:r>
              <a:rPr lang="zh-CN"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的时间分为两组，</a:t>
            </a:r>
            <a:r>
              <a:rPr lang="en-US" altLang="zh-CN" sz="2300" b="1" i="1">
                <a:solidFill>
                  <a:srgbClr val="0000FF"/>
                </a:solidFill>
                <a:latin typeface="华文楷体" panose="02010600040101010101" pitchFamily="2" charset="-122"/>
                <a:ea typeface="华文楷体" panose="02010600040101010101" pitchFamily="2" charset="-122"/>
                <a:cs typeface="微软雅黑" panose="020B0503020204020204" charset="-122"/>
              </a:rPr>
              <a:t>a</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i="1">
                <a:solidFill>
                  <a:srgbClr val="0000FF"/>
                </a:solidFill>
                <a:latin typeface="华文楷体" panose="02010600040101010101" pitchFamily="2" charset="-122"/>
                <a:ea typeface="华文楷体" panose="02010600040101010101" pitchFamily="2" charset="-122"/>
                <a:cs typeface="微软雅黑" panose="020B0503020204020204" charset="-122"/>
              </a:rPr>
              <a:t>i</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zh-CN"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i="1">
                <a:solidFill>
                  <a:srgbClr val="0000FF"/>
                </a:solidFill>
                <a:latin typeface="华文楷体" panose="02010600040101010101" pitchFamily="2" charset="-122"/>
                <a:ea typeface="华文楷体" panose="02010600040101010101" pitchFamily="2" charset="-122"/>
                <a:cs typeface="微软雅黑" panose="020B0503020204020204" charset="-122"/>
              </a:rPr>
              <a:t>b</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i="1">
                <a:solidFill>
                  <a:srgbClr val="0000FF"/>
                </a:solidFill>
                <a:latin typeface="华文楷体" panose="02010600040101010101" pitchFamily="2" charset="-122"/>
                <a:ea typeface="华文楷体" panose="02010600040101010101" pitchFamily="2" charset="-122"/>
                <a:cs typeface="微软雅黑" panose="020B0503020204020204" charset="-122"/>
              </a:rPr>
              <a:t>i</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zh-CN"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对应第</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1</a:t>
            </a:r>
            <a:r>
              <a:rPr lang="zh-CN"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组</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N1</a:t>
            </a:r>
            <a:r>
              <a:rPr lang="zh-CN"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i="1">
                <a:solidFill>
                  <a:srgbClr val="0000FF"/>
                </a:solidFill>
                <a:latin typeface="华文楷体" panose="02010600040101010101" pitchFamily="2" charset="-122"/>
                <a:ea typeface="华文楷体" panose="02010600040101010101" pitchFamily="2" charset="-122"/>
                <a:cs typeface="微软雅黑" panose="020B0503020204020204" charset="-122"/>
              </a:rPr>
              <a:t>a</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i="1">
                <a:solidFill>
                  <a:srgbClr val="0000FF"/>
                </a:solidFill>
                <a:latin typeface="华文楷体" panose="02010600040101010101" pitchFamily="2" charset="-122"/>
                <a:ea typeface="华文楷体" panose="02010600040101010101" pitchFamily="2" charset="-122"/>
                <a:cs typeface="微软雅黑" panose="020B0503020204020204" charset="-122"/>
              </a:rPr>
              <a:t>i</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]&gt;</a:t>
            </a:r>
            <a:r>
              <a:rPr lang="en-US" altLang="zh-CN" sz="2300" b="1" i="1">
                <a:solidFill>
                  <a:srgbClr val="0000FF"/>
                </a:solidFill>
                <a:latin typeface="华文楷体" panose="02010600040101010101" pitchFamily="2" charset="-122"/>
                <a:ea typeface="华文楷体" panose="02010600040101010101" pitchFamily="2" charset="-122"/>
                <a:cs typeface="微软雅黑" panose="020B0503020204020204" charset="-122"/>
              </a:rPr>
              <a:t>b</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i="1">
                <a:solidFill>
                  <a:srgbClr val="0000FF"/>
                </a:solidFill>
                <a:latin typeface="华文楷体" panose="02010600040101010101" pitchFamily="2" charset="-122"/>
                <a:ea typeface="华文楷体" panose="02010600040101010101" pitchFamily="2" charset="-122"/>
                <a:cs typeface="微软雅黑" panose="020B0503020204020204" charset="-122"/>
              </a:rPr>
              <a:t>i</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zh-CN"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对应第</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0</a:t>
            </a:r>
            <a:r>
              <a:rPr lang="zh-CN"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组</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N2</a:t>
            </a:r>
            <a:r>
              <a:rPr lang="zh-CN"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a:t>
            </a:r>
          </a:p>
          <a:p>
            <a:pPr>
              <a:lnSpc>
                <a:spcPct val="150000"/>
              </a:lnSpc>
            </a:pP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   </a:t>
            </a:r>
            <a:r>
              <a:rPr lang="zh-CN"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2</a:t>
            </a:r>
            <a:r>
              <a:rPr lang="zh-CN"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）将</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N1</a:t>
            </a:r>
            <a:r>
              <a:rPr lang="zh-CN"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的作业按</a:t>
            </a:r>
            <a:r>
              <a:rPr lang="en-US" altLang="zh-CN" sz="2300" b="1" i="1">
                <a:solidFill>
                  <a:srgbClr val="0000FF"/>
                </a:solidFill>
                <a:latin typeface="华文楷体" panose="02010600040101010101" pitchFamily="2" charset="-122"/>
                <a:ea typeface="华文楷体" panose="02010600040101010101" pitchFamily="2" charset="-122"/>
                <a:cs typeface="微软雅黑" panose="020B0503020204020204" charset="-122"/>
              </a:rPr>
              <a:t>a</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i="1">
                <a:solidFill>
                  <a:srgbClr val="0000FF"/>
                </a:solidFill>
                <a:latin typeface="华文楷体" panose="02010600040101010101" pitchFamily="2" charset="-122"/>
                <a:ea typeface="华文楷体" panose="02010600040101010101" pitchFamily="2" charset="-122"/>
                <a:cs typeface="微软雅黑" panose="020B0503020204020204" charset="-122"/>
              </a:rPr>
              <a:t>i</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zh-CN"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递增排序，</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N2</a:t>
            </a:r>
            <a:r>
              <a:rPr lang="zh-CN"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的作业按</a:t>
            </a:r>
            <a:r>
              <a:rPr lang="en-US" altLang="zh-CN" sz="2300" b="1" i="1">
                <a:solidFill>
                  <a:srgbClr val="0000FF"/>
                </a:solidFill>
                <a:latin typeface="华文楷体" panose="02010600040101010101" pitchFamily="2" charset="-122"/>
                <a:ea typeface="华文楷体" panose="02010600040101010101" pitchFamily="2" charset="-122"/>
                <a:cs typeface="微软雅黑" panose="020B0503020204020204" charset="-122"/>
              </a:rPr>
              <a:t>b</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i="1">
                <a:solidFill>
                  <a:srgbClr val="0000FF"/>
                </a:solidFill>
                <a:latin typeface="华文楷体" panose="02010600040101010101" pitchFamily="2" charset="-122"/>
                <a:ea typeface="华文楷体" panose="02010600040101010101" pitchFamily="2" charset="-122"/>
                <a:cs typeface="微软雅黑" panose="020B0503020204020204" charset="-122"/>
              </a:rPr>
              <a:t>i</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zh-CN"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递减排序。</a:t>
            </a:r>
          </a:p>
          <a:p>
            <a:pPr>
              <a:lnSpc>
                <a:spcPct val="150000"/>
              </a:lnSpc>
            </a:pP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   </a:t>
            </a:r>
            <a:r>
              <a:rPr lang="zh-CN"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3</a:t>
            </a:r>
            <a:r>
              <a:rPr lang="zh-CN"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）按顺序先执行</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N1</a:t>
            </a:r>
            <a:r>
              <a:rPr lang="zh-CN"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的作业，再执行</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N2</a:t>
            </a:r>
            <a:r>
              <a:rPr lang="zh-CN"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的作业，得到的就是耗时最少的最优调度方案。</a:t>
            </a:r>
            <a:endParaRPr lang="zh-CN" altLang="en-US" sz="2300" b="1">
              <a:solidFill>
                <a:srgbClr val="0000FF"/>
              </a:solidFill>
              <a:latin typeface="华文楷体" panose="02010600040101010101" pitchFamily="2" charset="-122"/>
              <a:ea typeface="华文楷体" panose="02010600040101010101" pitchFamily="2" charset="-122"/>
              <a:cs typeface="微软雅黑" panose="020B0503020204020204" charset="-122"/>
            </a:endParaRPr>
          </a:p>
        </p:txBody>
      </p:sp>
      <p:grpSp>
        <p:nvGrpSpPr>
          <p:cNvPr id="4" name="组合 3"/>
          <p:cNvGrpSpPr/>
          <p:nvPr/>
        </p:nvGrpSpPr>
        <p:grpSpPr>
          <a:xfrm>
            <a:off x="5249644" y="4120056"/>
            <a:ext cx="3954145" cy="2611519"/>
            <a:chOff x="4929190" y="3500437"/>
            <a:chExt cx="3954145" cy="2688839"/>
          </a:xfrm>
        </p:grpSpPr>
        <p:sp>
          <p:nvSpPr>
            <p:cNvPr id="5" name="TextBox 4"/>
            <p:cNvSpPr txBox="1"/>
            <p:nvPr/>
          </p:nvSpPr>
          <p:spPr>
            <a:xfrm>
              <a:off x="4929190" y="5000942"/>
              <a:ext cx="3954145" cy="1188334"/>
            </a:xfrm>
            <a:prstGeom prst="rect">
              <a:avLst/>
            </a:prstGeom>
            <a:noFill/>
            <a:ln w="28575" cmpd="dbl">
              <a:solidFill>
                <a:schemeClr val="accent1">
                  <a:shade val="50000"/>
                </a:schemeClr>
              </a:solidFill>
              <a:prstDash val="sysDot"/>
            </a:ln>
          </p:spPr>
          <p:txBody>
            <a:bodyPr wrap="square" rtlCol="0">
              <a:spAutoFit/>
            </a:bodyPr>
            <a:lstStyle/>
            <a:p>
              <a:pPr algn="l">
                <a:lnSpc>
                  <a:spcPct val="100000"/>
                </a:lnSpc>
                <a:buClrTx/>
                <a:buSzTx/>
                <a:buFontTx/>
              </a:pPr>
              <a:r>
                <a:rPr lang="zh-CN" altLang="en-US" sz="2300" b="1" dirty="0">
                  <a:solidFill>
                    <a:schemeClr val="accent6"/>
                  </a:solidFill>
                  <a:latin typeface="华文楷体" panose="02010600040101010101" pitchFamily="2" charset="-122"/>
                  <a:ea typeface="华文楷体" panose="02010600040101010101" pitchFamily="2" charset="-122"/>
                </a:rPr>
                <a:t>实际上，N2的作业也按b[i]递增排序，从后面向前面顺序执行</a:t>
              </a:r>
            </a:p>
          </p:txBody>
        </p:sp>
        <p:cxnSp>
          <p:nvCxnSpPr>
            <p:cNvPr id="6" name="直接箭头连接符 5"/>
            <p:cNvCxnSpPr/>
            <p:nvPr/>
          </p:nvCxnSpPr>
          <p:spPr>
            <a:xfrm rot="16200000" flipV="1">
              <a:off x="6107918" y="4250536"/>
              <a:ext cx="1500198" cy="0"/>
            </a:xfrm>
            <a:prstGeom prst="straightConnector1">
              <a:avLst/>
            </a:prstGeom>
            <a:ln w="28575" cap="rnd" cmpd="dbl">
              <a:solidFill>
                <a:schemeClr val="accent1">
                  <a:shade val="50000"/>
                </a:schemeClr>
              </a:solidFill>
              <a:prstDash val="sysDot"/>
              <a:round/>
              <a:tailEnd type="arrow" w="med" len="med"/>
            </a:ln>
          </p:spPr>
          <p:style>
            <a:lnRef idx="0">
              <a:srgbClr val="FFFFFF"/>
            </a:lnRef>
            <a:fillRef idx="0">
              <a:srgbClr val="FFFFFF"/>
            </a:fillRef>
            <a:effectRef idx="0">
              <a:srgbClr val="FFFFFF"/>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1847402" y="1328383"/>
            <a:ext cx="2376805" cy="445135"/>
          </a:xfrm>
          <a:prstGeom prst="rect">
            <a:avLst/>
          </a:prstGeom>
          <a:noFill/>
        </p:spPr>
        <p:txBody>
          <a:bodyPr wrap="square" rtlCol="0">
            <a:spAutoFit/>
          </a:bodyPr>
          <a:lstStyle/>
          <a:p>
            <a:r>
              <a:rPr lang="zh-CN" altLang="en-US" sz="2300" b="1">
                <a:solidFill>
                  <a:srgbClr val="0000FF"/>
                </a:solidFill>
                <a:latin typeface="华文楷体" panose="02010600040101010101" pitchFamily="2" charset="-122"/>
                <a:ea typeface="华文楷体" panose="02010600040101010101" pitchFamily="2" charset="-122"/>
                <a:cs typeface="微软雅黑" panose="020B0503020204020204" charset="-122"/>
              </a:rPr>
              <a:t>示例：</a:t>
            </a:r>
            <a:r>
              <a:rPr lang="en-US" altLang="zh-CN" sz="2300" b="1" i="1">
                <a:solidFill>
                  <a:srgbClr val="0000FF"/>
                </a:solidFill>
                <a:latin typeface="华文楷体" panose="02010600040101010101" pitchFamily="2" charset="-122"/>
                <a:ea typeface="华文楷体" panose="02010600040101010101" pitchFamily="2" charset="-122"/>
                <a:cs typeface="微软雅黑" panose="020B0503020204020204" charset="-122"/>
              </a:rPr>
              <a:t>n</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=4</a:t>
            </a:r>
          </a:p>
        </p:txBody>
      </p:sp>
      <p:graphicFrame>
        <p:nvGraphicFramePr>
          <p:cNvPr id="3" name="表格 2"/>
          <p:cNvGraphicFramePr>
            <a:graphicFrameLocks noGrp="1"/>
          </p:cNvGraphicFramePr>
          <p:nvPr>
            <p:extLst>
              <p:ext uri="{D42A27DB-BD31-4B8C-83A1-F6EECF244321}">
                <p14:modId xmlns:p14="http://schemas.microsoft.com/office/powerpoint/2010/main" val="2016831046"/>
              </p:ext>
            </p:extLst>
          </p:nvPr>
        </p:nvGraphicFramePr>
        <p:xfrm>
          <a:off x="1847377" y="1826842"/>
          <a:ext cx="6096000" cy="1325880"/>
        </p:xfrm>
        <a:graphic>
          <a:graphicData uri="http://schemas.openxmlformats.org/drawingml/2006/table">
            <a:tbl>
              <a:tblPr firstRow="1" bandRow="1">
                <a:tableStyleId>{E269D01E-BC32-4049-B463-5C60D7B0CCD2}</a:tableStyleId>
              </a:tblPr>
              <a:tblGrid>
                <a:gridCol w="12192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tblGrid>
              <a:tr h="370840">
                <a:tc>
                  <a:txBody>
                    <a:bodyPr/>
                    <a:lstStyle/>
                    <a:p>
                      <a:pPr algn="ctr"/>
                      <a:r>
                        <a:rPr lang="zh-CN" altLang="en-US" sz="2300" b="1">
                          <a:solidFill>
                            <a:srgbClr val="9900FF"/>
                          </a:solidFill>
                          <a:latin typeface="华文楷体" panose="02010600040101010101" pitchFamily="2" charset="-122"/>
                          <a:ea typeface="华文楷体" panose="02010600040101010101" pitchFamily="2" charset="-122"/>
                          <a:cs typeface="Consolas" panose="020B0609020204030204" pitchFamily="49" charset="0"/>
                        </a:rPr>
                        <a:t>编号</a:t>
                      </a:r>
                    </a:p>
                  </a:txBody>
                  <a:tcPr>
                    <a:solidFill>
                      <a:schemeClr val="bg1">
                        <a:lumMod val="85000"/>
                      </a:schemeClr>
                    </a:solidFill>
                  </a:tcPr>
                </a:tc>
                <a:tc>
                  <a:txBody>
                    <a:bodyPr/>
                    <a:lstStyle/>
                    <a:p>
                      <a:pPr algn="ctr"/>
                      <a:r>
                        <a:rPr lang="en-US" altLang="zh-CN" sz="2300" b="1">
                          <a:solidFill>
                            <a:srgbClr val="9900FF"/>
                          </a:solidFill>
                          <a:latin typeface="微软雅黑" panose="020B0503020204020204" charset="-122"/>
                          <a:ea typeface="微软雅黑" panose="020B0503020204020204" charset="-122"/>
                          <a:cs typeface="Consolas" panose="020B0609020204030204" pitchFamily="49" charset="0"/>
                        </a:rPr>
                        <a:t>1</a:t>
                      </a:r>
                    </a:p>
                  </a:txBody>
                  <a:tcPr>
                    <a:solidFill>
                      <a:schemeClr val="bg1">
                        <a:lumMod val="85000"/>
                      </a:schemeClr>
                    </a:solidFill>
                  </a:tcPr>
                </a:tc>
                <a:tc>
                  <a:txBody>
                    <a:bodyPr/>
                    <a:lstStyle/>
                    <a:p>
                      <a:pPr algn="ctr"/>
                      <a:r>
                        <a:rPr lang="en-US" altLang="zh-CN" sz="2300" b="1">
                          <a:solidFill>
                            <a:srgbClr val="9900FF"/>
                          </a:solidFill>
                          <a:latin typeface="微软雅黑" panose="020B0503020204020204" charset="-122"/>
                          <a:ea typeface="微软雅黑" panose="020B0503020204020204" charset="-122"/>
                          <a:cs typeface="Consolas" panose="020B0609020204030204" pitchFamily="49" charset="0"/>
                        </a:rPr>
                        <a:t>2</a:t>
                      </a:r>
                    </a:p>
                  </a:txBody>
                  <a:tcPr>
                    <a:solidFill>
                      <a:schemeClr val="bg1">
                        <a:lumMod val="85000"/>
                      </a:schemeClr>
                    </a:solidFill>
                  </a:tcPr>
                </a:tc>
                <a:tc>
                  <a:txBody>
                    <a:bodyPr/>
                    <a:lstStyle/>
                    <a:p>
                      <a:pPr algn="ctr"/>
                      <a:r>
                        <a:rPr lang="en-US" altLang="zh-CN" sz="2300" b="1">
                          <a:solidFill>
                            <a:srgbClr val="9900FF"/>
                          </a:solidFill>
                          <a:latin typeface="微软雅黑" panose="020B0503020204020204" charset="-122"/>
                          <a:ea typeface="微软雅黑" panose="020B0503020204020204" charset="-122"/>
                          <a:cs typeface="Consolas" panose="020B0609020204030204" pitchFamily="49" charset="0"/>
                        </a:rPr>
                        <a:t>3</a:t>
                      </a:r>
                    </a:p>
                  </a:txBody>
                  <a:tcPr>
                    <a:solidFill>
                      <a:schemeClr val="bg1">
                        <a:lumMod val="85000"/>
                      </a:schemeClr>
                    </a:solidFill>
                  </a:tcPr>
                </a:tc>
                <a:tc>
                  <a:txBody>
                    <a:bodyPr/>
                    <a:lstStyle/>
                    <a:p>
                      <a:pPr algn="ctr"/>
                      <a:r>
                        <a:rPr lang="en-US" altLang="zh-CN" sz="2300" b="1">
                          <a:solidFill>
                            <a:srgbClr val="9900FF"/>
                          </a:solidFill>
                          <a:latin typeface="微软雅黑" panose="020B0503020204020204" charset="-122"/>
                          <a:ea typeface="微软雅黑" panose="020B0503020204020204" charset="-122"/>
                          <a:cs typeface="Consolas" panose="020B0609020204030204" pitchFamily="49" charset="0"/>
                        </a:rPr>
                        <a:t>4</a:t>
                      </a:r>
                    </a:p>
                  </a:txBody>
                  <a:tcPr>
                    <a:solidFill>
                      <a:schemeClr val="bg1">
                        <a:lumMod val="85000"/>
                      </a:schemeClr>
                    </a:solidFill>
                  </a:tcPr>
                </a:tc>
                <a:extLst>
                  <a:ext uri="{0D108BD9-81ED-4DB2-BD59-A6C34878D82A}">
                    <a16:rowId xmlns:a16="http://schemas.microsoft.com/office/drawing/2014/main" val="10000"/>
                  </a:ext>
                </a:extLst>
              </a:tr>
              <a:tr h="370840">
                <a:tc>
                  <a:txBody>
                    <a:bodyPr/>
                    <a:lstStyle/>
                    <a:p>
                      <a:pPr algn="ctr"/>
                      <a:r>
                        <a:rPr lang="en-US" altLang="zh-CN" sz="2300" b="1">
                          <a:solidFill>
                            <a:srgbClr val="9900FF"/>
                          </a:solidFill>
                          <a:latin typeface="华文楷体" panose="02010600040101010101" pitchFamily="2" charset="-122"/>
                          <a:ea typeface="华文楷体" panose="02010600040101010101" pitchFamily="2" charset="-122"/>
                          <a:cs typeface="Consolas" panose="020B0609020204030204" pitchFamily="49" charset="0"/>
                        </a:rPr>
                        <a:t>M1</a:t>
                      </a:r>
                    </a:p>
                  </a:txBody>
                  <a:tcPr>
                    <a:solidFill>
                      <a:schemeClr val="bg1">
                        <a:lumMod val="85000"/>
                      </a:schemeClr>
                    </a:solidFill>
                  </a:tcPr>
                </a:tc>
                <a:tc>
                  <a:txBody>
                    <a:bodyPr/>
                    <a:lstStyle/>
                    <a:p>
                      <a:pPr algn="ctr"/>
                      <a:r>
                        <a:rPr lang="en-US" altLang="zh-CN" sz="2300" b="1">
                          <a:solidFill>
                            <a:srgbClr val="9900FF"/>
                          </a:solidFill>
                          <a:latin typeface="微软雅黑" panose="020B0503020204020204" charset="-122"/>
                          <a:ea typeface="微软雅黑" panose="020B0503020204020204" charset="-122"/>
                          <a:cs typeface="Consolas" panose="020B0609020204030204" pitchFamily="49" charset="0"/>
                        </a:rPr>
                        <a:t>5</a:t>
                      </a:r>
                    </a:p>
                  </a:txBody>
                  <a:tcPr>
                    <a:solidFill>
                      <a:schemeClr val="bg1">
                        <a:lumMod val="85000"/>
                      </a:schemeClr>
                    </a:solidFill>
                  </a:tcPr>
                </a:tc>
                <a:tc>
                  <a:txBody>
                    <a:bodyPr/>
                    <a:lstStyle/>
                    <a:p>
                      <a:pPr algn="ctr"/>
                      <a:r>
                        <a:rPr lang="en-US" altLang="zh-CN" sz="2300" b="1">
                          <a:solidFill>
                            <a:srgbClr val="9900FF"/>
                          </a:solidFill>
                          <a:latin typeface="微软雅黑" panose="020B0503020204020204" charset="-122"/>
                          <a:ea typeface="微软雅黑" panose="020B0503020204020204" charset="-122"/>
                          <a:cs typeface="Consolas" panose="020B0609020204030204" pitchFamily="49" charset="0"/>
                        </a:rPr>
                        <a:t>12</a:t>
                      </a:r>
                    </a:p>
                  </a:txBody>
                  <a:tcPr>
                    <a:solidFill>
                      <a:schemeClr val="bg1">
                        <a:lumMod val="85000"/>
                      </a:schemeClr>
                    </a:solidFill>
                  </a:tcPr>
                </a:tc>
                <a:tc>
                  <a:txBody>
                    <a:bodyPr/>
                    <a:lstStyle/>
                    <a:p>
                      <a:pPr algn="ctr"/>
                      <a:r>
                        <a:rPr lang="en-US" altLang="zh-CN" sz="2300" b="1">
                          <a:solidFill>
                            <a:srgbClr val="9900FF"/>
                          </a:solidFill>
                          <a:latin typeface="微软雅黑" panose="020B0503020204020204" charset="-122"/>
                          <a:ea typeface="微软雅黑" panose="020B0503020204020204" charset="-122"/>
                          <a:cs typeface="Consolas" panose="020B0609020204030204" pitchFamily="49" charset="0"/>
                        </a:rPr>
                        <a:t>4</a:t>
                      </a:r>
                    </a:p>
                  </a:txBody>
                  <a:tcPr>
                    <a:solidFill>
                      <a:schemeClr val="bg1">
                        <a:lumMod val="85000"/>
                      </a:schemeClr>
                    </a:solidFill>
                  </a:tcPr>
                </a:tc>
                <a:tc>
                  <a:txBody>
                    <a:bodyPr/>
                    <a:lstStyle/>
                    <a:p>
                      <a:pPr algn="ctr"/>
                      <a:r>
                        <a:rPr lang="en-US" altLang="zh-CN" sz="2300" b="1">
                          <a:solidFill>
                            <a:srgbClr val="9900FF"/>
                          </a:solidFill>
                          <a:latin typeface="微软雅黑" panose="020B0503020204020204" charset="-122"/>
                          <a:ea typeface="微软雅黑" panose="020B0503020204020204" charset="-122"/>
                          <a:cs typeface="Consolas" panose="020B0609020204030204" pitchFamily="49" charset="0"/>
                        </a:rPr>
                        <a:t>8</a:t>
                      </a:r>
                    </a:p>
                  </a:txBody>
                  <a:tcPr>
                    <a:solidFill>
                      <a:schemeClr val="bg1">
                        <a:lumMod val="85000"/>
                      </a:schemeClr>
                    </a:solidFill>
                  </a:tcPr>
                </a:tc>
                <a:extLst>
                  <a:ext uri="{0D108BD9-81ED-4DB2-BD59-A6C34878D82A}">
                    <a16:rowId xmlns:a16="http://schemas.microsoft.com/office/drawing/2014/main" val="10001"/>
                  </a:ext>
                </a:extLst>
              </a:tr>
              <a:tr h="370840">
                <a:tc>
                  <a:txBody>
                    <a:bodyPr/>
                    <a:lstStyle/>
                    <a:p>
                      <a:pPr algn="ctr"/>
                      <a:r>
                        <a:rPr lang="en-US" altLang="zh-CN" sz="2300" b="1" dirty="0">
                          <a:solidFill>
                            <a:srgbClr val="9900FF"/>
                          </a:solidFill>
                          <a:latin typeface="华文楷体" panose="02010600040101010101" pitchFamily="2" charset="-122"/>
                          <a:ea typeface="华文楷体" panose="02010600040101010101" pitchFamily="2" charset="-122"/>
                          <a:cs typeface="Consolas" panose="020B0609020204030204" pitchFamily="49" charset="0"/>
                        </a:rPr>
                        <a:t>M2</a:t>
                      </a:r>
                    </a:p>
                  </a:txBody>
                  <a:tcPr>
                    <a:solidFill>
                      <a:schemeClr val="bg1">
                        <a:lumMod val="85000"/>
                      </a:schemeClr>
                    </a:solidFill>
                  </a:tcPr>
                </a:tc>
                <a:tc>
                  <a:txBody>
                    <a:bodyPr/>
                    <a:lstStyle/>
                    <a:p>
                      <a:pPr algn="ctr"/>
                      <a:r>
                        <a:rPr lang="en-US" altLang="zh-CN" sz="2300" b="1">
                          <a:solidFill>
                            <a:srgbClr val="9900FF"/>
                          </a:solidFill>
                          <a:latin typeface="微软雅黑" panose="020B0503020204020204" charset="-122"/>
                          <a:ea typeface="微软雅黑" panose="020B0503020204020204" charset="-122"/>
                          <a:cs typeface="Consolas" panose="020B0609020204030204" pitchFamily="49" charset="0"/>
                        </a:rPr>
                        <a:t>6</a:t>
                      </a:r>
                    </a:p>
                  </a:txBody>
                  <a:tcPr>
                    <a:solidFill>
                      <a:schemeClr val="bg1">
                        <a:lumMod val="85000"/>
                      </a:schemeClr>
                    </a:solidFill>
                  </a:tcPr>
                </a:tc>
                <a:tc>
                  <a:txBody>
                    <a:bodyPr/>
                    <a:lstStyle/>
                    <a:p>
                      <a:pPr algn="ctr"/>
                      <a:r>
                        <a:rPr lang="en-US" altLang="zh-CN" sz="2300" b="1">
                          <a:solidFill>
                            <a:srgbClr val="9900FF"/>
                          </a:solidFill>
                          <a:latin typeface="微软雅黑" panose="020B0503020204020204" charset="-122"/>
                          <a:ea typeface="微软雅黑" panose="020B0503020204020204" charset="-122"/>
                          <a:cs typeface="Consolas" panose="020B0609020204030204" pitchFamily="49" charset="0"/>
                        </a:rPr>
                        <a:t>2</a:t>
                      </a:r>
                    </a:p>
                  </a:txBody>
                  <a:tcPr>
                    <a:solidFill>
                      <a:schemeClr val="bg1">
                        <a:lumMod val="85000"/>
                      </a:schemeClr>
                    </a:solidFill>
                  </a:tcPr>
                </a:tc>
                <a:tc>
                  <a:txBody>
                    <a:bodyPr/>
                    <a:lstStyle/>
                    <a:p>
                      <a:pPr algn="ctr"/>
                      <a:r>
                        <a:rPr lang="en-US" altLang="zh-CN" sz="2300" b="1">
                          <a:solidFill>
                            <a:srgbClr val="9900FF"/>
                          </a:solidFill>
                          <a:latin typeface="微软雅黑" panose="020B0503020204020204" charset="-122"/>
                          <a:ea typeface="微软雅黑" panose="020B0503020204020204" charset="-122"/>
                          <a:cs typeface="Consolas" panose="020B0609020204030204" pitchFamily="49" charset="0"/>
                        </a:rPr>
                        <a:t>14</a:t>
                      </a:r>
                    </a:p>
                  </a:txBody>
                  <a:tcPr>
                    <a:solidFill>
                      <a:schemeClr val="bg1">
                        <a:lumMod val="85000"/>
                      </a:schemeClr>
                    </a:solidFill>
                  </a:tcPr>
                </a:tc>
                <a:tc>
                  <a:txBody>
                    <a:bodyPr/>
                    <a:lstStyle/>
                    <a:p>
                      <a:pPr algn="ctr"/>
                      <a:r>
                        <a:rPr lang="en-US" altLang="zh-CN" sz="2300" b="1" dirty="0">
                          <a:solidFill>
                            <a:srgbClr val="9900FF"/>
                          </a:solidFill>
                          <a:latin typeface="微软雅黑" panose="020B0503020204020204" charset="-122"/>
                          <a:ea typeface="微软雅黑" panose="020B0503020204020204" charset="-122"/>
                          <a:cs typeface="Consolas" panose="020B0609020204030204" pitchFamily="49" charset="0"/>
                        </a:rPr>
                        <a:t>7</a:t>
                      </a:r>
                    </a:p>
                  </a:txBody>
                  <a:tcPr>
                    <a:solidFill>
                      <a:schemeClr val="bg1">
                        <a:lumMod val="85000"/>
                      </a:schemeClr>
                    </a:solidFill>
                  </a:tcPr>
                </a:tc>
                <a:extLst>
                  <a:ext uri="{0D108BD9-81ED-4DB2-BD59-A6C34878D82A}">
                    <a16:rowId xmlns:a16="http://schemas.microsoft.com/office/drawing/2014/main" val="10002"/>
                  </a:ext>
                </a:extLst>
              </a:tr>
            </a:tbl>
          </a:graphicData>
        </a:graphic>
      </p:graphicFrame>
      <p:graphicFrame>
        <p:nvGraphicFramePr>
          <p:cNvPr id="4" name="表格 3"/>
          <p:cNvGraphicFramePr>
            <a:graphicFrameLocks noGrp="1"/>
          </p:cNvGraphicFramePr>
          <p:nvPr>
            <p:custDataLst>
              <p:tags r:id="rId2"/>
            </p:custDataLst>
            <p:extLst>
              <p:ext uri="{D42A27DB-BD31-4B8C-83A1-F6EECF244321}">
                <p14:modId xmlns:p14="http://schemas.microsoft.com/office/powerpoint/2010/main" val="2350667186"/>
              </p:ext>
            </p:extLst>
          </p:nvPr>
        </p:nvGraphicFramePr>
        <p:xfrm>
          <a:off x="1847377" y="4086326"/>
          <a:ext cx="6972300" cy="951358"/>
        </p:xfrm>
        <a:graphic>
          <a:graphicData uri="http://schemas.openxmlformats.org/drawingml/2006/table">
            <a:tbl>
              <a:tblPr firstRow="1" bandRow="1">
                <a:tableStyleId>{E269D01E-BC32-4049-B463-5C60D7B0CCD2}</a:tableStyleId>
              </a:tblPr>
              <a:tblGrid>
                <a:gridCol w="1394460">
                  <a:extLst>
                    <a:ext uri="{9D8B030D-6E8A-4147-A177-3AD203B41FA5}">
                      <a16:colId xmlns:a16="http://schemas.microsoft.com/office/drawing/2014/main" val="20000"/>
                    </a:ext>
                  </a:extLst>
                </a:gridCol>
                <a:gridCol w="1394460">
                  <a:extLst>
                    <a:ext uri="{9D8B030D-6E8A-4147-A177-3AD203B41FA5}">
                      <a16:colId xmlns:a16="http://schemas.microsoft.com/office/drawing/2014/main" val="20001"/>
                    </a:ext>
                  </a:extLst>
                </a:gridCol>
                <a:gridCol w="1394460">
                  <a:extLst>
                    <a:ext uri="{9D8B030D-6E8A-4147-A177-3AD203B41FA5}">
                      <a16:colId xmlns:a16="http://schemas.microsoft.com/office/drawing/2014/main" val="20002"/>
                    </a:ext>
                  </a:extLst>
                </a:gridCol>
                <a:gridCol w="1394460">
                  <a:extLst>
                    <a:ext uri="{9D8B030D-6E8A-4147-A177-3AD203B41FA5}">
                      <a16:colId xmlns:a16="http://schemas.microsoft.com/office/drawing/2014/main" val="20003"/>
                    </a:ext>
                  </a:extLst>
                </a:gridCol>
                <a:gridCol w="1394460">
                  <a:extLst>
                    <a:ext uri="{9D8B030D-6E8A-4147-A177-3AD203B41FA5}">
                      <a16:colId xmlns:a16="http://schemas.microsoft.com/office/drawing/2014/main" val="20004"/>
                    </a:ext>
                  </a:extLst>
                </a:gridCol>
              </a:tblGrid>
              <a:tr h="370840">
                <a:tc>
                  <a:txBody>
                    <a:bodyPr/>
                    <a:lstStyle/>
                    <a:p>
                      <a:pPr indent="0" algn="ctr">
                        <a:lnSpc>
                          <a:spcPct val="150000"/>
                        </a:lnSpc>
                        <a:spcAft>
                          <a:spcPts val="0"/>
                        </a:spcAft>
                      </a:pPr>
                      <a:r>
                        <a:rPr lang="zh-CN" sz="2300" b="1" kern="100" dirty="0">
                          <a:solidFill>
                            <a:srgbClr val="9900FF"/>
                          </a:solidFill>
                          <a:latin typeface="华文楷体" panose="02010600040101010101" pitchFamily="2" charset="-122"/>
                          <a:ea typeface="华文楷体" panose="02010600040101010101" pitchFamily="2" charset="-122"/>
                          <a:cs typeface="Consolas" panose="020B0609020204030204" pitchFamily="49" charset="0"/>
                        </a:rPr>
                        <a:t>组号</a:t>
                      </a:r>
                    </a:p>
                  </a:txBody>
                  <a:tcPr marL="68580" marR="68580" marT="0" marB="0">
                    <a:solidFill>
                      <a:schemeClr val="bg1">
                        <a:lumMod val="85000"/>
                      </a:schemeClr>
                    </a:solidFill>
                  </a:tcPr>
                </a:tc>
                <a:tc>
                  <a:txBody>
                    <a:bodyPr/>
                    <a:lstStyle/>
                    <a:p>
                      <a:pPr indent="0" algn="ctr">
                        <a:lnSpc>
                          <a:spcPct val="150000"/>
                        </a:lnSpc>
                        <a:spcAft>
                          <a:spcPts val="0"/>
                        </a:spcAft>
                      </a:pPr>
                      <a:r>
                        <a:rPr lang="en-US" sz="2300" b="1" kern="100">
                          <a:solidFill>
                            <a:srgbClr val="9900FF"/>
                          </a:solidFill>
                          <a:latin typeface="微软雅黑" panose="020B0503020204020204" charset="-122"/>
                          <a:ea typeface="微软雅黑" panose="020B0503020204020204" charset="-122"/>
                          <a:cs typeface="Consolas" panose="020B0609020204030204" pitchFamily="49" charset="0"/>
                        </a:rPr>
                        <a:t>1</a:t>
                      </a:r>
                    </a:p>
                  </a:txBody>
                  <a:tcPr marL="68580" marR="68580" marT="0" marB="0">
                    <a:solidFill>
                      <a:schemeClr val="bg1">
                        <a:lumMod val="85000"/>
                      </a:schemeClr>
                    </a:solidFill>
                  </a:tcPr>
                </a:tc>
                <a:tc>
                  <a:txBody>
                    <a:bodyPr/>
                    <a:lstStyle/>
                    <a:p>
                      <a:pPr indent="0" algn="ctr">
                        <a:lnSpc>
                          <a:spcPct val="150000"/>
                        </a:lnSpc>
                        <a:spcAft>
                          <a:spcPts val="0"/>
                        </a:spcAft>
                      </a:pPr>
                      <a:r>
                        <a:rPr lang="en-US" sz="2300" b="1" kern="100">
                          <a:solidFill>
                            <a:srgbClr val="9900FF"/>
                          </a:solidFill>
                          <a:latin typeface="微软雅黑" panose="020B0503020204020204" charset="-122"/>
                          <a:ea typeface="微软雅黑" panose="020B0503020204020204" charset="-122"/>
                          <a:cs typeface="Consolas" panose="020B0609020204030204" pitchFamily="49" charset="0"/>
                        </a:rPr>
                        <a:t>0</a:t>
                      </a:r>
                    </a:p>
                  </a:txBody>
                  <a:tcPr marL="68580" marR="68580" marT="0" marB="0">
                    <a:solidFill>
                      <a:schemeClr val="bg1">
                        <a:lumMod val="85000"/>
                      </a:schemeClr>
                    </a:solidFill>
                  </a:tcPr>
                </a:tc>
                <a:tc>
                  <a:txBody>
                    <a:bodyPr/>
                    <a:lstStyle/>
                    <a:p>
                      <a:pPr indent="0" algn="ctr">
                        <a:lnSpc>
                          <a:spcPct val="150000"/>
                        </a:lnSpc>
                        <a:spcAft>
                          <a:spcPts val="0"/>
                        </a:spcAft>
                      </a:pPr>
                      <a:r>
                        <a:rPr lang="en-US" sz="2300" b="1" kern="100">
                          <a:solidFill>
                            <a:srgbClr val="9900FF"/>
                          </a:solidFill>
                          <a:latin typeface="微软雅黑" panose="020B0503020204020204" charset="-122"/>
                          <a:ea typeface="微软雅黑" panose="020B0503020204020204" charset="-122"/>
                          <a:cs typeface="Consolas" panose="020B0609020204030204" pitchFamily="49" charset="0"/>
                        </a:rPr>
                        <a:t>1</a:t>
                      </a:r>
                    </a:p>
                  </a:txBody>
                  <a:tcPr marL="68580" marR="68580" marT="0" marB="0">
                    <a:solidFill>
                      <a:schemeClr val="bg1">
                        <a:lumMod val="85000"/>
                      </a:schemeClr>
                    </a:solidFill>
                  </a:tcPr>
                </a:tc>
                <a:tc>
                  <a:txBody>
                    <a:bodyPr/>
                    <a:lstStyle/>
                    <a:p>
                      <a:pPr indent="0" algn="ctr">
                        <a:lnSpc>
                          <a:spcPct val="150000"/>
                        </a:lnSpc>
                        <a:spcAft>
                          <a:spcPts val="0"/>
                        </a:spcAft>
                      </a:pPr>
                      <a:r>
                        <a:rPr lang="en-US" sz="2300" b="1" kern="100">
                          <a:solidFill>
                            <a:srgbClr val="9900FF"/>
                          </a:solidFill>
                          <a:latin typeface="微软雅黑" panose="020B0503020204020204" charset="-122"/>
                          <a:ea typeface="微软雅黑" panose="020B0503020204020204" charset="-122"/>
                          <a:cs typeface="Consolas" panose="020B0609020204030204" pitchFamily="49" charset="0"/>
                        </a:rPr>
                        <a:t>0</a:t>
                      </a:r>
                    </a:p>
                  </a:txBody>
                  <a:tcPr marL="68580" marR="68580" marT="0" marB="0">
                    <a:solidFill>
                      <a:schemeClr val="bg1">
                        <a:lumMod val="85000"/>
                      </a:schemeClr>
                    </a:solidFill>
                  </a:tcPr>
                </a:tc>
                <a:extLst>
                  <a:ext uri="{0D108BD9-81ED-4DB2-BD59-A6C34878D82A}">
                    <a16:rowId xmlns:a16="http://schemas.microsoft.com/office/drawing/2014/main" val="10000"/>
                  </a:ext>
                </a:extLst>
              </a:tr>
              <a:tr h="370840">
                <a:tc>
                  <a:txBody>
                    <a:bodyPr/>
                    <a:lstStyle/>
                    <a:p>
                      <a:pPr indent="0" algn="ctr">
                        <a:lnSpc>
                          <a:spcPct val="150000"/>
                        </a:lnSpc>
                        <a:spcAft>
                          <a:spcPts val="0"/>
                        </a:spcAft>
                      </a:pPr>
                      <a:r>
                        <a:rPr lang="zh-CN" sz="2300" b="1" kern="100" dirty="0">
                          <a:solidFill>
                            <a:srgbClr val="9900FF"/>
                          </a:solidFill>
                          <a:latin typeface="华文楷体" panose="02010600040101010101" pitchFamily="2" charset="-122"/>
                          <a:ea typeface="华文楷体" panose="02010600040101010101" pitchFamily="2" charset="-122"/>
                          <a:cs typeface="微软雅黑" panose="020B0503020204020204" charset="-122"/>
                        </a:rPr>
                        <a:t>时间</a:t>
                      </a:r>
                      <a:r>
                        <a:rPr lang="en-US" sz="2300" b="1" kern="100" dirty="0">
                          <a:solidFill>
                            <a:srgbClr val="9900FF"/>
                          </a:solidFill>
                          <a:latin typeface="华文楷体" panose="02010600040101010101" pitchFamily="2" charset="-122"/>
                          <a:ea typeface="华文楷体" panose="02010600040101010101" pitchFamily="2" charset="-122"/>
                          <a:cs typeface="微软雅黑" panose="020B0503020204020204" charset="-122"/>
                        </a:rPr>
                        <a:t>time</a:t>
                      </a:r>
                      <a:endParaRPr lang="zh-CN" sz="2300" b="1" kern="100" dirty="0">
                        <a:solidFill>
                          <a:srgbClr val="9900FF"/>
                        </a:solidFill>
                        <a:latin typeface="华文楷体" panose="02010600040101010101" pitchFamily="2" charset="-122"/>
                        <a:ea typeface="华文楷体" panose="02010600040101010101" pitchFamily="2" charset="-122"/>
                        <a:cs typeface="微软雅黑" panose="020B0503020204020204" charset="-122"/>
                      </a:endParaRPr>
                    </a:p>
                  </a:txBody>
                  <a:tcPr marL="68580" marR="68580" marT="0" marB="0">
                    <a:solidFill>
                      <a:schemeClr val="bg1">
                        <a:lumMod val="85000"/>
                      </a:schemeClr>
                    </a:solidFill>
                  </a:tcPr>
                </a:tc>
                <a:tc>
                  <a:txBody>
                    <a:bodyPr/>
                    <a:lstStyle/>
                    <a:p>
                      <a:pPr indent="0" algn="ctr">
                        <a:lnSpc>
                          <a:spcPct val="150000"/>
                        </a:lnSpc>
                        <a:spcAft>
                          <a:spcPts val="0"/>
                        </a:spcAft>
                      </a:pPr>
                      <a:r>
                        <a:rPr lang="en-US" sz="2300" b="1" kern="100" dirty="0">
                          <a:solidFill>
                            <a:srgbClr val="9900FF"/>
                          </a:solidFill>
                          <a:latin typeface="微软雅黑" panose="020B0503020204020204" charset="-122"/>
                          <a:ea typeface="微软雅黑" panose="020B0503020204020204" charset="-122"/>
                          <a:cs typeface="Consolas" panose="020B0609020204030204" pitchFamily="49" charset="0"/>
                        </a:rPr>
                        <a:t>5</a:t>
                      </a:r>
                    </a:p>
                  </a:txBody>
                  <a:tcPr marL="68580" marR="68580" marT="0" marB="0">
                    <a:solidFill>
                      <a:schemeClr val="bg1">
                        <a:lumMod val="85000"/>
                      </a:schemeClr>
                    </a:solidFill>
                  </a:tcPr>
                </a:tc>
                <a:tc>
                  <a:txBody>
                    <a:bodyPr/>
                    <a:lstStyle/>
                    <a:p>
                      <a:pPr indent="0" algn="ctr">
                        <a:lnSpc>
                          <a:spcPct val="150000"/>
                        </a:lnSpc>
                        <a:spcAft>
                          <a:spcPts val="0"/>
                        </a:spcAft>
                      </a:pPr>
                      <a:r>
                        <a:rPr lang="en-US" sz="2300" b="1" kern="100">
                          <a:solidFill>
                            <a:srgbClr val="9900FF"/>
                          </a:solidFill>
                          <a:latin typeface="微软雅黑" panose="020B0503020204020204" charset="-122"/>
                          <a:ea typeface="微软雅黑" panose="020B0503020204020204" charset="-122"/>
                          <a:cs typeface="Consolas" panose="020B0609020204030204" pitchFamily="49" charset="0"/>
                        </a:rPr>
                        <a:t>2</a:t>
                      </a:r>
                    </a:p>
                  </a:txBody>
                  <a:tcPr marL="68580" marR="68580" marT="0" marB="0">
                    <a:solidFill>
                      <a:schemeClr val="bg1">
                        <a:lumMod val="85000"/>
                      </a:schemeClr>
                    </a:solidFill>
                  </a:tcPr>
                </a:tc>
                <a:tc>
                  <a:txBody>
                    <a:bodyPr/>
                    <a:lstStyle/>
                    <a:p>
                      <a:pPr indent="0" algn="ctr">
                        <a:lnSpc>
                          <a:spcPct val="150000"/>
                        </a:lnSpc>
                        <a:spcAft>
                          <a:spcPts val="0"/>
                        </a:spcAft>
                      </a:pPr>
                      <a:r>
                        <a:rPr lang="en-US" sz="2300" b="1" kern="100">
                          <a:solidFill>
                            <a:srgbClr val="9900FF"/>
                          </a:solidFill>
                          <a:latin typeface="微软雅黑" panose="020B0503020204020204" charset="-122"/>
                          <a:ea typeface="微软雅黑" panose="020B0503020204020204" charset="-122"/>
                          <a:cs typeface="Consolas" panose="020B0609020204030204" pitchFamily="49" charset="0"/>
                        </a:rPr>
                        <a:t>4</a:t>
                      </a:r>
                    </a:p>
                  </a:txBody>
                  <a:tcPr marL="68580" marR="68580" marT="0" marB="0">
                    <a:solidFill>
                      <a:schemeClr val="bg1">
                        <a:lumMod val="85000"/>
                      </a:schemeClr>
                    </a:solidFill>
                  </a:tcPr>
                </a:tc>
                <a:tc>
                  <a:txBody>
                    <a:bodyPr/>
                    <a:lstStyle/>
                    <a:p>
                      <a:pPr indent="0" algn="ctr">
                        <a:lnSpc>
                          <a:spcPct val="150000"/>
                        </a:lnSpc>
                        <a:spcAft>
                          <a:spcPts val="0"/>
                        </a:spcAft>
                      </a:pPr>
                      <a:r>
                        <a:rPr lang="en-US" sz="2300" b="1" kern="100" dirty="0">
                          <a:solidFill>
                            <a:srgbClr val="9900FF"/>
                          </a:solidFill>
                          <a:latin typeface="微软雅黑" panose="020B0503020204020204" charset="-122"/>
                          <a:ea typeface="微软雅黑" panose="020B0503020204020204" charset="-122"/>
                          <a:cs typeface="Consolas" panose="020B0609020204030204" pitchFamily="49" charset="0"/>
                        </a:rPr>
                        <a:t>7</a:t>
                      </a:r>
                    </a:p>
                  </a:txBody>
                  <a:tcPr marL="68580" marR="68580" marT="0" marB="0">
                    <a:solidFill>
                      <a:schemeClr val="bg1">
                        <a:lumMod val="85000"/>
                      </a:schemeClr>
                    </a:solidFill>
                  </a:tcPr>
                </a:tc>
                <a:extLst>
                  <a:ext uri="{0D108BD9-81ED-4DB2-BD59-A6C34878D82A}">
                    <a16:rowId xmlns:a16="http://schemas.microsoft.com/office/drawing/2014/main" val="10001"/>
                  </a:ext>
                </a:extLst>
              </a:tr>
            </a:tbl>
          </a:graphicData>
        </a:graphic>
      </p:graphicFrame>
      <p:sp>
        <p:nvSpPr>
          <p:cNvPr id="5" name="TextBox 4"/>
          <p:cNvSpPr txBox="1"/>
          <p:nvPr/>
        </p:nvSpPr>
        <p:spPr>
          <a:xfrm>
            <a:off x="1847377" y="3275066"/>
            <a:ext cx="7786742" cy="860425"/>
          </a:xfrm>
          <a:prstGeom prst="rect">
            <a:avLst/>
          </a:prstGeom>
          <a:noFill/>
        </p:spPr>
        <p:txBody>
          <a:bodyPr wrap="square" rtlCol="0">
            <a:spAutoFit/>
          </a:bodyPr>
          <a:lstStyle/>
          <a:p>
            <a:pPr>
              <a:lnSpc>
                <a:spcPts val="3000"/>
              </a:lnSpc>
            </a:pP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  </a:t>
            </a:r>
            <a:r>
              <a:rPr lang="zh-CN"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1</a:t>
            </a:r>
            <a:r>
              <a:rPr lang="zh-CN"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）把所有作业按</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M1</a:t>
            </a:r>
            <a:r>
              <a:rPr lang="zh-CN"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M2</a:t>
            </a:r>
            <a:r>
              <a:rPr lang="zh-CN"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的时间分为两组，</a:t>
            </a:r>
            <a:r>
              <a:rPr lang="en-US" altLang="zh-CN" sz="2300" b="1" i="1" dirty="0">
                <a:solidFill>
                  <a:srgbClr val="0000FF"/>
                </a:solidFill>
                <a:latin typeface="华文楷体" panose="02010600040101010101" pitchFamily="2" charset="-122"/>
                <a:ea typeface="华文楷体" panose="02010600040101010101" pitchFamily="2" charset="-122"/>
                <a:cs typeface="微软雅黑" panose="020B0503020204020204" charset="-122"/>
              </a:rPr>
              <a:t>a</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i="1" dirty="0" err="1">
                <a:solidFill>
                  <a:srgbClr val="0000FF"/>
                </a:solidFill>
                <a:latin typeface="华文楷体" panose="02010600040101010101" pitchFamily="2" charset="-122"/>
                <a:ea typeface="华文楷体" panose="02010600040101010101" pitchFamily="2" charset="-122"/>
                <a:cs typeface="微软雅黑" panose="020B0503020204020204" charset="-122"/>
              </a:rPr>
              <a:t>i</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zh-CN"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i="1" dirty="0">
                <a:solidFill>
                  <a:srgbClr val="0000FF"/>
                </a:solidFill>
                <a:latin typeface="华文楷体" panose="02010600040101010101" pitchFamily="2" charset="-122"/>
                <a:ea typeface="华文楷体" panose="02010600040101010101" pitchFamily="2" charset="-122"/>
                <a:cs typeface="微软雅黑" panose="020B0503020204020204" charset="-122"/>
              </a:rPr>
              <a:t>b</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i="1" dirty="0" err="1">
                <a:solidFill>
                  <a:srgbClr val="0000FF"/>
                </a:solidFill>
                <a:latin typeface="华文楷体" panose="02010600040101010101" pitchFamily="2" charset="-122"/>
                <a:ea typeface="华文楷体" panose="02010600040101010101" pitchFamily="2" charset="-122"/>
                <a:cs typeface="微软雅黑" panose="020B0503020204020204" charset="-122"/>
              </a:rPr>
              <a:t>i</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zh-CN"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对应第</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1</a:t>
            </a:r>
            <a:r>
              <a:rPr lang="zh-CN"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组</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N1</a:t>
            </a:r>
            <a:r>
              <a:rPr lang="zh-CN"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i="1" dirty="0">
                <a:solidFill>
                  <a:srgbClr val="0000FF"/>
                </a:solidFill>
                <a:latin typeface="华文楷体" panose="02010600040101010101" pitchFamily="2" charset="-122"/>
                <a:ea typeface="华文楷体" panose="02010600040101010101" pitchFamily="2" charset="-122"/>
                <a:cs typeface="微软雅黑" panose="020B0503020204020204" charset="-122"/>
              </a:rPr>
              <a:t>a</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i="1" dirty="0" err="1">
                <a:solidFill>
                  <a:srgbClr val="0000FF"/>
                </a:solidFill>
                <a:latin typeface="华文楷体" panose="02010600040101010101" pitchFamily="2" charset="-122"/>
                <a:ea typeface="华文楷体" panose="02010600040101010101" pitchFamily="2" charset="-122"/>
                <a:cs typeface="微软雅黑" panose="020B0503020204020204" charset="-122"/>
              </a:rPr>
              <a:t>i</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]&gt;</a:t>
            </a:r>
            <a:r>
              <a:rPr lang="en-US" altLang="zh-CN" sz="2300" b="1" i="1" dirty="0">
                <a:solidFill>
                  <a:srgbClr val="0000FF"/>
                </a:solidFill>
                <a:latin typeface="华文楷体" panose="02010600040101010101" pitchFamily="2" charset="-122"/>
                <a:ea typeface="华文楷体" panose="02010600040101010101" pitchFamily="2" charset="-122"/>
                <a:cs typeface="微软雅黑" panose="020B0503020204020204" charset="-122"/>
              </a:rPr>
              <a:t>b</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i="1" dirty="0" err="1">
                <a:solidFill>
                  <a:srgbClr val="0000FF"/>
                </a:solidFill>
                <a:latin typeface="华文楷体" panose="02010600040101010101" pitchFamily="2" charset="-122"/>
                <a:ea typeface="华文楷体" panose="02010600040101010101" pitchFamily="2" charset="-122"/>
                <a:cs typeface="微软雅黑" panose="020B0503020204020204" charset="-122"/>
              </a:rPr>
              <a:t>i</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zh-CN"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对应第</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0</a:t>
            </a:r>
            <a:r>
              <a:rPr lang="zh-CN"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组</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N2</a:t>
            </a:r>
            <a:r>
              <a:rPr lang="zh-CN"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     </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9.xml><?xml version="1.0" encoding="utf-8"?>
<p:sld xmlns:a="http://schemas.openxmlformats.org/drawingml/2006/main" xmlns:r="http://schemas.openxmlformats.org/officeDocument/2006/relationships" xmlns:p="http://schemas.openxmlformats.org/presentationml/2006/main">
  <p:cSld>
    <p:bg>
      <p:bgPr>
        <a:blipFill>
          <a:blip r:embed="rId5">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550545" y="725805"/>
            <a:ext cx="8217535" cy="1153160"/>
          </a:xfrm>
          <a:prstGeom prst="rect">
            <a:avLst/>
          </a:prstGeom>
          <a:solidFill>
            <a:schemeClr val="accent6">
              <a:lumMod val="20000"/>
              <a:lumOff val="80000"/>
            </a:schemeClr>
          </a:solidFill>
        </p:spPr>
        <p:txBody>
          <a:bodyPr wrap="square" rtlCol="0">
            <a:spAutoFit/>
          </a:bodyPr>
          <a:lstStyle/>
          <a:p>
            <a:pPr>
              <a:lnSpc>
                <a:spcPct val="100000"/>
              </a:lnSpc>
            </a:pP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   </a:t>
            </a:r>
            <a:r>
              <a:rPr lang="zh-CN"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2</a:t>
            </a:r>
            <a:r>
              <a:rPr lang="zh-CN"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）将</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N1</a:t>
            </a:r>
            <a:r>
              <a:rPr lang="zh-CN" altLang="en-US" sz="2300" b="1">
                <a:solidFill>
                  <a:srgbClr val="0000FF"/>
                </a:solidFill>
                <a:latin typeface="华文楷体" panose="02010600040101010101" pitchFamily="2" charset="-122"/>
                <a:ea typeface="华文楷体" panose="02010600040101010101" pitchFamily="2" charset="-122"/>
                <a:cs typeface="微软雅黑" panose="020B0503020204020204" charset="-122"/>
              </a:rPr>
              <a:t>（组号</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=1</a:t>
            </a:r>
            <a:r>
              <a:rPr lang="zh-CN" altLang="en-US" sz="2300" b="1">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i="1">
                <a:solidFill>
                  <a:srgbClr val="0000FF"/>
                </a:solidFill>
                <a:latin typeface="华文楷体" panose="02010600040101010101" pitchFamily="2" charset="-122"/>
                <a:ea typeface="华文楷体" panose="02010600040101010101" pitchFamily="2" charset="-122"/>
                <a:cs typeface="微软雅黑" panose="020B0503020204020204" charset="-122"/>
              </a:rPr>
              <a:t> a</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i="1">
                <a:solidFill>
                  <a:srgbClr val="0000FF"/>
                </a:solidFill>
                <a:latin typeface="华文楷体" panose="02010600040101010101" pitchFamily="2" charset="-122"/>
                <a:ea typeface="华文楷体" panose="02010600040101010101" pitchFamily="2" charset="-122"/>
                <a:cs typeface="微软雅黑" panose="020B0503020204020204" charset="-122"/>
              </a:rPr>
              <a:t>i</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zh-CN"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i="1">
                <a:solidFill>
                  <a:srgbClr val="0000FF"/>
                </a:solidFill>
                <a:latin typeface="华文楷体" panose="02010600040101010101" pitchFamily="2" charset="-122"/>
                <a:ea typeface="华文楷体" panose="02010600040101010101" pitchFamily="2" charset="-122"/>
                <a:cs typeface="微软雅黑" panose="020B0503020204020204" charset="-122"/>
              </a:rPr>
              <a:t>b</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i="1">
                <a:solidFill>
                  <a:srgbClr val="0000FF"/>
                </a:solidFill>
                <a:latin typeface="华文楷体" panose="02010600040101010101" pitchFamily="2" charset="-122"/>
                <a:ea typeface="华文楷体" panose="02010600040101010101" pitchFamily="2" charset="-122"/>
                <a:cs typeface="微软雅黑" panose="020B0503020204020204" charset="-122"/>
              </a:rPr>
              <a:t>i</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 </a:t>
            </a:r>
            <a:r>
              <a:rPr lang="zh-CN" altLang="en-US" sz="2300" b="1">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zh-CN"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的作业按</a:t>
            </a:r>
            <a:r>
              <a:rPr lang="en-US" altLang="zh-CN" sz="2300" b="1" i="1">
                <a:solidFill>
                  <a:srgbClr val="0000FF"/>
                </a:solidFill>
                <a:latin typeface="华文楷体" panose="02010600040101010101" pitchFamily="2" charset="-122"/>
                <a:ea typeface="华文楷体" panose="02010600040101010101" pitchFamily="2" charset="-122"/>
                <a:cs typeface="微软雅黑" panose="020B0503020204020204" charset="-122"/>
              </a:rPr>
              <a:t>a</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i="1">
                <a:solidFill>
                  <a:srgbClr val="0000FF"/>
                </a:solidFill>
                <a:latin typeface="华文楷体" panose="02010600040101010101" pitchFamily="2" charset="-122"/>
                <a:ea typeface="华文楷体" panose="02010600040101010101" pitchFamily="2" charset="-122"/>
                <a:cs typeface="微软雅黑" panose="020B0503020204020204" charset="-122"/>
              </a:rPr>
              <a:t>i</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zh-CN" altLang="en-US" sz="2300" b="1">
                <a:solidFill>
                  <a:srgbClr val="0000FF"/>
                </a:solidFill>
                <a:latin typeface="华文楷体" panose="02010600040101010101" pitchFamily="2" charset="-122"/>
                <a:ea typeface="华文楷体" panose="02010600040101010101" pitchFamily="2" charset="-122"/>
                <a:cs typeface="微软雅黑" panose="020B0503020204020204" charset="-122"/>
              </a:rPr>
              <a:t>（用时间</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time</a:t>
            </a:r>
            <a:r>
              <a:rPr lang="zh-CN" altLang="en-US" sz="2300" b="1">
                <a:solidFill>
                  <a:srgbClr val="0000FF"/>
                </a:solidFill>
                <a:latin typeface="华文楷体" panose="02010600040101010101" pitchFamily="2" charset="-122"/>
                <a:ea typeface="华文楷体" panose="02010600040101010101" pitchFamily="2" charset="-122"/>
                <a:cs typeface="微软雅黑" panose="020B0503020204020204" charset="-122"/>
              </a:rPr>
              <a:t>存放）</a:t>
            </a:r>
            <a:r>
              <a:rPr lang="zh-CN"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递增排序，</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N2</a:t>
            </a:r>
            <a:r>
              <a:rPr lang="zh-CN" altLang="en-US" sz="2300" b="1">
                <a:solidFill>
                  <a:srgbClr val="0000FF"/>
                </a:solidFill>
                <a:latin typeface="华文楷体" panose="02010600040101010101" pitchFamily="2" charset="-122"/>
                <a:ea typeface="华文楷体" panose="02010600040101010101" pitchFamily="2" charset="-122"/>
                <a:cs typeface="微软雅黑" panose="020B0503020204020204" charset="-122"/>
              </a:rPr>
              <a:t> （组号</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=1</a:t>
            </a:r>
            <a:r>
              <a:rPr lang="zh-CN" altLang="en-US" sz="2300" b="1">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i="1">
                <a:solidFill>
                  <a:srgbClr val="0000FF"/>
                </a:solidFill>
                <a:latin typeface="华文楷体" panose="02010600040101010101" pitchFamily="2" charset="-122"/>
                <a:ea typeface="华文楷体" panose="02010600040101010101" pitchFamily="2" charset="-122"/>
                <a:cs typeface="微软雅黑" panose="020B0503020204020204" charset="-122"/>
              </a:rPr>
              <a:t> a</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i="1">
                <a:solidFill>
                  <a:srgbClr val="0000FF"/>
                </a:solidFill>
                <a:latin typeface="华文楷体" panose="02010600040101010101" pitchFamily="2" charset="-122"/>
                <a:ea typeface="华文楷体" panose="02010600040101010101" pitchFamily="2" charset="-122"/>
                <a:cs typeface="微软雅黑" panose="020B0503020204020204" charset="-122"/>
              </a:rPr>
              <a:t>i</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]&gt;</a:t>
            </a:r>
            <a:r>
              <a:rPr lang="en-US" altLang="zh-CN" sz="2300" b="1" i="1">
                <a:solidFill>
                  <a:srgbClr val="0000FF"/>
                </a:solidFill>
                <a:latin typeface="华文楷体" panose="02010600040101010101" pitchFamily="2" charset="-122"/>
                <a:ea typeface="华文楷体" panose="02010600040101010101" pitchFamily="2" charset="-122"/>
                <a:cs typeface="微软雅黑" panose="020B0503020204020204" charset="-122"/>
              </a:rPr>
              <a:t>b</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i="1">
                <a:solidFill>
                  <a:srgbClr val="0000FF"/>
                </a:solidFill>
                <a:latin typeface="华文楷体" panose="02010600040101010101" pitchFamily="2" charset="-122"/>
                <a:ea typeface="华文楷体" panose="02010600040101010101" pitchFamily="2" charset="-122"/>
                <a:cs typeface="微软雅黑" panose="020B0503020204020204" charset="-122"/>
              </a:rPr>
              <a:t>i</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 </a:t>
            </a:r>
            <a:r>
              <a:rPr lang="zh-CN" altLang="en-US" sz="2300" b="1">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zh-CN"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的作业按</a:t>
            </a:r>
            <a:r>
              <a:rPr lang="en-US" altLang="zh-CN" sz="2300" b="1" i="1">
                <a:solidFill>
                  <a:srgbClr val="0000FF"/>
                </a:solidFill>
                <a:latin typeface="华文楷体" panose="02010600040101010101" pitchFamily="2" charset="-122"/>
                <a:ea typeface="华文楷体" panose="02010600040101010101" pitchFamily="2" charset="-122"/>
                <a:cs typeface="微软雅黑" panose="020B0503020204020204" charset="-122"/>
              </a:rPr>
              <a:t>b</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i="1">
                <a:solidFill>
                  <a:srgbClr val="0000FF"/>
                </a:solidFill>
                <a:latin typeface="华文楷体" panose="02010600040101010101" pitchFamily="2" charset="-122"/>
                <a:ea typeface="华文楷体" panose="02010600040101010101" pitchFamily="2" charset="-122"/>
                <a:cs typeface="微软雅黑" panose="020B0503020204020204" charset="-122"/>
              </a:rPr>
              <a:t>i</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zh-CN" altLang="en-US" sz="2300" b="1">
                <a:solidFill>
                  <a:srgbClr val="0000FF"/>
                </a:solidFill>
                <a:latin typeface="华文楷体" panose="02010600040101010101" pitchFamily="2" charset="-122"/>
                <a:ea typeface="华文楷体" panose="02010600040101010101" pitchFamily="2" charset="-122"/>
                <a:cs typeface="微软雅黑" panose="020B0503020204020204" charset="-122"/>
              </a:rPr>
              <a:t> （用时间</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time</a:t>
            </a:r>
            <a:r>
              <a:rPr lang="zh-CN" altLang="en-US" sz="2300" b="1">
                <a:solidFill>
                  <a:srgbClr val="0000FF"/>
                </a:solidFill>
                <a:latin typeface="华文楷体" panose="02010600040101010101" pitchFamily="2" charset="-122"/>
                <a:ea typeface="华文楷体" panose="02010600040101010101" pitchFamily="2" charset="-122"/>
                <a:cs typeface="微软雅黑" panose="020B0503020204020204" charset="-122"/>
              </a:rPr>
              <a:t>存放）</a:t>
            </a:r>
            <a:r>
              <a:rPr lang="zh-CN"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递</a:t>
            </a:r>
            <a:r>
              <a:rPr lang="zh-CN" altLang="en-US" sz="2300" b="1">
                <a:solidFill>
                  <a:srgbClr val="0000FF"/>
                </a:solidFill>
                <a:latin typeface="华文楷体" panose="02010600040101010101" pitchFamily="2" charset="-122"/>
                <a:ea typeface="华文楷体" panose="02010600040101010101" pitchFamily="2" charset="-122"/>
                <a:cs typeface="微软雅黑" panose="020B0503020204020204" charset="-122"/>
              </a:rPr>
              <a:t>增</a:t>
            </a:r>
            <a:r>
              <a:rPr lang="zh-CN"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排序。</a:t>
            </a:r>
          </a:p>
        </p:txBody>
      </p:sp>
      <p:graphicFrame>
        <p:nvGraphicFramePr>
          <p:cNvPr id="3" name="表格 2"/>
          <p:cNvGraphicFramePr>
            <a:graphicFrameLocks noGrp="1"/>
          </p:cNvGraphicFramePr>
          <p:nvPr>
            <p:custDataLst>
              <p:tags r:id="rId2"/>
            </p:custDataLst>
            <p:extLst>
              <p:ext uri="{D42A27DB-BD31-4B8C-83A1-F6EECF244321}">
                <p14:modId xmlns:p14="http://schemas.microsoft.com/office/powerpoint/2010/main" val="1660601637"/>
              </p:ext>
            </p:extLst>
          </p:nvPr>
        </p:nvGraphicFramePr>
        <p:xfrm>
          <a:off x="1128581" y="2065903"/>
          <a:ext cx="7560310" cy="2039535"/>
        </p:xfrm>
        <a:graphic>
          <a:graphicData uri="http://schemas.openxmlformats.org/drawingml/2006/table">
            <a:tbl>
              <a:tblPr firstRow="1" bandRow="1">
                <a:tableStyleId>{E269D01E-BC32-4049-B463-5C60D7B0CCD2}</a:tableStyleId>
              </a:tblPr>
              <a:tblGrid>
                <a:gridCol w="1512062">
                  <a:extLst>
                    <a:ext uri="{9D8B030D-6E8A-4147-A177-3AD203B41FA5}">
                      <a16:colId xmlns:a16="http://schemas.microsoft.com/office/drawing/2014/main" val="20000"/>
                    </a:ext>
                  </a:extLst>
                </a:gridCol>
                <a:gridCol w="1512062">
                  <a:extLst>
                    <a:ext uri="{9D8B030D-6E8A-4147-A177-3AD203B41FA5}">
                      <a16:colId xmlns:a16="http://schemas.microsoft.com/office/drawing/2014/main" val="20001"/>
                    </a:ext>
                  </a:extLst>
                </a:gridCol>
                <a:gridCol w="1512062">
                  <a:extLst>
                    <a:ext uri="{9D8B030D-6E8A-4147-A177-3AD203B41FA5}">
                      <a16:colId xmlns:a16="http://schemas.microsoft.com/office/drawing/2014/main" val="20002"/>
                    </a:ext>
                  </a:extLst>
                </a:gridCol>
                <a:gridCol w="1512062">
                  <a:extLst>
                    <a:ext uri="{9D8B030D-6E8A-4147-A177-3AD203B41FA5}">
                      <a16:colId xmlns:a16="http://schemas.microsoft.com/office/drawing/2014/main" val="20003"/>
                    </a:ext>
                  </a:extLst>
                </a:gridCol>
                <a:gridCol w="1512062">
                  <a:extLst>
                    <a:ext uri="{9D8B030D-6E8A-4147-A177-3AD203B41FA5}">
                      <a16:colId xmlns:a16="http://schemas.microsoft.com/office/drawing/2014/main" val="20004"/>
                    </a:ext>
                  </a:extLst>
                </a:gridCol>
              </a:tblGrid>
              <a:tr h="396000">
                <a:tc>
                  <a:txBody>
                    <a:bodyPr/>
                    <a:lstStyle/>
                    <a:p>
                      <a:pPr indent="0" algn="ctr" fontAlgn="auto">
                        <a:lnSpc>
                          <a:spcPts val="2200"/>
                        </a:lnSpc>
                      </a:pPr>
                      <a:r>
                        <a:rPr lang="zh-CN" altLang="en-US" sz="2300" b="1" dirty="0">
                          <a:solidFill>
                            <a:srgbClr val="9900FF"/>
                          </a:solidFill>
                          <a:latin typeface="华文楷体" panose="02010600040101010101" pitchFamily="2" charset="-122"/>
                          <a:ea typeface="华文楷体" panose="02010600040101010101" pitchFamily="2" charset="-122"/>
                          <a:cs typeface="Consolas" panose="020B0609020204030204" pitchFamily="49" charset="0"/>
                        </a:rPr>
                        <a:t>编号</a:t>
                      </a:r>
                    </a:p>
                  </a:txBody>
                  <a:tcPr anchor="ctr">
                    <a:solidFill>
                      <a:schemeClr val="bg1">
                        <a:lumMod val="85000"/>
                      </a:schemeClr>
                    </a:solidFill>
                  </a:tcPr>
                </a:tc>
                <a:tc>
                  <a:txBody>
                    <a:bodyPr/>
                    <a:lstStyle/>
                    <a:p>
                      <a:pPr indent="0" algn="ctr" fontAlgn="auto">
                        <a:lnSpc>
                          <a:spcPts val="2200"/>
                        </a:lnSpc>
                      </a:pPr>
                      <a:r>
                        <a:rPr lang="en-US" altLang="zh-CN" sz="2300" b="1">
                          <a:solidFill>
                            <a:srgbClr val="C00000"/>
                          </a:solidFill>
                          <a:latin typeface="微软雅黑" panose="020B0503020204020204" charset="-122"/>
                          <a:ea typeface="微软雅黑" panose="020B0503020204020204" charset="-122"/>
                          <a:cs typeface="Consolas" panose="020B0609020204030204" pitchFamily="49" charset="0"/>
                        </a:rPr>
                        <a:t>1</a:t>
                      </a:r>
                    </a:p>
                  </a:txBody>
                  <a:tcPr anchor="ctr">
                    <a:solidFill>
                      <a:schemeClr val="bg1">
                        <a:lumMod val="85000"/>
                      </a:schemeClr>
                    </a:solidFill>
                  </a:tcPr>
                </a:tc>
                <a:tc>
                  <a:txBody>
                    <a:bodyPr/>
                    <a:lstStyle/>
                    <a:p>
                      <a:pPr indent="0" algn="ctr" fontAlgn="auto">
                        <a:lnSpc>
                          <a:spcPts val="2200"/>
                        </a:lnSpc>
                      </a:pPr>
                      <a:r>
                        <a:rPr lang="en-US" altLang="zh-CN" sz="2300" b="1">
                          <a:solidFill>
                            <a:srgbClr val="006600"/>
                          </a:solidFill>
                          <a:latin typeface="微软雅黑" panose="020B0503020204020204" charset="-122"/>
                          <a:ea typeface="微软雅黑" panose="020B0503020204020204" charset="-122"/>
                          <a:cs typeface="Consolas" panose="020B0609020204030204" pitchFamily="49" charset="0"/>
                        </a:rPr>
                        <a:t>2</a:t>
                      </a:r>
                    </a:p>
                  </a:txBody>
                  <a:tcPr anchor="ctr">
                    <a:solidFill>
                      <a:schemeClr val="bg1">
                        <a:lumMod val="85000"/>
                      </a:schemeClr>
                    </a:solidFill>
                  </a:tcPr>
                </a:tc>
                <a:tc>
                  <a:txBody>
                    <a:bodyPr/>
                    <a:lstStyle/>
                    <a:p>
                      <a:pPr indent="0" algn="ctr" fontAlgn="auto">
                        <a:lnSpc>
                          <a:spcPts val="2200"/>
                        </a:lnSpc>
                      </a:pPr>
                      <a:r>
                        <a:rPr lang="en-US" altLang="zh-CN" sz="2300" b="1">
                          <a:solidFill>
                            <a:srgbClr val="C00000"/>
                          </a:solidFill>
                          <a:latin typeface="微软雅黑" panose="020B0503020204020204" charset="-122"/>
                          <a:ea typeface="微软雅黑" panose="020B0503020204020204" charset="-122"/>
                          <a:cs typeface="Consolas" panose="020B0609020204030204" pitchFamily="49" charset="0"/>
                        </a:rPr>
                        <a:t>3</a:t>
                      </a:r>
                    </a:p>
                  </a:txBody>
                  <a:tcPr anchor="ctr">
                    <a:solidFill>
                      <a:schemeClr val="bg1">
                        <a:lumMod val="85000"/>
                      </a:schemeClr>
                    </a:solidFill>
                  </a:tcPr>
                </a:tc>
                <a:tc>
                  <a:txBody>
                    <a:bodyPr/>
                    <a:lstStyle/>
                    <a:p>
                      <a:pPr indent="0" algn="ctr" fontAlgn="auto">
                        <a:lnSpc>
                          <a:spcPts val="2200"/>
                        </a:lnSpc>
                      </a:pPr>
                      <a:r>
                        <a:rPr lang="en-US" altLang="zh-CN" sz="2300" b="1">
                          <a:solidFill>
                            <a:srgbClr val="006600"/>
                          </a:solidFill>
                          <a:latin typeface="微软雅黑" panose="020B0503020204020204" charset="-122"/>
                          <a:ea typeface="微软雅黑" panose="020B0503020204020204" charset="-122"/>
                          <a:cs typeface="Consolas" panose="020B0609020204030204" pitchFamily="49" charset="0"/>
                        </a:rPr>
                        <a:t>4</a:t>
                      </a:r>
                    </a:p>
                  </a:txBody>
                  <a:tcPr anchor="ctr">
                    <a:solidFill>
                      <a:schemeClr val="bg1">
                        <a:lumMod val="85000"/>
                      </a:schemeClr>
                    </a:solidFill>
                  </a:tcPr>
                </a:tc>
                <a:extLst>
                  <a:ext uri="{0D108BD9-81ED-4DB2-BD59-A6C34878D82A}">
                    <a16:rowId xmlns:a16="http://schemas.microsoft.com/office/drawing/2014/main" val="10000"/>
                  </a:ext>
                </a:extLst>
              </a:tr>
              <a:tr h="441960">
                <a:tc>
                  <a:txBody>
                    <a:bodyPr/>
                    <a:lstStyle/>
                    <a:p>
                      <a:pPr indent="0" algn="ctr" fontAlgn="auto">
                        <a:lnSpc>
                          <a:spcPts val="2200"/>
                        </a:lnSpc>
                      </a:pPr>
                      <a:r>
                        <a:rPr lang="en-US" altLang="zh-CN" sz="2300" b="1" dirty="0">
                          <a:solidFill>
                            <a:srgbClr val="9900FF"/>
                          </a:solidFill>
                          <a:latin typeface="华文楷体" panose="02010600040101010101" pitchFamily="2" charset="-122"/>
                          <a:ea typeface="华文楷体" panose="02010600040101010101" pitchFamily="2" charset="-122"/>
                          <a:cs typeface="Consolas" panose="020B0609020204030204" pitchFamily="49" charset="0"/>
                        </a:rPr>
                        <a:t>M1</a:t>
                      </a:r>
                    </a:p>
                  </a:txBody>
                  <a:tcPr anchor="ctr">
                    <a:solidFill>
                      <a:schemeClr val="bg1">
                        <a:lumMod val="85000"/>
                      </a:schemeClr>
                    </a:solidFill>
                  </a:tcPr>
                </a:tc>
                <a:tc>
                  <a:txBody>
                    <a:bodyPr/>
                    <a:lstStyle/>
                    <a:p>
                      <a:pPr indent="0" algn="ctr" fontAlgn="auto">
                        <a:lnSpc>
                          <a:spcPts val="2200"/>
                        </a:lnSpc>
                      </a:pPr>
                      <a:r>
                        <a:rPr lang="en-US" altLang="zh-CN" sz="2300" b="1">
                          <a:solidFill>
                            <a:srgbClr val="C00000"/>
                          </a:solidFill>
                          <a:latin typeface="微软雅黑" panose="020B0503020204020204" charset="-122"/>
                          <a:ea typeface="微软雅黑" panose="020B0503020204020204" charset="-122"/>
                          <a:cs typeface="Consolas" panose="020B0609020204030204" pitchFamily="49" charset="0"/>
                        </a:rPr>
                        <a:t>5</a:t>
                      </a:r>
                    </a:p>
                  </a:txBody>
                  <a:tcPr anchor="ctr">
                    <a:solidFill>
                      <a:schemeClr val="bg1">
                        <a:lumMod val="85000"/>
                      </a:schemeClr>
                    </a:solidFill>
                  </a:tcPr>
                </a:tc>
                <a:tc>
                  <a:txBody>
                    <a:bodyPr/>
                    <a:lstStyle/>
                    <a:p>
                      <a:pPr indent="0" algn="ctr" fontAlgn="auto">
                        <a:lnSpc>
                          <a:spcPts val="2200"/>
                        </a:lnSpc>
                      </a:pPr>
                      <a:r>
                        <a:rPr lang="en-US" altLang="zh-CN" sz="2300" b="1">
                          <a:solidFill>
                            <a:srgbClr val="006600"/>
                          </a:solidFill>
                          <a:latin typeface="微软雅黑" panose="020B0503020204020204" charset="-122"/>
                          <a:ea typeface="微软雅黑" panose="020B0503020204020204" charset="-122"/>
                          <a:cs typeface="Consolas" panose="020B0609020204030204" pitchFamily="49" charset="0"/>
                        </a:rPr>
                        <a:t>12</a:t>
                      </a:r>
                    </a:p>
                  </a:txBody>
                  <a:tcPr anchor="ctr">
                    <a:solidFill>
                      <a:schemeClr val="bg1">
                        <a:lumMod val="85000"/>
                      </a:schemeClr>
                    </a:solidFill>
                  </a:tcPr>
                </a:tc>
                <a:tc>
                  <a:txBody>
                    <a:bodyPr/>
                    <a:lstStyle/>
                    <a:p>
                      <a:pPr indent="0" algn="ctr" fontAlgn="auto">
                        <a:lnSpc>
                          <a:spcPts val="2200"/>
                        </a:lnSpc>
                      </a:pPr>
                      <a:r>
                        <a:rPr lang="en-US" altLang="zh-CN" sz="2300" b="1">
                          <a:solidFill>
                            <a:srgbClr val="C00000"/>
                          </a:solidFill>
                          <a:latin typeface="微软雅黑" panose="020B0503020204020204" charset="-122"/>
                          <a:ea typeface="微软雅黑" panose="020B0503020204020204" charset="-122"/>
                          <a:cs typeface="Consolas" panose="020B0609020204030204" pitchFamily="49" charset="0"/>
                        </a:rPr>
                        <a:t>4</a:t>
                      </a:r>
                    </a:p>
                  </a:txBody>
                  <a:tcPr anchor="ctr">
                    <a:solidFill>
                      <a:schemeClr val="bg1">
                        <a:lumMod val="85000"/>
                      </a:schemeClr>
                    </a:solidFill>
                  </a:tcPr>
                </a:tc>
                <a:tc>
                  <a:txBody>
                    <a:bodyPr/>
                    <a:lstStyle/>
                    <a:p>
                      <a:pPr indent="0" algn="ctr" fontAlgn="auto">
                        <a:lnSpc>
                          <a:spcPts val="2200"/>
                        </a:lnSpc>
                      </a:pPr>
                      <a:r>
                        <a:rPr lang="en-US" altLang="zh-CN" sz="2300" b="1">
                          <a:solidFill>
                            <a:srgbClr val="006600"/>
                          </a:solidFill>
                          <a:latin typeface="微软雅黑" panose="020B0503020204020204" charset="-122"/>
                          <a:ea typeface="微软雅黑" panose="020B0503020204020204" charset="-122"/>
                          <a:cs typeface="Consolas" panose="020B0609020204030204" pitchFamily="49" charset="0"/>
                        </a:rPr>
                        <a:t>8</a:t>
                      </a:r>
                    </a:p>
                  </a:txBody>
                  <a:tcPr anchor="ctr">
                    <a:solidFill>
                      <a:schemeClr val="bg1">
                        <a:lumMod val="85000"/>
                      </a:schemeClr>
                    </a:solidFill>
                  </a:tcPr>
                </a:tc>
                <a:extLst>
                  <a:ext uri="{0D108BD9-81ED-4DB2-BD59-A6C34878D82A}">
                    <a16:rowId xmlns:a16="http://schemas.microsoft.com/office/drawing/2014/main" val="10001"/>
                  </a:ext>
                </a:extLst>
              </a:tr>
              <a:tr h="409575">
                <a:tc>
                  <a:txBody>
                    <a:bodyPr/>
                    <a:lstStyle/>
                    <a:p>
                      <a:pPr indent="0" algn="ctr" fontAlgn="auto">
                        <a:lnSpc>
                          <a:spcPts val="2200"/>
                        </a:lnSpc>
                      </a:pPr>
                      <a:r>
                        <a:rPr lang="en-US" altLang="zh-CN" sz="2300" b="1" dirty="0">
                          <a:solidFill>
                            <a:srgbClr val="9900FF"/>
                          </a:solidFill>
                          <a:latin typeface="华文楷体" panose="02010600040101010101" pitchFamily="2" charset="-122"/>
                          <a:ea typeface="华文楷体" panose="02010600040101010101" pitchFamily="2" charset="-122"/>
                          <a:cs typeface="Consolas" panose="020B0609020204030204" pitchFamily="49" charset="0"/>
                        </a:rPr>
                        <a:t>M2</a:t>
                      </a:r>
                    </a:p>
                  </a:txBody>
                  <a:tcPr anchor="ctr">
                    <a:solidFill>
                      <a:schemeClr val="bg1">
                        <a:lumMod val="85000"/>
                      </a:schemeClr>
                    </a:solidFill>
                  </a:tcPr>
                </a:tc>
                <a:tc>
                  <a:txBody>
                    <a:bodyPr/>
                    <a:lstStyle/>
                    <a:p>
                      <a:pPr indent="0" algn="ctr" fontAlgn="auto">
                        <a:lnSpc>
                          <a:spcPts val="2200"/>
                        </a:lnSpc>
                      </a:pPr>
                      <a:r>
                        <a:rPr lang="en-US" altLang="zh-CN" sz="2300" b="1">
                          <a:solidFill>
                            <a:srgbClr val="C00000"/>
                          </a:solidFill>
                          <a:latin typeface="微软雅黑" panose="020B0503020204020204" charset="-122"/>
                          <a:ea typeface="微软雅黑" panose="020B0503020204020204" charset="-122"/>
                          <a:cs typeface="Consolas" panose="020B0609020204030204" pitchFamily="49" charset="0"/>
                        </a:rPr>
                        <a:t>6</a:t>
                      </a:r>
                    </a:p>
                  </a:txBody>
                  <a:tcPr anchor="ctr">
                    <a:solidFill>
                      <a:schemeClr val="bg1">
                        <a:lumMod val="85000"/>
                      </a:schemeClr>
                    </a:solidFill>
                  </a:tcPr>
                </a:tc>
                <a:tc>
                  <a:txBody>
                    <a:bodyPr/>
                    <a:lstStyle/>
                    <a:p>
                      <a:pPr indent="0" algn="ctr" fontAlgn="auto">
                        <a:lnSpc>
                          <a:spcPts val="2200"/>
                        </a:lnSpc>
                      </a:pPr>
                      <a:r>
                        <a:rPr lang="en-US" altLang="zh-CN" sz="2300" b="1">
                          <a:solidFill>
                            <a:srgbClr val="006600"/>
                          </a:solidFill>
                          <a:latin typeface="微软雅黑" panose="020B0503020204020204" charset="-122"/>
                          <a:ea typeface="微软雅黑" panose="020B0503020204020204" charset="-122"/>
                          <a:cs typeface="Consolas" panose="020B0609020204030204" pitchFamily="49" charset="0"/>
                        </a:rPr>
                        <a:t>2</a:t>
                      </a:r>
                    </a:p>
                  </a:txBody>
                  <a:tcPr anchor="ctr">
                    <a:solidFill>
                      <a:schemeClr val="bg1">
                        <a:lumMod val="85000"/>
                      </a:schemeClr>
                    </a:solidFill>
                  </a:tcPr>
                </a:tc>
                <a:tc>
                  <a:txBody>
                    <a:bodyPr/>
                    <a:lstStyle/>
                    <a:p>
                      <a:pPr indent="0" algn="ctr" fontAlgn="auto">
                        <a:lnSpc>
                          <a:spcPts val="2200"/>
                        </a:lnSpc>
                      </a:pPr>
                      <a:r>
                        <a:rPr lang="en-US" altLang="zh-CN" sz="2300" b="1">
                          <a:solidFill>
                            <a:srgbClr val="C00000"/>
                          </a:solidFill>
                          <a:latin typeface="微软雅黑" panose="020B0503020204020204" charset="-122"/>
                          <a:ea typeface="微软雅黑" panose="020B0503020204020204" charset="-122"/>
                          <a:cs typeface="Consolas" panose="020B0609020204030204" pitchFamily="49" charset="0"/>
                        </a:rPr>
                        <a:t>14</a:t>
                      </a:r>
                    </a:p>
                  </a:txBody>
                  <a:tcPr anchor="ctr">
                    <a:solidFill>
                      <a:schemeClr val="bg1">
                        <a:lumMod val="85000"/>
                      </a:schemeClr>
                    </a:solidFill>
                  </a:tcPr>
                </a:tc>
                <a:tc>
                  <a:txBody>
                    <a:bodyPr/>
                    <a:lstStyle/>
                    <a:p>
                      <a:pPr indent="0" algn="ctr" fontAlgn="auto">
                        <a:lnSpc>
                          <a:spcPts val="2200"/>
                        </a:lnSpc>
                      </a:pPr>
                      <a:r>
                        <a:rPr lang="en-US" altLang="zh-CN" sz="2300" b="1">
                          <a:solidFill>
                            <a:srgbClr val="006600"/>
                          </a:solidFill>
                          <a:latin typeface="微软雅黑" panose="020B0503020204020204" charset="-122"/>
                          <a:ea typeface="微软雅黑" panose="020B0503020204020204" charset="-122"/>
                          <a:cs typeface="Consolas" panose="020B0609020204030204" pitchFamily="49" charset="0"/>
                        </a:rPr>
                        <a:t>7</a:t>
                      </a:r>
                    </a:p>
                  </a:txBody>
                  <a:tcPr anchor="ctr">
                    <a:solidFill>
                      <a:schemeClr val="bg1">
                        <a:lumMod val="85000"/>
                      </a:schemeClr>
                    </a:solidFill>
                  </a:tcPr>
                </a:tc>
                <a:extLst>
                  <a:ext uri="{0D108BD9-81ED-4DB2-BD59-A6C34878D82A}">
                    <a16:rowId xmlns:a16="http://schemas.microsoft.com/office/drawing/2014/main" val="10002"/>
                  </a:ext>
                </a:extLst>
              </a:tr>
              <a:tr h="396000">
                <a:tc>
                  <a:txBody>
                    <a:bodyPr/>
                    <a:lstStyle/>
                    <a:p>
                      <a:pPr indent="0" algn="ctr" fontAlgn="auto">
                        <a:lnSpc>
                          <a:spcPts val="2200"/>
                        </a:lnSpc>
                        <a:spcAft>
                          <a:spcPts val="0"/>
                        </a:spcAft>
                      </a:pPr>
                      <a:r>
                        <a:rPr lang="zh-CN" sz="2300" b="1" kern="100" dirty="0">
                          <a:solidFill>
                            <a:srgbClr val="9900FF"/>
                          </a:solidFill>
                          <a:latin typeface="华文楷体" panose="02010600040101010101" pitchFamily="2" charset="-122"/>
                          <a:ea typeface="华文楷体" panose="02010600040101010101" pitchFamily="2" charset="-122"/>
                          <a:cs typeface="Consolas" panose="020B0609020204030204" pitchFamily="49" charset="0"/>
                        </a:rPr>
                        <a:t>组号</a:t>
                      </a:r>
                    </a:p>
                  </a:txBody>
                  <a:tcPr marL="68580" marR="68580" marT="0" marB="0" anchor="ctr">
                    <a:solidFill>
                      <a:schemeClr val="bg1">
                        <a:lumMod val="85000"/>
                      </a:schemeClr>
                    </a:solidFill>
                  </a:tcPr>
                </a:tc>
                <a:tc>
                  <a:txBody>
                    <a:bodyPr/>
                    <a:lstStyle/>
                    <a:p>
                      <a:pPr indent="0" algn="ctr" fontAlgn="auto">
                        <a:lnSpc>
                          <a:spcPts val="2200"/>
                        </a:lnSpc>
                        <a:spcAft>
                          <a:spcPts val="0"/>
                        </a:spcAft>
                      </a:pPr>
                      <a:r>
                        <a:rPr lang="en-US" sz="2300" b="1" kern="100">
                          <a:solidFill>
                            <a:srgbClr val="C00000"/>
                          </a:solidFill>
                          <a:latin typeface="微软雅黑" panose="020B0503020204020204" charset="-122"/>
                          <a:ea typeface="微软雅黑" panose="020B0503020204020204" charset="-122"/>
                          <a:cs typeface="Consolas" panose="020B0609020204030204" pitchFamily="49" charset="0"/>
                        </a:rPr>
                        <a:t>1</a:t>
                      </a:r>
                    </a:p>
                  </a:txBody>
                  <a:tcPr marL="68580" marR="68580" marT="0" marB="0" anchor="ctr">
                    <a:solidFill>
                      <a:schemeClr val="bg1">
                        <a:lumMod val="85000"/>
                      </a:schemeClr>
                    </a:solidFill>
                  </a:tcPr>
                </a:tc>
                <a:tc>
                  <a:txBody>
                    <a:bodyPr/>
                    <a:lstStyle/>
                    <a:p>
                      <a:pPr indent="0" algn="ctr" fontAlgn="auto">
                        <a:lnSpc>
                          <a:spcPts val="2200"/>
                        </a:lnSpc>
                        <a:spcAft>
                          <a:spcPts val="0"/>
                        </a:spcAft>
                      </a:pPr>
                      <a:r>
                        <a:rPr lang="en-US" sz="2300" b="1" kern="100">
                          <a:solidFill>
                            <a:srgbClr val="006600"/>
                          </a:solidFill>
                          <a:latin typeface="微软雅黑" panose="020B0503020204020204" charset="-122"/>
                          <a:ea typeface="微软雅黑" panose="020B0503020204020204" charset="-122"/>
                          <a:cs typeface="Consolas" panose="020B0609020204030204" pitchFamily="49" charset="0"/>
                        </a:rPr>
                        <a:t>0</a:t>
                      </a:r>
                    </a:p>
                  </a:txBody>
                  <a:tcPr marL="68580" marR="68580" marT="0" marB="0" anchor="ctr">
                    <a:solidFill>
                      <a:schemeClr val="bg1">
                        <a:lumMod val="85000"/>
                      </a:schemeClr>
                    </a:solidFill>
                  </a:tcPr>
                </a:tc>
                <a:tc>
                  <a:txBody>
                    <a:bodyPr/>
                    <a:lstStyle/>
                    <a:p>
                      <a:pPr indent="0" algn="ctr" fontAlgn="auto">
                        <a:lnSpc>
                          <a:spcPts val="2200"/>
                        </a:lnSpc>
                        <a:spcAft>
                          <a:spcPts val="0"/>
                        </a:spcAft>
                      </a:pPr>
                      <a:r>
                        <a:rPr lang="en-US" sz="2300" b="1" kern="100">
                          <a:solidFill>
                            <a:srgbClr val="C00000"/>
                          </a:solidFill>
                          <a:latin typeface="微软雅黑" panose="020B0503020204020204" charset="-122"/>
                          <a:ea typeface="微软雅黑" panose="020B0503020204020204" charset="-122"/>
                          <a:cs typeface="Consolas" panose="020B0609020204030204" pitchFamily="49" charset="0"/>
                        </a:rPr>
                        <a:t>1</a:t>
                      </a:r>
                    </a:p>
                  </a:txBody>
                  <a:tcPr marL="68580" marR="68580" marT="0" marB="0" anchor="ctr">
                    <a:solidFill>
                      <a:schemeClr val="bg1">
                        <a:lumMod val="85000"/>
                      </a:schemeClr>
                    </a:solidFill>
                  </a:tcPr>
                </a:tc>
                <a:tc>
                  <a:txBody>
                    <a:bodyPr/>
                    <a:lstStyle/>
                    <a:p>
                      <a:pPr indent="0" algn="ctr" fontAlgn="auto">
                        <a:lnSpc>
                          <a:spcPts val="2200"/>
                        </a:lnSpc>
                        <a:spcAft>
                          <a:spcPts val="0"/>
                        </a:spcAft>
                      </a:pPr>
                      <a:r>
                        <a:rPr lang="en-US" sz="2300" b="1" kern="100">
                          <a:solidFill>
                            <a:srgbClr val="006600"/>
                          </a:solidFill>
                          <a:latin typeface="微软雅黑" panose="020B0503020204020204" charset="-122"/>
                          <a:ea typeface="微软雅黑" panose="020B0503020204020204" charset="-122"/>
                          <a:cs typeface="Consolas" panose="020B0609020204030204" pitchFamily="49" charset="0"/>
                        </a:rPr>
                        <a:t>0</a:t>
                      </a:r>
                    </a:p>
                  </a:txBody>
                  <a:tcPr marL="68580" marR="68580" marT="0" marB="0" anchor="ctr">
                    <a:solidFill>
                      <a:schemeClr val="bg1">
                        <a:lumMod val="85000"/>
                      </a:schemeClr>
                    </a:solidFill>
                  </a:tcPr>
                </a:tc>
                <a:extLst>
                  <a:ext uri="{0D108BD9-81ED-4DB2-BD59-A6C34878D82A}">
                    <a16:rowId xmlns:a16="http://schemas.microsoft.com/office/drawing/2014/main" val="10003"/>
                  </a:ext>
                </a:extLst>
              </a:tr>
              <a:tr h="396000">
                <a:tc>
                  <a:txBody>
                    <a:bodyPr/>
                    <a:lstStyle/>
                    <a:p>
                      <a:pPr indent="0" algn="ctr" fontAlgn="auto">
                        <a:lnSpc>
                          <a:spcPts val="2200"/>
                        </a:lnSpc>
                        <a:spcAft>
                          <a:spcPts val="0"/>
                        </a:spcAft>
                      </a:pPr>
                      <a:r>
                        <a:rPr lang="zh-CN" sz="2300" b="1" kern="100" dirty="0">
                          <a:solidFill>
                            <a:srgbClr val="9900FF"/>
                          </a:solidFill>
                          <a:latin typeface="华文楷体" panose="02010600040101010101" pitchFamily="2" charset="-122"/>
                          <a:ea typeface="华文楷体" panose="02010600040101010101" pitchFamily="2" charset="-122"/>
                          <a:cs typeface="微软雅黑" panose="020B0503020204020204" charset="-122"/>
                        </a:rPr>
                        <a:t>时间</a:t>
                      </a:r>
                      <a:r>
                        <a:rPr lang="en-US" sz="2300" b="1" kern="100" dirty="0">
                          <a:solidFill>
                            <a:srgbClr val="9900FF"/>
                          </a:solidFill>
                          <a:latin typeface="华文楷体" panose="02010600040101010101" pitchFamily="2" charset="-122"/>
                          <a:ea typeface="华文楷体" panose="02010600040101010101" pitchFamily="2" charset="-122"/>
                          <a:cs typeface="微软雅黑" panose="020B0503020204020204" charset="-122"/>
                        </a:rPr>
                        <a:t>time</a:t>
                      </a:r>
                      <a:endParaRPr lang="zh-CN" sz="2300" b="1" kern="100" dirty="0">
                        <a:solidFill>
                          <a:srgbClr val="9900FF"/>
                        </a:solidFill>
                        <a:latin typeface="华文楷体" panose="02010600040101010101" pitchFamily="2" charset="-122"/>
                        <a:ea typeface="华文楷体" panose="02010600040101010101" pitchFamily="2" charset="-122"/>
                        <a:cs typeface="微软雅黑" panose="020B0503020204020204" charset="-122"/>
                      </a:endParaRPr>
                    </a:p>
                  </a:txBody>
                  <a:tcPr marL="68580" marR="68580" marT="0" marB="0" anchor="ctr">
                    <a:solidFill>
                      <a:schemeClr val="bg1">
                        <a:lumMod val="85000"/>
                      </a:schemeClr>
                    </a:solidFill>
                  </a:tcPr>
                </a:tc>
                <a:tc>
                  <a:txBody>
                    <a:bodyPr/>
                    <a:lstStyle/>
                    <a:p>
                      <a:pPr indent="0" algn="ctr" fontAlgn="auto">
                        <a:lnSpc>
                          <a:spcPts val="2200"/>
                        </a:lnSpc>
                        <a:spcAft>
                          <a:spcPts val="0"/>
                        </a:spcAft>
                      </a:pPr>
                      <a:r>
                        <a:rPr lang="en-US" sz="2300" b="1" kern="100">
                          <a:solidFill>
                            <a:srgbClr val="C00000"/>
                          </a:solidFill>
                          <a:latin typeface="微软雅黑" panose="020B0503020204020204" charset="-122"/>
                          <a:ea typeface="微软雅黑" panose="020B0503020204020204" charset="-122"/>
                          <a:cs typeface="Consolas" panose="020B0609020204030204" pitchFamily="49" charset="0"/>
                        </a:rPr>
                        <a:t>5</a:t>
                      </a:r>
                    </a:p>
                  </a:txBody>
                  <a:tcPr marL="68580" marR="68580" marT="0" marB="0" anchor="ctr">
                    <a:solidFill>
                      <a:schemeClr val="bg1">
                        <a:lumMod val="85000"/>
                      </a:schemeClr>
                    </a:solidFill>
                  </a:tcPr>
                </a:tc>
                <a:tc>
                  <a:txBody>
                    <a:bodyPr/>
                    <a:lstStyle/>
                    <a:p>
                      <a:pPr indent="0" algn="ctr" fontAlgn="auto">
                        <a:lnSpc>
                          <a:spcPts val="2200"/>
                        </a:lnSpc>
                        <a:spcAft>
                          <a:spcPts val="0"/>
                        </a:spcAft>
                      </a:pPr>
                      <a:r>
                        <a:rPr lang="en-US" sz="2300" b="1" kern="100">
                          <a:solidFill>
                            <a:srgbClr val="006600"/>
                          </a:solidFill>
                          <a:latin typeface="微软雅黑" panose="020B0503020204020204" charset="-122"/>
                          <a:ea typeface="微软雅黑" panose="020B0503020204020204" charset="-122"/>
                          <a:cs typeface="Consolas" panose="020B0609020204030204" pitchFamily="49" charset="0"/>
                        </a:rPr>
                        <a:t>2</a:t>
                      </a:r>
                    </a:p>
                  </a:txBody>
                  <a:tcPr marL="68580" marR="68580" marT="0" marB="0" anchor="ctr">
                    <a:solidFill>
                      <a:schemeClr val="bg1">
                        <a:lumMod val="85000"/>
                      </a:schemeClr>
                    </a:solidFill>
                  </a:tcPr>
                </a:tc>
                <a:tc>
                  <a:txBody>
                    <a:bodyPr/>
                    <a:lstStyle/>
                    <a:p>
                      <a:pPr indent="0" algn="ctr" fontAlgn="auto">
                        <a:lnSpc>
                          <a:spcPts val="2200"/>
                        </a:lnSpc>
                        <a:spcAft>
                          <a:spcPts val="0"/>
                        </a:spcAft>
                      </a:pPr>
                      <a:r>
                        <a:rPr lang="en-US" sz="2300" b="1" kern="100">
                          <a:solidFill>
                            <a:srgbClr val="C00000"/>
                          </a:solidFill>
                          <a:latin typeface="微软雅黑" panose="020B0503020204020204" charset="-122"/>
                          <a:ea typeface="微软雅黑" panose="020B0503020204020204" charset="-122"/>
                          <a:cs typeface="Consolas" panose="020B0609020204030204" pitchFamily="49" charset="0"/>
                        </a:rPr>
                        <a:t>4</a:t>
                      </a:r>
                    </a:p>
                  </a:txBody>
                  <a:tcPr marL="68580" marR="68580" marT="0" marB="0" anchor="ctr">
                    <a:solidFill>
                      <a:schemeClr val="bg1">
                        <a:lumMod val="85000"/>
                      </a:schemeClr>
                    </a:solidFill>
                  </a:tcPr>
                </a:tc>
                <a:tc>
                  <a:txBody>
                    <a:bodyPr/>
                    <a:lstStyle/>
                    <a:p>
                      <a:pPr indent="0" algn="ctr" fontAlgn="auto">
                        <a:lnSpc>
                          <a:spcPts val="2200"/>
                        </a:lnSpc>
                        <a:spcAft>
                          <a:spcPts val="0"/>
                        </a:spcAft>
                      </a:pPr>
                      <a:r>
                        <a:rPr lang="en-US" sz="2300" b="1" kern="100" dirty="0">
                          <a:solidFill>
                            <a:srgbClr val="006600"/>
                          </a:solidFill>
                          <a:latin typeface="微软雅黑" panose="020B0503020204020204" charset="-122"/>
                          <a:ea typeface="微软雅黑" panose="020B0503020204020204" charset="-122"/>
                          <a:cs typeface="Consolas" panose="020B0609020204030204" pitchFamily="49" charset="0"/>
                        </a:rPr>
                        <a:t>7</a:t>
                      </a:r>
                    </a:p>
                  </a:txBody>
                  <a:tcPr marL="68580" marR="68580" marT="0" marB="0" anchor="ctr">
                    <a:solidFill>
                      <a:schemeClr val="bg1">
                        <a:lumMod val="85000"/>
                      </a:schemeClr>
                    </a:solidFill>
                  </a:tcPr>
                </a:tc>
                <a:extLst>
                  <a:ext uri="{0D108BD9-81ED-4DB2-BD59-A6C34878D82A}">
                    <a16:rowId xmlns:a16="http://schemas.microsoft.com/office/drawing/2014/main" val="10004"/>
                  </a:ext>
                </a:extLst>
              </a:tr>
            </a:tbl>
          </a:graphicData>
        </a:graphic>
      </p:graphicFrame>
      <p:graphicFrame>
        <p:nvGraphicFramePr>
          <p:cNvPr id="5" name="表格 4"/>
          <p:cNvGraphicFramePr>
            <a:graphicFrameLocks noGrp="1"/>
          </p:cNvGraphicFramePr>
          <p:nvPr>
            <p:custDataLst>
              <p:tags r:id="rId3"/>
            </p:custDataLst>
            <p:extLst>
              <p:ext uri="{D42A27DB-BD31-4B8C-83A1-F6EECF244321}">
                <p14:modId xmlns:p14="http://schemas.microsoft.com/office/powerpoint/2010/main" val="3807685521"/>
              </p:ext>
            </p:extLst>
          </p:nvPr>
        </p:nvGraphicFramePr>
        <p:xfrm>
          <a:off x="1068070" y="4368240"/>
          <a:ext cx="7426325" cy="2216150"/>
        </p:xfrm>
        <a:graphic>
          <a:graphicData uri="http://schemas.openxmlformats.org/drawingml/2006/table">
            <a:tbl>
              <a:tblPr firstRow="1" bandRow="1">
                <a:tableStyleId>{E269D01E-BC32-4049-B463-5C60D7B0CCD2}</a:tableStyleId>
              </a:tblPr>
              <a:tblGrid>
                <a:gridCol w="1485265">
                  <a:extLst>
                    <a:ext uri="{9D8B030D-6E8A-4147-A177-3AD203B41FA5}">
                      <a16:colId xmlns:a16="http://schemas.microsoft.com/office/drawing/2014/main" val="20000"/>
                    </a:ext>
                  </a:extLst>
                </a:gridCol>
                <a:gridCol w="1485265">
                  <a:extLst>
                    <a:ext uri="{9D8B030D-6E8A-4147-A177-3AD203B41FA5}">
                      <a16:colId xmlns:a16="http://schemas.microsoft.com/office/drawing/2014/main" val="20001"/>
                    </a:ext>
                  </a:extLst>
                </a:gridCol>
                <a:gridCol w="1485265">
                  <a:extLst>
                    <a:ext uri="{9D8B030D-6E8A-4147-A177-3AD203B41FA5}">
                      <a16:colId xmlns:a16="http://schemas.microsoft.com/office/drawing/2014/main" val="20002"/>
                    </a:ext>
                  </a:extLst>
                </a:gridCol>
                <a:gridCol w="1485265">
                  <a:extLst>
                    <a:ext uri="{9D8B030D-6E8A-4147-A177-3AD203B41FA5}">
                      <a16:colId xmlns:a16="http://schemas.microsoft.com/office/drawing/2014/main" val="20003"/>
                    </a:ext>
                  </a:extLst>
                </a:gridCol>
                <a:gridCol w="1485265">
                  <a:extLst>
                    <a:ext uri="{9D8B030D-6E8A-4147-A177-3AD203B41FA5}">
                      <a16:colId xmlns:a16="http://schemas.microsoft.com/office/drawing/2014/main" val="20004"/>
                    </a:ext>
                  </a:extLst>
                </a:gridCol>
              </a:tblGrid>
              <a:tr h="443230">
                <a:tc>
                  <a:txBody>
                    <a:bodyPr/>
                    <a:lstStyle/>
                    <a:p>
                      <a:pPr indent="0" algn="ctr" fontAlgn="auto">
                        <a:lnSpc>
                          <a:spcPts val="2200"/>
                        </a:lnSpc>
                      </a:pPr>
                      <a:r>
                        <a:rPr lang="zh-CN" altLang="en-US" sz="2300" b="1" dirty="0">
                          <a:solidFill>
                            <a:srgbClr val="9900FF"/>
                          </a:solidFill>
                          <a:latin typeface="华文楷体" panose="02010600040101010101" pitchFamily="2" charset="-122"/>
                          <a:ea typeface="华文楷体" panose="02010600040101010101" pitchFamily="2" charset="-122"/>
                          <a:cs typeface="Consolas" panose="020B0609020204030204" pitchFamily="49" charset="0"/>
                        </a:rPr>
                        <a:t>编号</a:t>
                      </a:r>
                    </a:p>
                  </a:txBody>
                  <a:tcPr anchor="ctr">
                    <a:solidFill>
                      <a:schemeClr val="bg1">
                        <a:lumMod val="85000"/>
                      </a:schemeClr>
                    </a:solidFill>
                  </a:tcPr>
                </a:tc>
                <a:tc>
                  <a:txBody>
                    <a:bodyPr/>
                    <a:lstStyle/>
                    <a:p>
                      <a:pPr indent="0" algn="ctr" fontAlgn="auto">
                        <a:lnSpc>
                          <a:spcPts val="2200"/>
                        </a:lnSpc>
                      </a:pPr>
                      <a:r>
                        <a:rPr lang="en-US" altLang="zh-CN" sz="2300" b="1" dirty="0">
                          <a:solidFill>
                            <a:srgbClr val="006600"/>
                          </a:solidFill>
                          <a:latin typeface="微软雅黑" panose="020B0503020204020204" charset="-122"/>
                          <a:ea typeface="微软雅黑" panose="020B0503020204020204" charset="-122"/>
                          <a:cs typeface="Consolas" panose="020B0609020204030204" pitchFamily="49" charset="0"/>
                        </a:rPr>
                        <a:t>2</a:t>
                      </a:r>
                    </a:p>
                  </a:txBody>
                  <a:tcPr anchor="ctr">
                    <a:solidFill>
                      <a:schemeClr val="bg1">
                        <a:lumMod val="85000"/>
                      </a:schemeClr>
                    </a:solidFill>
                  </a:tcPr>
                </a:tc>
                <a:tc>
                  <a:txBody>
                    <a:bodyPr/>
                    <a:lstStyle/>
                    <a:p>
                      <a:pPr indent="0" algn="ctr" fontAlgn="auto">
                        <a:lnSpc>
                          <a:spcPts val="2200"/>
                        </a:lnSpc>
                      </a:pPr>
                      <a:r>
                        <a:rPr lang="en-US" altLang="zh-CN" sz="2300" b="1">
                          <a:solidFill>
                            <a:srgbClr val="C00000"/>
                          </a:solidFill>
                          <a:latin typeface="微软雅黑" panose="020B0503020204020204" charset="-122"/>
                          <a:ea typeface="微软雅黑" panose="020B0503020204020204" charset="-122"/>
                          <a:cs typeface="Consolas" panose="020B0609020204030204" pitchFamily="49" charset="0"/>
                        </a:rPr>
                        <a:t>3</a:t>
                      </a:r>
                    </a:p>
                  </a:txBody>
                  <a:tcPr anchor="ctr">
                    <a:solidFill>
                      <a:schemeClr val="bg1">
                        <a:lumMod val="85000"/>
                      </a:schemeClr>
                    </a:solidFill>
                  </a:tcPr>
                </a:tc>
                <a:tc>
                  <a:txBody>
                    <a:bodyPr/>
                    <a:lstStyle/>
                    <a:p>
                      <a:pPr indent="0" algn="ctr" fontAlgn="auto">
                        <a:lnSpc>
                          <a:spcPts val="2200"/>
                        </a:lnSpc>
                      </a:pPr>
                      <a:r>
                        <a:rPr lang="en-US" altLang="zh-CN" sz="2300" b="1">
                          <a:solidFill>
                            <a:srgbClr val="C00000"/>
                          </a:solidFill>
                          <a:latin typeface="微软雅黑" panose="020B0503020204020204" charset="-122"/>
                          <a:ea typeface="微软雅黑" panose="020B0503020204020204" charset="-122"/>
                          <a:cs typeface="Consolas" panose="020B0609020204030204" pitchFamily="49" charset="0"/>
                        </a:rPr>
                        <a:t>1</a:t>
                      </a:r>
                    </a:p>
                  </a:txBody>
                  <a:tcPr anchor="ctr">
                    <a:solidFill>
                      <a:schemeClr val="bg1">
                        <a:lumMod val="85000"/>
                      </a:schemeClr>
                    </a:solidFill>
                  </a:tcPr>
                </a:tc>
                <a:tc>
                  <a:txBody>
                    <a:bodyPr/>
                    <a:lstStyle/>
                    <a:p>
                      <a:pPr indent="0" algn="ctr" fontAlgn="auto">
                        <a:lnSpc>
                          <a:spcPts val="2200"/>
                        </a:lnSpc>
                      </a:pPr>
                      <a:r>
                        <a:rPr lang="en-US" altLang="zh-CN" sz="2300" b="1">
                          <a:solidFill>
                            <a:srgbClr val="006600"/>
                          </a:solidFill>
                          <a:latin typeface="微软雅黑" panose="020B0503020204020204" charset="-122"/>
                          <a:ea typeface="微软雅黑" panose="020B0503020204020204" charset="-122"/>
                          <a:cs typeface="Consolas" panose="020B0609020204030204" pitchFamily="49" charset="0"/>
                        </a:rPr>
                        <a:t>4</a:t>
                      </a:r>
                    </a:p>
                  </a:txBody>
                  <a:tcPr anchor="ctr">
                    <a:solidFill>
                      <a:schemeClr val="bg1">
                        <a:lumMod val="85000"/>
                      </a:schemeClr>
                    </a:solidFill>
                  </a:tcPr>
                </a:tc>
                <a:extLst>
                  <a:ext uri="{0D108BD9-81ED-4DB2-BD59-A6C34878D82A}">
                    <a16:rowId xmlns:a16="http://schemas.microsoft.com/office/drawing/2014/main" val="10000"/>
                  </a:ext>
                </a:extLst>
              </a:tr>
              <a:tr h="443230">
                <a:tc>
                  <a:txBody>
                    <a:bodyPr/>
                    <a:lstStyle/>
                    <a:p>
                      <a:pPr indent="0" algn="ctr" fontAlgn="auto">
                        <a:lnSpc>
                          <a:spcPts val="2200"/>
                        </a:lnSpc>
                      </a:pPr>
                      <a:r>
                        <a:rPr lang="en-US" altLang="zh-CN" sz="2300" b="1" dirty="0">
                          <a:solidFill>
                            <a:srgbClr val="9900FF"/>
                          </a:solidFill>
                          <a:latin typeface="华文楷体" panose="02010600040101010101" pitchFamily="2" charset="-122"/>
                          <a:ea typeface="华文楷体" panose="02010600040101010101" pitchFamily="2" charset="-122"/>
                          <a:cs typeface="Consolas" panose="020B0609020204030204" pitchFamily="49" charset="0"/>
                        </a:rPr>
                        <a:t>M1</a:t>
                      </a:r>
                    </a:p>
                  </a:txBody>
                  <a:tcPr anchor="ctr">
                    <a:solidFill>
                      <a:schemeClr val="bg1">
                        <a:lumMod val="85000"/>
                      </a:schemeClr>
                    </a:solidFill>
                  </a:tcPr>
                </a:tc>
                <a:tc>
                  <a:txBody>
                    <a:bodyPr/>
                    <a:lstStyle/>
                    <a:p>
                      <a:pPr indent="0" algn="ctr" fontAlgn="auto">
                        <a:lnSpc>
                          <a:spcPts val="2200"/>
                        </a:lnSpc>
                      </a:pPr>
                      <a:r>
                        <a:rPr lang="en-US" altLang="zh-CN" sz="2300" b="1">
                          <a:solidFill>
                            <a:srgbClr val="006600"/>
                          </a:solidFill>
                          <a:latin typeface="微软雅黑" panose="020B0503020204020204" charset="-122"/>
                          <a:ea typeface="微软雅黑" panose="020B0503020204020204" charset="-122"/>
                          <a:cs typeface="Consolas" panose="020B0609020204030204" pitchFamily="49" charset="0"/>
                        </a:rPr>
                        <a:t>12</a:t>
                      </a:r>
                    </a:p>
                  </a:txBody>
                  <a:tcPr anchor="ctr">
                    <a:solidFill>
                      <a:schemeClr val="bg1">
                        <a:lumMod val="85000"/>
                      </a:schemeClr>
                    </a:solidFill>
                  </a:tcPr>
                </a:tc>
                <a:tc>
                  <a:txBody>
                    <a:bodyPr/>
                    <a:lstStyle/>
                    <a:p>
                      <a:pPr indent="0" algn="ctr" fontAlgn="auto">
                        <a:lnSpc>
                          <a:spcPts val="2200"/>
                        </a:lnSpc>
                      </a:pPr>
                      <a:r>
                        <a:rPr lang="en-US" altLang="zh-CN" sz="2300" b="1">
                          <a:solidFill>
                            <a:srgbClr val="C00000"/>
                          </a:solidFill>
                          <a:latin typeface="微软雅黑" panose="020B0503020204020204" charset="-122"/>
                          <a:ea typeface="微软雅黑" panose="020B0503020204020204" charset="-122"/>
                          <a:cs typeface="Consolas" panose="020B0609020204030204" pitchFamily="49" charset="0"/>
                        </a:rPr>
                        <a:t>4</a:t>
                      </a:r>
                    </a:p>
                  </a:txBody>
                  <a:tcPr anchor="ctr">
                    <a:solidFill>
                      <a:schemeClr val="bg1">
                        <a:lumMod val="85000"/>
                      </a:schemeClr>
                    </a:solidFill>
                  </a:tcPr>
                </a:tc>
                <a:tc>
                  <a:txBody>
                    <a:bodyPr/>
                    <a:lstStyle/>
                    <a:p>
                      <a:pPr indent="0" algn="ctr" fontAlgn="auto">
                        <a:lnSpc>
                          <a:spcPts val="2200"/>
                        </a:lnSpc>
                      </a:pPr>
                      <a:r>
                        <a:rPr lang="en-US" altLang="zh-CN" sz="2300" b="1">
                          <a:solidFill>
                            <a:srgbClr val="C00000"/>
                          </a:solidFill>
                          <a:latin typeface="微软雅黑" panose="020B0503020204020204" charset="-122"/>
                          <a:ea typeface="微软雅黑" panose="020B0503020204020204" charset="-122"/>
                          <a:cs typeface="Consolas" panose="020B0609020204030204" pitchFamily="49" charset="0"/>
                        </a:rPr>
                        <a:t>5</a:t>
                      </a:r>
                    </a:p>
                  </a:txBody>
                  <a:tcPr anchor="ctr">
                    <a:solidFill>
                      <a:schemeClr val="bg1">
                        <a:lumMod val="85000"/>
                      </a:schemeClr>
                    </a:solidFill>
                  </a:tcPr>
                </a:tc>
                <a:tc>
                  <a:txBody>
                    <a:bodyPr/>
                    <a:lstStyle/>
                    <a:p>
                      <a:pPr indent="0" algn="ctr" fontAlgn="auto">
                        <a:lnSpc>
                          <a:spcPts val="2200"/>
                        </a:lnSpc>
                      </a:pPr>
                      <a:r>
                        <a:rPr lang="en-US" altLang="zh-CN" sz="2300" b="1">
                          <a:solidFill>
                            <a:srgbClr val="006600"/>
                          </a:solidFill>
                          <a:latin typeface="微软雅黑" panose="020B0503020204020204" charset="-122"/>
                          <a:ea typeface="微软雅黑" panose="020B0503020204020204" charset="-122"/>
                          <a:cs typeface="Consolas" panose="020B0609020204030204" pitchFamily="49" charset="0"/>
                        </a:rPr>
                        <a:t>8</a:t>
                      </a:r>
                    </a:p>
                  </a:txBody>
                  <a:tcPr anchor="ctr">
                    <a:solidFill>
                      <a:schemeClr val="bg1">
                        <a:lumMod val="85000"/>
                      </a:schemeClr>
                    </a:solidFill>
                  </a:tcPr>
                </a:tc>
                <a:extLst>
                  <a:ext uri="{0D108BD9-81ED-4DB2-BD59-A6C34878D82A}">
                    <a16:rowId xmlns:a16="http://schemas.microsoft.com/office/drawing/2014/main" val="10001"/>
                  </a:ext>
                </a:extLst>
              </a:tr>
              <a:tr h="443230">
                <a:tc>
                  <a:txBody>
                    <a:bodyPr/>
                    <a:lstStyle/>
                    <a:p>
                      <a:pPr indent="0" algn="ctr" fontAlgn="auto">
                        <a:lnSpc>
                          <a:spcPts val="2200"/>
                        </a:lnSpc>
                      </a:pPr>
                      <a:r>
                        <a:rPr lang="en-US" altLang="zh-CN" sz="2300" b="1" dirty="0">
                          <a:solidFill>
                            <a:srgbClr val="9900FF"/>
                          </a:solidFill>
                          <a:latin typeface="华文楷体" panose="02010600040101010101" pitchFamily="2" charset="-122"/>
                          <a:ea typeface="华文楷体" panose="02010600040101010101" pitchFamily="2" charset="-122"/>
                          <a:cs typeface="Consolas" panose="020B0609020204030204" pitchFamily="49" charset="0"/>
                        </a:rPr>
                        <a:t>M2</a:t>
                      </a:r>
                    </a:p>
                  </a:txBody>
                  <a:tcPr anchor="ctr">
                    <a:solidFill>
                      <a:schemeClr val="bg1">
                        <a:lumMod val="85000"/>
                      </a:schemeClr>
                    </a:solidFill>
                  </a:tcPr>
                </a:tc>
                <a:tc>
                  <a:txBody>
                    <a:bodyPr/>
                    <a:lstStyle/>
                    <a:p>
                      <a:pPr indent="0" algn="ctr" fontAlgn="auto">
                        <a:lnSpc>
                          <a:spcPts val="2200"/>
                        </a:lnSpc>
                      </a:pPr>
                      <a:r>
                        <a:rPr lang="en-US" altLang="zh-CN" sz="2300" b="1">
                          <a:solidFill>
                            <a:srgbClr val="006600"/>
                          </a:solidFill>
                          <a:latin typeface="微软雅黑" panose="020B0503020204020204" charset="-122"/>
                          <a:ea typeface="微软雅黑" panose="020B0503020204020204" charset="-122"/>
                          <a:cs typeface="Consolas" panose="020B0609020204030204" pitchFamily="49" charset="0"/>
                        </a:rPr>
                        <a:t>2</a:t>
                      </a:r>
                    </a:p>
                  </a:txBody>
                  <a:tcPr anchor="ctr">
                    <a:solidFill>
                      <a:schemeClr val="bg1">
                        <a:lumMod val="85000"/>
                      </a:schemeClr>
                    </a:solidFill>
                  </a:tcPr>
                </a:tc>
                <a:tc>
                  <a:txBody>
                    <a:bodyPr/>
                    <a:lstStyle/>
                    <a:p>
                      <a:pPr indent="0" algn="ctr" fontAlgn="auto">
                        <a:lnSpc>
                          <a:spcPts val="2200"/>
                        </a:lnSpc>
                      </a:pPr>
                      <a:r>
                        <a:rPr lang="en-US" altLang="zh-CN" sz="2300" b="1">
                          <a:solidFill>
                            <a:srgbClr val="C00000"/>
                          </a:solidFill>
                          <a:latin typeface="微软雅黑" panose="020B0503020204020204" charset="-122"/>
                          <a:ea typeface="微软雅黑" panose="020B0503020204020204" charset="-122"/>
                          <a:cs typeface="Consolas" panose="020B0609020204030204" pitchFamily="49" charset="0"/>
                        </a:rPr>
                        <a:t>14</a:t>
                      </a:r>
                    </a:p>
                  </a:txBody>
                  <a:tcPr anchor="ctr">
                    <a:solidFill>
                      <a:schemeClr val="bg1">
                        <a:lumMod val="85000"/>
                      </a:schemeClr>
                    </a:solidFill>
                  </a:tcPr>
                </a:tc>
                <a:tc>
                  <a:txBody>
                    <a:bodyPr/>
                    <a:lstStyle/>
                    <a:p>
                      <a:pPr indent="0" algn="ctr" fontAlgn="auto">
                        <a:lnSpc>
                          <a:spcPts val="2200"/>
                        </a:lnSpc>
                      </a:pPr>
                      <a:r>
                        <a:rPr lang="en-US" altLang="zh-CN" sz="2300" b="1">
                          <a:solidFill>
                            <a:srgbClr val="C00000"/>
                          </a:solidFill>
                          <a:latin typeface="微软雅黑" panose="020B0503020204020204" charset="-122"/>
                          <a:ea typeface="微软雅黑" panose="020B0503020204020204" charset="-122"/>
                          <a:cs typeface="Consolas" panose="020B0609020204030204" pitchFamily="49" charset="0"/>
                        </a:rPr>
                        <a:t>6</a:t>
                      </a:r>
                    </a:p>
                  </a:txBody>
                  <a:tcPr anchor="ctr">
                    <a:solidFill>
                      <a:schemeClr val="bg1">
                        <a:lumMod val="85000"/>
                      </a:schemeClr>
                    </a:solidFill>
                  </a:tcPr>
                </a:tc>
                <a:tc>
                  <a:txBody>
                    <a:bodyPr/>
                    <a:lstStyle/>
                    <a:p>
                      <a:pPr indent="0" algn="ctr" fontAlgn="auto">
                        <a:lnSpc>
                          <a:spcPts val="2200"/>
                        </a:lnSpc>
                      </a:pPr>
                      <a:r>
                        <a:rPr lang="en-US" altLang="zh-CN" sz="2300" b="1">
                          <a:solidFill>
                            <a:srgbClr val="006600"/>
                          </a:solidFill>
                          <a:latin typeface="微软雅黑" panose="020B0503020204020204" charset="-122"/>
                          <a:ea typeface="微软雅黑" panose="020B0503020204020204" charset="-122"/>
                          <a:cs typeface="Consolas" panose="020B0609020204030204" pitchFamily="49" charset="0"/>
                        </a:rPr>
                        <a:t>7</a:t>
                      </a:r>
                    </a:p>
                  </a:txBody>
                  <a:tcPr anchor="ctr">
                    <a:solidFill>
                      <a:schemeClr val="bg1">
                        <a:lumMod val="85000"/>
                      </a:schemeClr>
                    </a:solidFill>
                  </a:tcPr>
                </a:tc>
                <a:extLst>
                  <a:ext uri="{0D108BD9-81ED-4DB2-BD59-A6C34878D82A}">
                    <a16:rowId xmlns:a16="http://schemas.microsoft.com/office/drawing/2014/main" val="10002"/>
                  </a:ext>
                </a:extLst>
              </a:tr>
              <a:tr h="443230">
                <a:tc>
                  <a:txBody>
                    <a:bodyPr/>
                    <a:lstStyle/>
                    <a:p>
                      <a:pPr indent="0" algn="ctr" fontAlgn="auto">
                        <a:lnSpc>
                          <a:spcPts val="2200"/>
                        </a:lnSpc>
                        <a:spcAft>
                          <a:spcPts val="0"/>
                        </a:spcAft>
                      </a:pPr>
                      <a:r>
                        <a:rPr lang="zh-CN" sz="2300" b="1" kern="100" dirty="0">
                          <a:solidFill>
                            <a:srgbClr val="9900FF"/>
                          </a:solidFill>
                          <a:latin typeface="华文楷体" panose="02010600040101010101" pitchFamily="2" charset="-122"/>
                          <a:ea typeface="华文楷体" panose="02010600040101010101" pitchFamily="2" charset="-122"/>
                          <a:cs typeface="Consolas" panose="020B0609020204030204" pitchFamily="49" charset="0"/>
                        </a:rPr>
                        <a:t>组号</a:t>
                      </a:r>
                    </a:p>
                  </a:txBody>
                  <a:tcPr marL="68580" marR="68580" marT="0" marB="0" anchor="ctr">
                    <a:solidFill>
                      <a:schemeClr val="bg1">
                        <a:lumMod val="85000"/>
                      </a:schemeClr>
                    </a:solidFill>
                  </a:tcPr>
                </a:tc>
                <a:tc>
                  <a:txBody>
                    <a:bodyPr/>
                    <a:lstStyle/>
                    <a:p>
                      <a:pPr indent="0" algn="ctr" fontAlgn="auto">
                        <a:lnSpc>
                          <a:spcPts val="2200"/>
                        </a:lnSpc>
                        <a:spcAft>
                          <a:spcPts val="0"/>
                        </a:spcAft>
                      </a:pPr>
                      <a:r>
                        <a:rPr lang="en-US" sz="2300" b="1" kern="100" dirty="0">
                          <a:solidFill>
                            <a:srgbClr val="006600"/>
                          </a:solidFill>
                          <a:latin typeface="微软雅黑" panose="020B0503020204020204" charset="-122"/>
                          <a:ea typeface="微软雅黑" panose="020B0503020204020204" charset="-122"/>
                          <a:cs typeface="Consolas" panose="020B0609020204030204" pitchFamily="49" charset="0"/>
                        </a:rPr>
                        <a:t>0</a:t>
                      </a:r>
                    </a:p>
                  </a:txBody>
                  <a:tcPr marL="68580" marR="68580" marT="0" marB="0" anchor="ctr">
                    <a:solidFill>
                      <a:schemeClr val="bg1">
                        <a:lumMod val="85000"/>
                      </a:schemeClr>
                    </a:solidFill>
                  </a:tcPr>
                </a:tc>
                <a:tc>
                  <a:txBody>
                    <a:bodyPr/>
                    <a:lstStyle/>
                    <a:p>
                      <a:pPr indent="0" algn="ctr" fontAlgn="auto">
                        <a:lnSpc>
                          <a:spcPts val="2200"/>
                        </a:lnSpc>
                        <a:spcAft>
                          <a:spcPts val="0"/>
                        </a:spcAft>
                      </a:pPr>
                      <a:r>
                        <a:rPr lang="en-US" sz="2300" b="1" kern="100">
                          <a:solidFill>
                            <a:srgbClr val="C00000"/>
                          </a:solidFill>
                          <a:latin typeface="微软雅黑" panose="020B0503020204020204" charset="-122"/>
                          <a:ea typeface="微软雅黑" panose="020B0503020204020204" charset="-122"/>
                          <a:cs typeface="Consolas" panose="020B0609020204030204" pitchFamily="49" charset="0"/>
                        </a:rPr>
                        <a:t>1</a:t>
                      </a:r>
                    </a:p>
                  </a:txBody>
                  <a:tcPr marL="68580" marR="68580" marT="0" marB="0" anchor="ctr">
                    <a:solidFill>
                      <a:schemeClr val="bg1">
                        <a:lumMod val="85000"/>
                      </a:schemeClr>
                    </a:solidFill>
                  </a:tcPr>
                </a:tc>
                <a:tc>
                  <a:txBody>
                    <a:bodyPr/>
                    <a:lstStyle/>
                    <a:p>
                      <a:pPr indent="0" algn="ctr" fontAlgn="auto">
                        <a:lnSpc>
                          <a:spcPts val="2200"/>
                        </a:lnSpc>
                        <a:spcAft>
                          <a:spcPts val="0"/>
                        </a:spcAft>
                      </a:pPr>
                      <a:r>
                        <a:rPr lang="en-US" sz="2300" b="1" kern="100">
                          <a:solidFill>
                            <a:srgbClr val="C00000"/>
                          </a:solidFill>
                          <a:latin typeface="微软雅黑" panose="020B0503020204020204" charset="-122"/>
                          <a:ea typeface="微软雅黑" panose="020B0503020204020204" charset="-122"/>
                          <a:cs typeface="Consolas" panose="020B0609020204030204" pitchFamily="49" charset="0"/>
                        </a:rPr>
                        <a:t>1</a:t>
                      </a:r>
                    </a:p>
                  </a:txBody>
                  <a:tcPr marL="68580" marR="68580" marT="0" marB="0" anchor="ctr">
                    <a:solidFill>
                      <a:schemeClr val="bg1">
                        <a:lumMod val="85000"/>
                      </a:schemeClr>
                    </a:solidFill>
                  </a:tcPr>
                </a:tc>
                <a:tc>
                  <a:txBody>
                    <a:bodyPr/>
                    <a:lstStyle/>
                    <a:p>
                      <a:pPr indent="0" algn="ctr" fontAlgn="auto">
                        <a:lnSpc>
                          <a:spcPts val="2200"/>
                        </a:lnSpc>
                        <a:spcAft>
                          <a:spcPts val="0"/>
                        </a:spcAft>
                      </a:pPr>
                      <a:r>
                        <a:rPr lang="en-US" sz="2300" b="1" kern="100">
                          <a:solidFill>
                            <a:srgbClr val="006600"/>
                          </a:solidFill>
                          <a:latin typeface="微软雅黑" panose="020B0503020204020204" charset="-122"/>
                          <a:ea typeface="微软雅黑" panose="020B0503020204020204" charset="-122"/>
                          <a:cs typeface="Consolas" panose="020B0609020204030204" pitchFamily="49" charset="0"/>
                        </a:rPr>
                        <a:t>0</a:t>
                      </a:r>
                    </a:p>
                  </a:txBody>
                  <a:tcPr marL="68580" marR="68580" marT="0" marB="0" anchor="ctr">
                    <a:solidFill>
                      <a:schemeClr val="bg1">
                        <a:lumMod val="85000"/>
                      </a:schemeClr>
                    </a:solidFill>
                  </a:tcPr>
                </a:tc>
                <a:extLst>
                  <a:ext uri="{0D108BD9-81ED-4DB2-BD59-A6C34878D82A}">
                    <a16:rowId xmlns:a16="http://schemas.microsoft.com/office/drawing/2014/main" val="10003"/>
                  </a:ext>
                </a:extLst>
              </a:tr>
              <a:tr h="443230">
                <a:tc>
                  <a:txBody>
                    <a:bodyPr/>
                    <a:lstStyle/>
                    <a:p>
                      <a:pPr indent="0" algn="ctr" fontAlgn="auto">
                        <a:lnSpc>
                          <a:spcPts val="2200"/>
                        </a:lnSpc>
                        <a:spcAft>
                          <a:spcPts val="0"/>
                        </a:spcAft>
                      </a:pPr>
                      <a:r>
                        <a:rPr lang="zh-CN" sz="2300" b="1" kern="100" dirty="0">
                          <a:solidFill>
                            <a:srgbClr val="9900FF"/>
                          </a:solidFill>
                          <a:latin typeface="华文楷体" panose="02010600040101010101" pitchFamily="2" charset="-122"/>
                          <a:ea typeface="华文楷体" panose="02010600040101010101" pitchFamily="2" charset="-122"/>
                          <a:cs typeface="微软雅黑" panose="020B0503020204020204" charset="-122"/>
                        </a:rPr>
                        <a:t>时间</a:t>
                      </a:r>
                      <a:r>
                        <a:rPr lang="en-US" sz="2300" b="1" kern="100" dirty="0">
                          <a:solidFill>
                            <a:srgbClr val="9900FF"/>
                          </a:solidFill>
                          <a:latin typeface="华文楷体" panose="02010600040101010101" pitchFamily="2" charset="-122"/>
                          <a:ea typeface="华文楷体" panose="02010600040101010101" pitchFamily="2" charset="-122"/>
                          <a:cs typeface="微软雅黑" panose="020B0503020204020204" charset="-122"/>
                        </a:rPr>
                        <a:t>time</a:t>
                      </a:r>
                      <a:endParaRPr lang="zh-CN" sz="2300" b="1" kern="100" dirty="0">
                        <a:solidFill>
                          <a:srgbClr val="9900FF"/>
                        </a:solidFill>
                        <a:latin typeface="华文楷体" panose="02010600040101010101" pitchFamily="2" charset="-122"/>
                        <a:ea typeface="华文楷体" panose="02010600040101010101" pitchFamily="2" charset="-122"/>
                        <a:cs typeface="微软雅黑" panose="020B0503020204020204" charset="-122"/>
                      </a:endParaRPr>
                    </a:p>
                  </a:txBody>
                  <a:tcPr marL="68580" marR="68580" marT="0" marB="0" anchor="ctr">
                    <a:solidFill>
                      <a:schemeClr val="bg1">
                        <a:lumMod val="85000"/>
                      </a:schemeClr>
                    </a:solidFill>
                  </a:tcPr>
                </a:tc>
                <a:tc>
                  <a:txBody>
                    <a:bodyPr/>
                    <a:lstStyle/>
                    <a:p>
                      <a:pPr indent="0" algn="ctr" fontAlgn="auto">
                        <a:lnSpc>
                          <a:spcPts val="2200"/>
                        </a:lnSpc>
                        <a:spcAft>
                          <a:spcPts val="0"/>
                        </a:spcAft>
                      </a:pPr>
                      <a:r>
                        <a:rPr lang="en-US" sz="2300" b="1" kern="100" dirty="0">
                          <a:solidFill>
                            <a:srgbClr val="006600"/>
                          </a:solidFill>
                          <a:latin typeface="微软雅黑" panose="020B0503020204020204" charset="-122"/>
                          <a:ea typeface="微软雅黑" panose="020B0503020204020204" charset="-122"/>
                          <a:cs typeface="Consolas" panose="020B0609020204030204" pitchFamily="49" charset="0"/>
                        </a:rPr>
                        <a:t>2</a:t>
                      </a:r>
                    </a:p>
                  </a:txBody>
                  <a:tcPr marL="68580" marR="68580" marT="0" marB="0" anchor="ctr">
                    <a:solidFill>
                      <a:schemeClr val="bg1">
                        <a:lumMod val="85000"/>
                      </a:schemeClr>
                    </a:solidFill>
                  </a:tcPr>
                </a:tc>
                <a:tc>
                  <a:txBody>
                    <a:bodyPr/>
                    <a:lstStyle/>
                    <a:p>
                      <a:pPr indent="0" algn="ctr" fontAlgn="auto">
                        <a:lnSpc>
                          <a:spcPts val="2200"/>
                        </a:lnSpc>
                        <a:spcAft>
                          <a:spcPts val="0"/>
                        </a:spcAft>
                      </a:pPr>
                      <a:r>
                        <a:rPr lang="en-US" sz="2300" b="1" kern="100">
                          <a:solidFill>
                            <a:srgbClr val="C00000"/>
                          </a:solidFill>
                          <a:latin typeface="微软雅黑" panose="020B0503020204020204" charset="-122"/>
                          <a:ea typeface="微软雅黑" panose="020B0503020204020204" charset="-122"/>
                          <a:cs typeface="Consolas" panose="020B0609020204030204" pitchFamily="49" charset="0"/>
                        </a:rPr>
                        <a:t>4</a:t>
                      </a:r>
                    </a:p>
                  </a:txBody>
                  <a:tcPr marL="68580" marR="68580" marT="0" marB="0" anchor="ctr">
                    <a:solidFill>
                      <a:schemeClr val="bg1">
                        <a:lumMod val="85000"/>
                      </a:schemeClr>
                    </a:solidFill>
                  </a:tcPr>
                </a:tc>
                <a:tc>
                  <a:txBody>
                    <a:bodyPr/>
                    <a:lstStyle/>
                    <a:p>
                      <a:pPr indent="0" algn="ctr" fontAlgn="auto">
                        <a:lnSpc>
                          <a:spcPts val="2200"/>
                        </a:lnSpc>
                        <a:spcAft>
                          <a:spcPts val="0"/>
                        </a:spcAft>
                      </a:pPr>
                      <a:r>
                        <a:rPr lang="en-US" sz="2300" b="1" kern="100">
                          <a:solidFill>
                            <a:srgbClr val="C00000"/>
                          </a:solidFill>
                          <a:latin typeface="微软雅黑" panose="020B0503020204020204" charset="-122"/>
                          <a:ea typeface="微软雅黑" panose="020B0503020204020204" charset="-122"/>
                          <a:cs typeface="Consolas" panose="020B0609020204030204" pitchFamily="49" charset="0"/>
                        </a:rPr>
                        <a:t>5</a:t>
                      </a:r>
                    </a:p>
                  </a:txBody>
                  <a:tcPr marL="68580" marR="68580" marT="0" marB="0" anchor="ctr">
                    <a:solidFill>
                      <a:schemeClr val="bg1">
                        <a:lumMod val="85000"/>
                      </a:schemeClr>
                    </a:solidFill>
                  </a:tcPr>
                </a:tc>
                <a:tc>
                  <a:txBody>
                    <a:bodyPr/>
                    <a:lstStyle/>
                    <a:p>
                      <a:pPr indent="0" algn="ctr" fontAlgn="auto">
                        <a:lnSpc>
                          <a:spcPts val="2200"/>
                        </a:lnSpc>
                        <a:spcAft>
                          <a:spcPts val="0"/>
                        </a:spcAft>
                      </a:pPr>
                      <a:r>
                        <a:rPr lang="en-US" sz="2300" b="1" kern="100" dirty="0">
                          <a:solidFill>
                            <a:srgbClr val="006600"/>
                          </a:solidFill>
                          <a:latin typeface="微软雅黑" panose="020B0503020204020204" charset="-122"/>
                          <a:ea typeface="微软雅黑" panose="020B0503020204020204" charset="-122"/>
                          <a:cs typeface="Consolas" panose="020B0609020204030204" pitchFamily="49" charset="0"/>
                        </a:rPr>
                        <a:t>7</a:t>
                      </a:r>
                    </a:p>
                  </a:txBody>
                  <a:tcPr marL="68580" marR="68580" marT="0" marB="0" anchor="ctr">
                    <a:solidFill>
                      <a:schemeClr val="bg1">
                        <a:lumMod val="85000"/>
                      </a:schemeClr>
                    </a:solidFill>
                  </a:tcPr>
                </a:tc>
                <a:extLst>
                  <a:ext uri="{0D108BD9-81ED-4DB2-BD59-A6C34878D82A}">
                    <a16:rowId xmlns:a16="http://schemas.microsoft.com/office/drawing/2014/main" val="10004"/>
                  </a:ext>
                </a:extLst>
              </a:tr>
            </a:tbl>
          </a:graphicData>
        </a:graphic>
      </p:graphicFrame>
      <p:sp>
        <p:nvSpPr>
          <p:cNvPr id="6" name="左弧形箭头 5"/>
          <p:cNvSpPr/>
          <p:nvPr/>
        </p:nvSpPr>
        <p:spPr>
          <a:xfrm>
            <a:off x="496541" y="3569653"/>
            <a:ext cx="500066" cy="1071570"/>
          </a:xfrm>
          <a:prstGeom prst="curved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sz="2400" b="1">
              <a:solidFill>
                <a:prstClr val="black"/>
              </a:solidFill>
              <a:latin typeface="Consolas" panose="020B0609020204030204" pitchFamily="49" charset="0"/>
              <a:ea typeface="华文楷体" panose="02010600040101010101" pitchFamily="2" charset="-122"/>
              <a:cs typeface="Consolas" panose="020B0609020204030204" pitchFamily="49" charset="0"/>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70.xml><?xml version="1.0" encoding="utf-8"?>
<p:sld xmlns:a="http://schemas.openxmlformats.org/drawingml/2006/main" xmlns:r="http://schemas.openxmlformats.org/officeDocument/2006/relationships" xmlns:p="http://schemas.openxmlformats.org/presentationml/2006/main">
  <p:cSld>
    <p:bg>
      <p:bgPr>
        <a:blipFill>
          <a:blip r:embed="rId5">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899795" y="694690"/>
            <a:ext cx="7701280" cy="798830"/>
          </a:xfrm>
          <a:prstGeom prst="rect">
            <a:avLst/>
          </a:prstGeom>
          <a:solidFill>
            <a:schemeClr val="accent6">
              <a:lumMod val="20000"/>
              <a:lumOff val="80000"/>
            </a:schemeClr>
          </a:solidFill>
        </p:spPr>
        <p:txBody>
          <a:bodyPr wrap="square" rtlCol="0">
            <a:spAutoFit/>
          </a:bodyPr>
          <a:lstStyle/>
          <a:p>
            <a:pPr>
              <a:lnSpc>
                <a:spcPct val="100000"/>
              </a:lnSpc>
            </a:pPr>
            <a:r>
              <a:rPr lang="en-US" altLang="zh-CN" sz="2200" b="1">
                <a:solidFill>
                  <a:srgbClr val="0000FF"/>
                </a:solidFill>
                <a:latin typeface="华文楷体" panose="02010600040101010101" pitchFamily="2" charset="-122"/>
                <a:ea typeface="华文楷体" panose="02010600040101010101" pitchFamily="2" charset="-122"/>
                <a:cs typeface="微软雅黑" panose="020B0503020204020204" charset="-122"/>
              </a:rPr>
              <a:t>  </a:t>
            </a:r>
            <a:r>
              <a:rPr lang="zh-CN" altLang="zh-CN" sz="2200" b="1">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200" b="1">
                <a:solidFill>
                  <a:srgbClr val="0000FF"/>
                </a:solidFill>
                <a:latin typeface="华文楷体" panose="02010600040101010101" pitchFamily="2" charset="-122"/>
                <a:ea typeface="华文楷体" panose="02010600040101010101" pitchFamily="2" charset="-122"/>
                <a:cs typeface="微软雅黑" panose="020B0503020204020204" charset="-122"/>
              </a:rPr>
              <a:t>3</a:t>
            </a:r>
            <a:r>
              <a:rPr lang="zh-CN" altLang="zh-CN" sz="2200" b="1">
                <a:solidFill>
                  <a:srgbClr val="0000FF"/>
                </a:solidFill>
                <a:latin typeface="华文楷体" panose="02010600040101010101" pitchFamily="2" charset="-122"/>
                <a:ea typeface="华文楷体" panose="02010600040101010101" pitchFamily="2" charset="-122"/>
                <a:cs typeface="微软雅黑" panose="020B0503020204020204" charset="-122"/>
              </a:rPr>
              <a:t>）按顺序先执行</a:t>
            </a:r>
            <a:r>
              <a:rPr lang="en-US" altLang="zh-CN" sz="2200" b="1">
                <a:solidFill>
                  <a:srgbClr val="0000FF"/>
                </a:solidFill>
                <a:latin typeface="华文楷体" panose="02010600040101010101" pitchFamily="2" charset="-122"/>
                <a:ea typeface="华文楷体" panose="02010600040101010101" pitchFamily="2" charset="-122"/>
                <a:cs typeface="微软雅黑" panose="020B0503020204020204" charset="-122"/>
              </a:rPr>
              <a:t>N1</a:t>
            </a:r>
            <a:r>
              <a:rPr lang="zh-CN" altLang="zh-CN" sz="2200" b="1">
                <a:solidFill>
                  <a:srgbClr val="0000FF"/>
                </a:solidFill>
                <a:latin typeface="华文楷体" panose="02010600040101010101" pitchFamily="2" charset="-122"/>
                <a:ea typeface="华文楷体" panose="02010600040101010101" pitchFamily="2" charset="-122"/>
                <a:cs typeface="微软雅黑" panose="020B0503020204020204" charset="-122"/>
              </a:rPr>
              <a:t>的作业</a:t>
            </a:r>
            <a:r>
              <a:rPr lang="zh-CN" altLang="en-US" sz="2200" b="1">
                <a:solidFill>
                  <a:srgbClr val="0000FF"/>
                </a:solidFill>
                <a:latin typeface="华文楷体" panose="02010600040101010101" pitchFamily="2" charset="-122"/>
                <a:ea typeface="华文楷体" panose="02010600040101010101" pitchFamily="2" charset="-122"/>
                <a:cs typeface="微软雅黑" panose="020B0503020204020204" charset="-122"/>
              </a:rPr>
              <a:t>（顺序）</a:t>
            </a:r>
            <a:r>
              <a:rPr lang="zh-CN" altLang="zh-CN" sz="2200" b="1">
                <a:solidFill>
                  <a:srgbClr val="0000FF"/>
                </a:solidFill>
                <a:latin typeface="华文楷体" panose="02010600040101010101" pitchFamily="2" charset="-122"/>
                <a:ea typeface="华文楷体" panose="02010600040101010101" pitchFamily="2" charset="-122"/>
                <a:cs typeface="微软雅黑" panose="020B0503020204020204" charset="-122"/>
              </a:rPr>
              <a:t>，再执行</a:t>
            </a:r>
            <a:r>
              <a:rPr lang="en-US" altLang="zh-CN" sz="2200" b="1">
                <a:solidFill>
                  <a:srgbClr val="0000FF"/>
                </a:solidFill>
                <a:latin typeface="华文楷体" panose="02010600040101010101" pitchFamily="2" charset="-122"/>
                <a:ea typeface="华文楷体" panose="02010600040101010101" pitchFamily="2" charset="-122"/>
                <a:cs typeface="微软雅黑" panose="020B0503020204020204" charset="-122"/>
              </a:rPr>
              <a:t>N2</a:t>
            </a:r>
            <a:r>
              <a:rPr lang="zh-CN" altLang="zh-CN" sz="2200" b="1">
                <a:solidFill>
                  <a:srgbClr val="0000FF"/>
                </a:solidFill>
                <a:latin typeface="华文楷体" panose="02010600040101010101" pitchFamily="2" charset="-122"/>
                <a:ea typeface="华文楷体" panose="02010600040101010101" pitchFamily="2" charset="-122"/>
                <a:cs typeface="微软雅黑" panose="020B0503020204020204" charset="-122"/>
              </a:rPr>
              <a:t>的作业</a:t>
            </a:r>
            <a:r>
              <a:rPr lang="zh-CN" altLang="en-US" sz="2200" b="1">
                <a:solidFill>
                  <a:srgbClr val="0000FF"/>
                </a:solidFill>
                <a:latin typeface="华文楷体" panose="02010600040101010101" pitchFamily="2" charset="-122"/>
                <a:ea typeface="华文楷体" panose="02010600040101010101" pitchFamily="2" charset="-122"/>
                <a:cs typeface="微软雅黑" panose="020B0503020204020204" charset="-122"/>
              </a:rPr>
              <a:t>（反序）</a:t>
            </a:r>
            <a:r>
              <a:rPr lang="zh-CN" altLang="zh-CN" sz="2200" b="1">
                <a:solidFill>
                  <a:srgbClr val="0000FF"/>
                </a:solidFill>
                <a:latin typeface="华文楷体" panose="02010600040101010101" pitchFamily="2" charset="-122"/>
                <a:ea typeface="华文楷体" panose="02010600040101010101" pitchFamily="2" charset="-122"/>
                <a:cs typeface="微软雅黑" panose="020B0503020204020204" charset="-122"/>
              </a:rPr>
              <a:t>，得到的就是耗时最少的最优调度方案。</a:t>
            </a:r>
            <a:endParaRPr lang="zh-CN" altLang="en-US" sz="2200" b="1">
              <a:solidFill>
                <a:srgbClr val="0000FF"/>
              </a:solidFill>
              <a:latin typeface="华文楷体" panose="02010600040101010101" pitchFamily="2" charset="-122"/>
              <a:ea typeface="华文楷体" panose="02010600040101010101" pitchFamily="2" charset="-122"/>
              <a:cs typeface="微软雅黑" panose="020B0503020204020204" charset="-122"/>
            </a:endParaRPr>
          </a:p>
        </p:txBody>
      </p:sp>
      <p:graphicFrame>
        <p:nvGraphicFramePr>
          <p:cNvPr id="4" name="表格 3"/>
          <p:cNvGraphicFramePr>
            <a:graphicFrameLocks noGrp="1"/>
          </p:cNvGraphicFramePr>
          <p:nvPr>
            <p:custDataLst>
              <p:tags r:id="rId2"/>
            </p:custDataLst>
            <p:extLst>
              <p:ext uri="{D42A27DB-BD31-4B8C-83A1-F6EECF244321}">
                <p14:modId xmlns:p14="http://schemas.microsoft.com/office/powerpoint/2010/main" val="616271628"/>
              </p:ext>
            </p:extLst>
          </p:nvPr>
        </p:nvGraphicFramePr>
        <p:xfrm>
          <a:off x="1379855" y="3775075"/>
          <a:ext cx="6950075" cy="1981200"/>
        </p:xfrm>
        <a:graphic>
          <a:graphicData uri="http://schemas.openxmlformats.org/drawingml/2006/table">
            <a:tbl>
              <a:tblPr firstRow="1" bandRow="1">
                <a:tableStyleId>{E269D01E-BC32-4049-B463-5C60D7B0CCD2}</a:tableStyleId>
              </a:tblPr>
              <a:tblGrid>
                <a:gridCol w="1390015">
                  <a:extLst>
                    <a:ext uri="{9D8B030D-6E8A-4147-A177-3AD203B41FA5}">
                      <a16:colId xmlns:a16="http://schemas.microsoft.com/office/drawing/2014/main" val="20000"/>
                    </a:ext>
                  </a:extLst>
                </a:gridCol>
                <a:gridCol w="1390015">
                  <a:extLst>
                    <a:ext uri="{9D8B030D-6E8A-4147-A177-3AD203B41FA5}">
                      <a16:colId xmlns:a16="http://schemas.microsoft.com/office/drawing/2014/main" val="20001"/>
                    </a:ext>
                  </a:extLst>
                </a:gridCol>
                <a:gridCol w="1390015">
                  <a:extLst>
                    <a:ext uri="{9D8B030D-6E8A-4147-A177-3AD203B41FA5}">
                      <a16:colId xmlns:a16="http://schemas.microsoft.com/office/drawing/2014/main" val="20002"/>
                    </a:ext>
                  </a:extLst>
                </a:gridCol>
                <a:gridCol w="1390015">
                  <a:extLst>
                    <a:ext uri="{9D8B030D-6E8A-4147-A177-3AD203B41FA5}">
                      <a16:colId xmlns:a16="http://schemas.microsoft.com/office/drawing/2014/main" val="20003"/>
                    </a:ext>
                  </a:extLst>
                </a:gridCol>
                <a:gridCol w="1390015">
                  <a:extLst>
                    <a:ext uri="{9D8B030D-6E8A-4147-A177-3AD203B41FA5}">
                      <a16:colId xmlns:a16="http://schemas.microsoft.com/office/drawing/2014/main" val="20004"/>
                    </a:ext>
                  </a:extLst>
                </a:gridCol>
              </a:tblGrid>
              <a:tr h="396240">
                <a:tc>
                  <a:txBody>
                    <a:bodyPr/>
                    <a:lstStyle/>
                    <a:p>
                      <a:pPr indent="0" algn="ctr" fontAlgn="auto">
                        <a:lnSpc>
                          <a:spcPts val="2200"/>
                        </a:lnSpc>
                      </a:pPr>
                      <a:r>
                        <a:rPr lang="zh-CN" altLang="en-US" sz="2300" b="1" dirty="0">
                          <a:solidFill>
                            <a:srgbClr val="9900FF"/>
                          </a:solidFill>
                          <a:latin typeface="华文楷体" panose="02010600040101010101" pitchFamily="2" charset="-122"/>
                          <a:ea typeface="华文楷体" panose="02010600040101010101" pitchFamily="2" charset="-122"/>
                          <a:cs typeface="Consolas" panose="020B0609020204030204" pitchFamily="49" charset="0"/>
                        </a:rPr>
                        <a:t>编号</a:t>
                      </a:r>
                    </a:p>
                  </a:txBody>
                  <a:tcPr anchor="ctr">
                    <a:solidFill>
                      <a:schemeClr val="bg1">
                        <a:lumMod val="85000"/>
                      </a:schemeClr>
                    </a:solidFill>
                  </a:tcPr>
                </a:tc>
                <a:tc>
                  <a:txBody>
                    <a:bodyPr/>
                    <a:lstStyle/>
                    <a:p>
                      <a:pPr indent="0" algn="ctr" fontAlgn="auto">
                        <a:lnSpc>
                          <a:spcPts val="2200"/>
                        </a:lnSpc>
                      </a:pPr>
                      <a:r>
                        <a:rPr lang="en-US" altLang="zh-CN" sz="2300" b="1">
                          <a:solidFill>
                            <a:srgbClr val="C00000"/>
                          </a:solidFill>
                          <a:latin typeface="微软雅黑" panose="020B0503020204020204" charset="-122"/>
                          <a:ea typeface="微软雅黑" panose="020B0503020204020204" charset="-122"/>
                          <a:cs typeface="Consolas" panose="020B0609020204030204" pitchFamily="49" charset="0"/>
                        </a:rPr>
                        <a:t>3</a:t>
                      </a:r>
                    </a:p>
                  </a:txBody>
                  <a:tcPr anchor="ctr">
                    <a:solidFill>
                      <a:schemeClr val="bg1">
                        <a:lumMod val="85000"/>
                      </a:schemeClr>
                    </a:solidFill>
                  </a:tcPr>
                </a:tc>
                <a:tc>
                  <a:txBody>
                    <a:bodyPr/>
                    <a:lstStyle/>
                    <a:p>
                      <a:pPr indent="0" algn="ctr" fontAlgn="auto">
                        <a:lnSpc>
                          <a:spcPts val="2200"/>
                        </a:lnSpc>
                      </a:pPr>
                      <a:r>
                        <a:rPr lang="en-US" altLang="zh-CN" sz="2300" b="1">
                          <a:solidFill>
                            <a:srgbClr val="C00000"/>
                          </a:solidFill>
                          <a:latin typeface="微软雅黑" panose="020B0503020204020204" charset="-122"/>
                          <a:ea typeface="微软雅黑" panose="020B0503020204020204" charset="-122"/>
                          <a:cs typeface="Consolas" panose="020B0609020204030204" pitchFamily="49" charset="0"/>
                        </a:rPr>
                        <a:t>1</a:t>
                      </a:r>
                    </a:p>
                  </a:txBody>
                  <a:tcPr anchor="ctr">
                    <a:solidFill>
                      <a:schemeClr val="bg1">
                        <a:lumMod val="85000"/>
                      </a:schemeClr>
                    </a:solidFill>
                  </a:tcPr>
                </a:tc>
                <a:tc>
                  <a:txBody>
                    <a:bodyPr/>
                    <a:lstStyle/>
                    <a:p>
                      <a:pPr indent="0" algn="ctr" fontAlgn="auto">
                        <a:lnSpc>
                          <a:spcPts val="2200"/>
                        </a:lnSpc>
                      </a:pPr>
                      <a:r>
                        <a:rPr lang="en-US" altLang="zh-CN" sz="2300" b="1">
                          <a:solidFill>
                            <a:srgbClr val="006600"/>
                          </a:solidFill>
                          <a:latin typeface="微软雅黑" panose="020B0503020204020204" charset="-122"/>
                          <a:ea typeface="微软雅黑" panose="020B0503020204020204" charset="-122"/>
                          <a:cs typeface="Consolas" panose="020B0609020204030204" pitchFamily="49" charset="0"/>
                        </a:rPr>
                        <a:t>4</a:t>
                      </a:r>
                    </a:p>
                  </a:txBody>
                  <a:tcPr anchor="ctr">
                    <a:solidFill>
                      <a:schemeClr val="bg1">
                        <a:lumMod val="85000"/>
                      </a:schemeClr>
                    </a:solidFill>
                  </a:tcPr>
                </a:tc>
                <a:tc>
                  <a:txBody>
                    <a:bodyPr/>
                    <a:lstStyle/>
                    <a:p>
                      <a:pPr indent="0" algn="ctr" fontAlgn="auto">
                        <a:lnSpc>
                          <a:spcPts val="2200"/>
                        </a:lnSpc>
                      </a:pPr>
                      <a:r>
                        <a:rPr lang="en-US" altLang="zh-CN" sz="2300" b="1">
                          <a:solidFill>
                            <a:srgbClr val="006600"/>
                          </a:solidFill>
                          <a:latin typeface="微软雅黑" panose="020B0503020204020204" charset="-122"/>
                          <a:ea typeface="微软雅黑" panose="020B0503020204020204" charset="-122"/>
                          <a:cs typeface="Consolas" panose="020B0609020204030204" pitchFamily="49" charset="0"/>
                        </a:rPr>
                        <a:t>2</a:t>
                      </a:r>
                    </a:p>
                  </a:txBody>
                  <a:tcPr anchor="ctr">
                    <a:solidFill>
                      <a:schemeClr val="bg1">
                        <a:lumMod val="85000"/>
                      </a:schemeClr>
                    </a:solidFill>
                  </a:tcPr>
                </a:tc>
                <a:extLst>
                  <a:ext uri="{0D108BD9-81ED-4DB2-BD59-A6C34878D82A}">
                    <a16:rowId xmlns:a16="http://schemas.microsoft.com/office/drawing/2014/main" val="10000"/>
                  </a:ext>
                </a:extLst>
              </a:tr>
              <a:tr h="396240">
                <a:tc>
                  <a:txBody>
                    <a:bodyPr/>
                    <a:lstStyle/>
                    <a:p>
                      <a:pPr indent="0" algn="ctr" fontAlgn="auto">
                        <a:lnSpc>
                          <a:spcPts val="2200"/>
                        </a:lnSpc>
                      </a:pPr>
                      <a:r>
                        <a:rPr lang="en-US" altLang="zh-CN" sz="2300" b="1" dirty="0">
                          <a:solidFill>
                            <a:srgbClr val="9900FF"/>
                          </a:solidFill>
                          <a:latin typeface="华文楷体" panose="02010600040101010101" pitchFamily="2" charset="-122"/>
                          <a:ea typeface="华文楷体" panose="02010600040101010101" pitchFamily="2" charset="-122"/>
                          <a:cs typeface="Consolas" panose="020B0609020204030204" pitchFamily="49" charset="0"/>
                        </a:rPr>
                        <a:t>M1</a:t>
                      </a:r>
                    </a:p>
                  </a:txBody>
                  <a:tcPr anchor="ctr">
                    <a:solidFill>
                      <a:schemeClr val="bg1">
                        <a:lumMod val="85000"/>
                      </a:schemeClr>
                    </a:solidFill>
                  </a:tcPr>
                </a:tc>
                <a:tc>
                  <a:txBody>
                    <a:bodyPr/>
                    <a:lstStyle/>
                    <a:p>
                      <a:pPr indent="0" algn="ctr" fontAlgn="auto">
                        <a:lnSpc>
                          <a:spcPts val="2200"/>
                        </a:lnSpc>
                      </a:pPr>
                      <a:r>
                        <a:rPr lang="en-US" altLang="zh-CN" sz="2300" b="1">
                          <a:solidFill>
                            <a:srgbClr val="C00000"/>
                          </a:solidFill>
                          <a:latin typeface="微软雅黑" panose="020B0503020204020204" charset="-122"/>
                          <a:ea typeface="微软雅黑" panose="020B0503020204020204" charset="-122"/>
                          <a:cs typeface="Consolas" panose="020B0609020204030204" pitchFamily="49" charset="0"/>
                        </a:rPr>
                        <a:t>4</a:t>
                      </a:r>
                    </a:p>
                  </a:txBody>
                  <a:tcPr anchor="ctr">
                    <a:solidFill>
                      <a:schemeClr val="bg1">
                        <a:lumMod val="85000"/>
                      </a:schemeClr>
                    </a:solidFill>
                  </a:tcPr>
                </a:tc>
                <a:tc>
                  <a:txBody>
                    <a:bodyPr/>
                    <a:lstStyle/>
                    <a:p>
                      <a:pPr indent="0" algn="ctr" fontAlgn="auto">
                        <a:lnSpc>
                          <a:spcPts val="2200"/>
                        </a:lnSpc>
                      </a:pPr>
                      <a:r>
                        <a:rPr lang="en-US" altLang="zh-CN" sz="2300" b="1">
                          <a:solidFill>
                            <a:srgbClr val="C00000"/>
                          </a:solidFill>
                          <a:latin typeface="微软雅黑" panose="020B0503020204020204" charset="-122"/>
                          <a:ea typeface="微软雅黑" panose="020B0503020204020204" charset="-122"/>
                          <a:cs typeface="Consolas" panose="020B0609020204030204" pitchFamily="49" charset="0"/>
                        </a:rPr>
                        <a:t>5</a:t>
                      </a:r>
                    </a:p>
                  </a:txBody>
                  <a:tcPr anchor="ctr">
                    <a:solidFill>
                      <a:schemeClr val="bg1">
                        <a:lumMod val="85000"/>
                      </a:schemeClr>
                    </a:solidFill>
                  </a:tcPr>
                </a:tc>
                <a:tc>
                  <a:txBody>
                    <a:bodyPr/>
                    <a:lstStyle/>
                    <a:p>
                      <a:pPr indent="0" algn="ctr" fontAlgn="auto">
                        <a:lnSpc>
                          <a:spcPts val="2200"/>
                        </a:lnSpc>
                      </a:pPr>
                      <a:r>
                        <a:rPr lang="en-US" altLang="zh-CN" sz="2300" b="1">
                          <a:solidFill>
                            <a:srgbClr val="006600"/>
                          </a:solidFill>
                          <a:latin typeface="微软雅黑" panose="020B0503020204020204" charset="-122"/>
                          <a:ea typeface="微软雅黑" panose="020B0503020204020204" charset="-122"/>
                          <a:cs typeface="Consolas" panose="020B0609020204030204" pitchFamily="49" charset="0"/>
                        </a:rPr>
                        <a:t>8</a:t>
                      </a:r>
                    </a:p>
                  </a:txBody>
                  <a:tcPr anchor="ctr">
                    <a:solidFill>
                      <a:schemeClr val="bg1">
                        <a:lumMod val="85000"/>
                      </a:schemeClr>
                    </a:solidFill>
                  </a:tcPr>
                </a:tc>
                <a:tc>
                  <a:txBody>
                    <a:bodyPr/>
                    <a:lstStyle/>
                    <a:p>
                      <a:pPr indent="0" algn="ctr" fontAlgn="auto">
                        <a:lnSpc>
                          <a:spcPts val="2200"/>
                        </a:lnSpc>
                      </a:pPr>
                      <a:r>
                        <a:rPr lang="en-US" altLang="zh-CN" sz="2300" b="1">
                          <a:solidFill>
                            <a:srgbClr val="006600"/>
                          </a:solidFill>
                          <a:latin typeface="微软雅黑" panose="020B0503020204020204" charset="-122"/>
                          <a:ea typeface="微软雅黑" panose="020B0503020204020204" charset="-122"/>
                          <a:cs typeface="Consolas" panose="020B0609020204030204" pitchFamily="49" charset="0"/>
                        </a:rPr>
                        <a:t>12</a:t>
                      </a:r>
                    </a:p>
                  </a:txBody>
                  <a:tcPr anchor="ctr">
                    <a:solidFill>
                      <a:schemeClr val="bg1">
                        <a:lumMod val="85000"/>
                      </a:schemeClr>
                    </a:solidFill>
                  </a:tcPr>
                </a:tc>
                <a:extLst>
                  <a:ext uri="{0D108BD9-81ED-4DB2-BD59-A6C34878D82A}">
                    <a16:rowId xmlns:a16="http://schemas.microsoft.com/office/drawing/2014/main" val="10001"/>
                  </a:ext>
                </a:extLst>
              </a:tr>
              <a:tr h="396240">
                <a:tc>
                  <a:txBody>
                    <a:bodyPr/>
                    <a:lstStyle/>
                    <a:p>
                      <a:pPr indent="0" algn="ctr" fontAlgn="auto">
                        <a:lnSpc>
                          <a:spcPts val="2200"/>
                        </a:lnSpc>
                      </a:pPr>
                      <a:r>
                        <a:rPr lang="en-US" altLang="zh-CN" sz="2300" b="1" dirty="0">
                          <a:solidFill>
                            <a:srgbClr val="9900FF"/>
                          </a:solidFill>
                          <a:latin typeface="华文楷体" panose="02010600040101010101" pitchFamily="2" charset="-122"/>
                          <a:ea typeface="华文楷体" panose="02010600040101010101" pitchFamily="2" charset="-122"/>
                          <a:cs typeface="Consolas" panose="020B0609020204030204" pitchFamily="49" charset="0"/>
                        </a:rPr>
                        <a:t>M2</a:t>
                      </a:r>
                    </a:p>
                  </a:txBody>
                  <a:tcPr anchor="ctr">
                    <a:solidFill>
                      <a:schemeClr val="bg1">
                        <a:lumMod val="85000"/>
                      </a:schemeClr>
                    </a:solidFill>
                  </a:tcPr>
                </a:tc>
                <a:tc>
                  <a:txBody>
                    <a:bodyPr/>
                    <a:lstStyle/>
                    <a:p>
                      <a:pPr indent="0" algn="ctr" fontAlgn="auto">
                        <a:lnSpc>
                          <a:spcPts val="2200"/>
                        </a:lnSpc>
                      </a:pPr>
                      <a:r>
                        <a:rPr lang="en-US" altLang="zh-CN" sz="2300" b="1">
                          <a:solidFill>
                            <a:srgbClr val="C00000"/>
                          </a:solidFill>
                          <a:latin typeface="微软雅黑" panose="020B0503020204020204" charset="-122"/>
                          <a:ea typeface="微软雅黑" panose="020B0503020204020204" charset="-122"/>
                          <a:cs typeface="Consolas" panose="020B0609020204030204" pitchFamily="49" charset="0"/>
                        </a:rPr>
                        <a:t>14</a:t>
                      </a:r>
                    </a:p>
                  </a:txBody>
                  <a:tcPr anchor="ctr">
                    <a:solidFill>
                      <a:schemeClr val="bg1">
                        <a:lumMod val="85000"/>
                      </a:schemeClr>
                    </a:solidFill>
                  </a:tcPr>
                </a:tc>
                <a:tc>
                  <a:txBody>
                    <a:bodyPr/>
                    <a:lstStyle/>
                    <a:p>
                      <a:pPr indent="0" algn="ctr" fontAlgn="auto">
                        <a:lnSpc>
                          <a:spcPts val="2200"/>
                        </a:lnSpc>
                      </a:pPr>
                      <a:r>
                        <a:rPr lang="en-US" altLang="zh-CN" sz="2300" b="1">
                          <a:solidFill>
                            <a:srgbClr val="C00000"/>
                          </a:solidFill>
                          <a:latin typeface="微软雅黑" panose="020B0503020204020204" charset="-122"/>
                          <a:ea typeface="微软雅黑" panose="020B0503020204020204" charset="-122"/>
                          <a:cs typeface="Consolas" panose="020B0609020204030204" pitchFamily="49" charset="0"/>
                        </a:rPr>
                        <a:t>6</a:t>
                      </a:r>
                    </a:p>
                  </a:txBody>
                  <a:tcPr anchor="ctr">
                    <a:solidFill>
                      <a:schemeClr val="bg1">
                        <a:lumMod val="85000"/>
                      </a:schemeClr>
                    </a:solidFill>
                  </a:tcPr>
                </a:tc>
                <a:tc>
                  <a:txBody>
                    <a:bodyPr/>
                    <a:lstStyle/>
                    <a:p>
                      <a:pPr indent="0" algn="ctr" fontAlgn="auto">
                        <a:lnSpc>
                          <a:spcPts val="2200"/>
                        </a:lnSpc>
                      </a:pPr>
                      <a:r>
                        <a:rPr lang="en-US" altLang="zh-CN" sz="2300" b="1">
                          <a:solidFill>
                            <a:srgbClr val="006600"/>
                          </a:solidFill>
                          <a:latin typeface="微软雅黑" panose="020B0503020204020204" charset="-122"/>
                          <a:ea typeface="微软雅黑" panose="020B0503020204020204" charset="-122"/>
                          <a:cs typeface="Consolas" panose="020B0609020204030204" pitchFamily="49" charset="0"/>
                        </a:rPr>
                        <a:t>7</a:t>
                      </a:r>
                    </a:p>
                  </a:txBody>
                  <a:tcPr anchor="ctr">
                    <a:solidFill>
                      <a:schemeClr val="bg1">
                        <a:lumMod val="85000"/>
                      </a:schemeClr>
                    </a:solidFill>
                  </a:tcPr>
                </a:tc>
                <a:tc>
                  <a:txBody>
                    <a:bodyPr/>
                    <a:lstStyle/>
                    <a:p>
                      <a:pPr indent="0" algn="ctr" fontAlgn="auto">
                        <a:lnSpc>
                          <a:spcPts val="2200"/>
                        </a:lnSpc>
                      </a:pPr>
                      <a:r>
                        <a:rPr lang="en-US" altLang="zh-CN" sz="2300" b="1">
                          <a:solidFill>
                            <a:srgbClr val="006600"/>
                          </a:solidFill>
                          <a:latin typeface="微软雅黑" panose="020B0503020204020204" charset="-122"/>
                          <a:ea typeface="微软雅黑" panose="020B0503020204020204" charset="-122"/>
                          <a:cs typeface="Consolas" panose="020B0609020204030204" pitchFamily="49" charset="0"/>
                        </a:rPr>
                        <a:t>2</a:t>
                      </a:r>
                    </a:p>
                  </a:txBody>
                  <a:tcPr anchor="ctr">
                    <a:solidFill>
                      <a:schemeClr val="bg1">
                        <a:lumMod val="85000"/>
                      </a:schemeClr>
                    </a:solidFill>
                  </a:tcPr>
                </a:tc>
                <a:extLst>
                  <a:ext uri="{0D108BD9-81ED-4DB2-BD59-A6C34878D82A}">
                    <a16:rowId xmlns:a16="http://schemas.microsoft.com/office/drawing/2014/main" val="10002"/>
                  </a:ext>
                </a:extLst>
              </a:tr>
              <a:tr h="396240">
                <a:tc>
                  <a:txBody>
                    <a:bodyPr/>
                    <a:lstStyle/>
                    <a:p>
                      <a:pPr indent="0" algn="ctr" fontAlgn="auto">
                        <a:lnSpc>
                          <a:spcPts val="2200"/>
                        </a:lnSpc>
                        <a:spcAft>
                          <a:spcPts val="0"/>
                        </a:spcAft>
                      </a:pPr>
                      <a:r>
                        <a:rPr lang="zh-CN" sz="2300" b="1" kern="100" dirty="0">
                          <a:solidFill>
                            <a:srgbClr val="9900FF"/>
                          </a:solidFill>
                          <a:latin typeface="华文楷体" panose="02010600040101010101" pitchFamily="2" charset="-122"/>
                          <a:ea typeface="华文楷体" panose="02010600040101010101" pitchFamily="2" charset="-122"/>
                          <a:cs typeface="Consolas" panose="020B0609020204030204" pitchFamily="49" charset="0"/>
                        </a:rPr>
                        <a:t>组号</a:t>
                      </a:r>
                    </a:p>
                  </a:txBody>
                  <a:tcPr marL="68580" marR="68580" marT="0" marB="0" anchor="ctr">
                    <a:solidFill>
                      <a:schemeClr val="bg1">
                        <a:lumMod val="85000"/>
                      </a:schemeClr>
                    </a:solidFill>
                  </a:tcPr>
                </a:tc>
                <a:tc>
                  <a:txBody>
                    <a:bodyPr/>
                    <a:lstStyle/>
                    <a:p>
                      <a:pPr indent="0" algn="ctr" fontAlgn="auto">
                        <a:lnSpc>
                          <a:spcPts val="2200"/>
                        </a:lnSpc>
                        <a:spcAft>
                          <a:spcPts val="0"/>
                        </a:spcAft>
                      </a:pPr>
                      <a:r>
                        <a:rPr lang="en-US" sz="2300" b="1" kern="100">
                          <a:solidFill>
                            <a:srgbClr val="C00000"/>
                          </a:solidFill>
                          <a:latin typeface="微软雅黑" panose="020B0503020204020204" charset="-122"/>
                          <a:ea typeface="微软雅黑" panose="020B0503020204020204" charset="-122"/>
                          <a:cs typeface="Consolas" panose="020B0609020204030204" pitchFamily="49" charset="0"/>
                        </a:rPr>
                        <a:t>1</a:t>
                      </a:r>
                    </a:p>
                  </a:txBody>
                  <a:tcPr marL="68580" marR="68580" marT="0" marB="0" anchor="ctr">
                    <a:solidFill>
                      <a:schemeClr val="bg1">
                        <a:lumMod val="85000"/>
                      </a:schemeClr>
                    </a:solidFill>
                  </a:tcPr>
                </a:tc>
                <a:tc>
                  <a:txBody>
                    <a:bodyPr/>
                    <a:lstStyle/>
                    <a:p>
                      <a:pPr indent="0" algn="ctr" fontAlgn="auto">
                        <a:lnSpc>
                          <a:spcPts val="2200"/>
                        </a:lnSpc>
                        <a:spcAft>
                          <a:spcPts val="0"/>
                        </a:spcAft>
                      </a:pPr>
                      <a:r>
                        <a:rPr lang="en-US" sz="2300" b="1" kern="100">
                          <a:solidFill>
                            <a:srgbClr val="C00000"/>
                          </a:solidFill>
                          <a:latin typeface="微软雅黑" panose="020B0503020204020204" charset="-122"/>
                          <a:ea typeface="微软雅黑" panose="020B0503020204020204" charset="-122"/>
                          <a:cs typeface="Consolas" panose="020B0609020204030204" pitchFamily="49" charset="0"/>
                        </a:rPr>
                        <a:t>1</a:t>
                      </a:r>
                    </a:p>
                  </a:txBody>
                  <a:tcPr marL="68580" marR="68580" marT="0" marB="0" anchor="ctr">
                    <a:solidFill>
                      <a:schemeClr val="bg1">
                        <a:lumMod val="85000"/>
                      </a:schemeClr>
                    </a:solidFill>
                  </a:tcPr>
                </a:tc>
                <a:tc>
                  <a:txBody>
                    <a:bodyPr/>
                    <a:lstStyle/>
                    <a:p>
                      <a:pPr indent="0" algn="ctr" fontAlgn="auto">
                        <a:lnSpc>
                          <a:spcPts val="2200"/>
                        </a:lnSpc>
                        <a:spcAft>
                          <a:spcPts val="0"/>
                        </a:spcAft>
                      </a:pPr>
                      <a:r>
                        <a:rPr lang="en-US" sz="2300" b="1" kern="100">
                          <a:solidFill>
                            <a:srgbClr val="006600"/>
                          </a:solidFill>
                          <a:latin typeface="微软雅黑" panose="020B0503020204020204" charset="-122"/>
                          <a:ea typeface="微软雅黑" panose="020B0503020204020204" charset="-122"/>
                          <a:cs typeface="Consolas" panose="020B0609020204030204" pitchFamily="49" charset="0"/>
                        </a:rPr>
                        <a:t>0</a:t>
                      </a:r>
                    </a:p>
                  </a:txBody>
                  <a:tcPr marL="68580" marR="68580" marT="0" marB="0" anchor="ctr">
                    <a:solidFill>
                      <a:schemeClr val="bg1">
                        <a:lumMod val="85000"/>
                      </a:schemeClr>
                    </a:solidFill>
                  </a:tcPr>
                </a:tc>
                <a:tc>
                  <a:txBody>
                    <a:bodyPr/>
                    <a:lstStyle/>
                    <a:p>
                      <a:pPr indent="0" algn="ctr" fontAlgn="auto">
                        <a:lnSpc>
                          <a:spcPts val="2200"/>
                        </a:lnSpc>
                        <a:spcAft>
                          <a:spcPts val="0"/>
                        </a:spcAft>
                      </a:pPr>
                      <a:r>
                        <a:rPr lang="en-US" sz="2300" b="1" kern="100">
                          <a:solidFill>
                            <a:srgbClr val="006600"/>
                          </a:solidFill>
                          <a:latin typeface="微软雅黑" panose="020B0503020204020204" charset="-122"/>
                          <a:ea typeface="微软雅黑" panose="020B0503020204020204" charset="-122"/>
                          <a:cs typeface="Consolas" panose="020B0609020204030204" pitchFamily="49" charset="0"/>
                        </a:rPr>
                        <a:t>0</a:t>
                      </a:r>
                    </a:p>
                  </a:txBody>
                  <a:tcPr marL="68580" marR="68580" marT="0" marB="0" anchor="ctr">
                    <a:solidFill>
                      <a:schemeClr val="bg1">
                        <a:lumMod val="85000"/>
                      </a:schemeClr>
                    </a:solidFill>
                  </a:tcPr>
                </a:tc>
                <a:extLst>
                  <a:ext uri="{0D108BD9-81ED-4DB2-BD59-A6C34878D82A}">
                    <a16:rowId xmlns:a16="http://schemas.microsoft.com/office/drawing/2014/main" val="10003"/>
                  </a:ext>
                </a:extLst>
              </a:tr>
              <a:tr h="396240">
                <a:tc>
                  <a:txBody>
                    <a:bodyPr/>
                    <a:lstStyle/>
                    <a:p>
                      <a:pPr indent="0" algn="ctr" fontAlgn="auto">
                        <a:lnSpc>
                          <a:spcPts val="2200"/>
                        </a:lnSpc>
                        <a:spcAft>
                          <a:spcPts val="0"/>
                        </a:spcAft>
                      </a:pPr>
                      <a:r>
                        <a:rPr lang="zh-CN" sz="2300" b="1" kern="100" dirty="0">
                          <a:solidFill>
                            <a:srgbClr val="9900FF"/>
                          </a:solidFill>
                          <a:latin typeface="华文楷体" panose="02010600040101010101" pitchFamily="2" charset="-122"/>
                          <a:ea typeface="华文楷体" panose="02010600040101010101" pitchFamily="2" charset="-122"/>
                          <a:cs typeface="微软雅黑" panose="020B0503020204020204" charset="-122"/>
                        </a:rPr>
                        <a:t>时间</a:t>
                      </a:r>
                      <a:r>
                        <a:rPr lang="en-US" sz="2300" b="1" kern="100" dirty="0">
                          <a:solidFill>
                            <a:srgbClr val="9900FF"/>
                          </a:solidFill>
                          <a:latin typeface="华文楷体" panose="02010600040101010101" pitchFamily="2" charset="-122"/>
                          <a:ea typeface="华文楷体" panose="02010600040101010101" pitchFamily="2" charset="-122"/>
                          <a:cs typeface="微软雅黑" panose="020B0503020204020204" charset="-122"/>
                        </a:rPr>
                        <a:t>time</a:t>
                      </a:r>
                      <a:endParaRPr lang="zh-CN" sz="2300" b="1" kern="100" dirty="0">
                        <a:solidFill>
                          <a:srgbClr val="9900FF"/>
                        </a:solidFill>
                        <a:latin typeface="华文楷体" panose="02010600040101010101" pitchFamily="2" charset="-122"/>
                        <a:ea typeface="华文楷体" panose="02010600040101010101" pitchFamily="2" charset="-122"/>
                        <a:cs typeface="微软雅黑" panose="020B0503020204020204" charset="-122"/>
                      </a:endParaRPr>
                    </a:p>
                  </a:txBody>
                  <a:tcPr marL="68580" marR="68580" marT="0" marB="0" anchor="ctr">
                    <a:solidFill>
                      <a:schemeClr val="bg1">
                        <a:lumMod val="85000"/>
                      </a:schemeClr>
                    </a:solidFill>
                  </a:tcPr>
                </a:tc>
                <a:tc>
                  <a:txBody>
                    <a:bodyPr/>
                    <a:lstStyle/>
                    <a:p>
                      <a:pPr indent="0" algn="ctr" fontAlgn="auto">
                        <a:lnSpc>
                          <a:spcPts val="2200"/>
                        </a:lnSpc>
                        <a:spcAft>
                          <a:spcPts val="0"/>
                        </a:spcAft>
                      </a:pPr>
                      <a:r>
                        <a:rPr lang="en-US" sz="2300" b="1" kern="100">
                          <a:solidFill>
                            <a:srgbClr val="C00000"/>
                          </a:solidFill>
                          <a:latin typeface="微软雅黑" panose="020B0503020204020204" charset="-122"/>
                          <a:ea typeface="微软雅黑" panose="020B0503020204020204" charset="-122"/>
                          <a:cs typeface="Consolas" panose="020B0609020204030204" pitchFamily="49" charset="0"/>
                        </a:rPr>
                        <a:t>4</a:t>
                      </a:r>
                    </a:p>
                  </a:txBody>
                  <a:tcPr marL="68580" marR="68580" marT="0" marB="0" anchor="ctr">
                    <a:solidFill>
                      <a:schemeClr val="bg1">
                        <a:lumMod val="85000"/>
                      </a:schemeClr>
                    </a:solidFill>
                  </a:tcPr>
                </a:tc>
                <a:tc>
                  <a:txBody>
                    <a:bodyPr/>
                    <a:lstStyle/>
                    <a:p>
                      <a:pPr indent="0" algn="ctr" fontAlgn="auto">
                        <a:lnSpc>
                          <a:spcPts val="2200"/>
                        </a:lnSpc>
                        <a:spcAft>
                          <a:spcPts val="0"/>
                        </a:spcAft>
                      </a:pPr>
                      <a:r>
                        <a:rPr lang="en-US" sz="2300" b="1" kern="100">
                          <a:solidFill>
                            <a:srgbClr val="C00000"/>
                          </a:solidFill>
                          <a:latin typeface="微软雅黑" panose="020B0503020204020204" charset="-122"/>
                          <a:ea typeface="微软雅黑" panose="020B0503020204020204" charset="-122"/>
                          <a:cs typeface="Consolas" panose="020B0609020204030204" pitchFamily="49" charset="0"/>
                        </a:rPr>
                        <a:t>5</a:t>
                      </a:r>
                    </a:p>
                  </a:txBody>
                  <a:tcPr marL="68580" marR="68580" marT="0" marB="0" anchor="ctr">
                    <a:solidFill>
                      <a:schemeClr val="bg1">
                        <a:lumMod val="85000"/>
                      </a:schemeClr>
                    </a:solidFill>
                  </a:tcPr>
                </a:tc>
                <a:tc>
                  <a:txBody>
                    <a:bodyPr/>
                    <a:lstStyle/>
                    <a:p>
                      <a:pPr indent="0" algn="ctr" fontAlgn="auto">
                        <a:lnSpc>
                          <a:spcPts val="2200"/>
                        </a:lnSpc>
                        <a:spcAft>
                          <a:spcPts val="0"/>
                        </a:spcAft>
                      </a:pPr>
                      <a:r>
                        <a:rPr lang="en-US" sz="2300" b="1" kern="100">
                          <a:solidFill>
                            <a:srgbClr val="006600"/>
                          </a:solidFill>
                          <a:latin typeface="微软雅黑" panose="020B0503020204020204" charset="-122"/>
                          <a:ea typeface="微软雅黑" panose="020B0503020204020204" charset="-122"/>
                          <a:cs typeface="Consolas" panose="020B0609020204030204" pitchFamily="49" charset="0"/>
                        </a:rPr>
                        <a:t>7</a:t>
                      </a:r>
                    </a:p>
                  </a:txBody>
                  <a:tcPr marL="68580" marR="68580" marT="0" marB="0" anchor="ctr">
                    <a:solidFill>
                      <a:schemeClr val="bg1">
                        <a:lumMod val="85000"/>
                      </a:schemeClr>
                    </a:solidFill>
                  </a:tcPr>
                </a:tc>
                <a:tc>
                  <a:txBody>
                    <a:bodyPr/>
                    <a:lstStyle/>
                    <a:p>
                      <a:pPr indent="0" algn="ctr" fontAlgn="auto">
                        <a:lnSpc>
                          <a:spcPts val="2200"/>
                        </a:lnSpc>
                        <a:spcAft>
                          <a:spcPts val="0"/>
                        </a:spcAft>
                      </a:pPr>
                      <a:r>
                        <a:rPr lang="en-US" sz="2300" b="1" kern="100" dirty="0">
                          <a:solidFill>
                            <a:srgbClr val="006600"/>
                          </a:solidFill>
                          <a:latin typeface="微软雅黑" panose="020B0503020204020204" charset="-122"/>
                          <a:ea typeface="微软雅黑" panose="020B0503020204020204" charset="-122"/>
                          <a:cs typeface="Consolas" panose="020B0609020204030204" pitchFamily="49" charset="0"/>
                        </a:rPr>
                        <a:t>2</a:t>
                      </a:r>
                    </a:p>
                  </a:txBody>
                  <a:tcPr marL="68580" marR="68580" marT="0" marB="0" anchor="ctr">
                    <a:solidFill>
                      <a:schemeClr val="bg1">
                        <a:lumMod val="85000"/>
                      </a:schemeClr>
                    </a:solidFill>
                  </a:tcPr>
                </a:tc>
                <a:extLst>
                  <a:ext uri="{0D108BD9-81ED-4DB2-BD59-A6C34878D82A}">
                    <a16:rowId xmlns:a16="http://schemas.microsoft.com/office/drawing/2014/main" val="10004"/>
                  </a:ext>
                </a:extLst>
              </a:tr>
            </a:tbl>
          </a:graphicData>
        </a:graphic>
      </p:graphicFrame>
      <p:sp>
        <p:nvSpPr>
          <p:cNvPr id="5" name="左弧形箭头 4"/>
          <p:cNvSpPr/>
          <p:nvPr/>
        </p:nvSpPr>
        <p:spPr>
          <a:xfrm>
            <a:off x="760386" y="3250549"/>
            <a:ext cx="428628" cy="1071570"/>
          </a:xfrm>
          <a:prstGeom prst="curved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sz="2200" b="1">
              <a:solidFill>
                <a:prstClr val="black"/>
              </a:solidFill>
              <a:latin typeface="华文楷体" panose="02010600040101010101" pitchFamily="2" charset="-122"/>
              <a:ea typeface="华文楷体" panose="02010600040101010101" pitchFamily="2" charset="-122"/>
              <a:cs typeface="Consolas" panose="020B0609020204030204" pitchFamily="49" charset="0"/>
            </a:endParaRPr>
          </a:p>
        </p:txBody>
      </p:sp>
      <p:graphicFrame>
        <p:nvGraphicFramePr>
          <p:cNvPr id="6" name="表格 5"/>
          <p:cNvGraphicFramePr>
            <a:graphicFrameLocks noGrp="1"/>
          </p:cNvGraphicFramePr>
          <p:nvPr>
            <p:custDataLst>
              <p:tags r:id="rId3"/>
            </p:custDataLst>
            <p:extLst>
              <p:ext uri="{D42A27DB-BD31-4B8C-83A1-F6EECF244321}">
                <p14:modId xmlns:p14="http://schemas.microsoft.com/office/powerpoint/2010/main" val="3226035049"/>
              </p:ext>
            </p:extLst>
          </p:nvPr>
        </p:nvGraphicFramePr>
        <p:xfrm>
          <a:off x="1379855" y="1555750"/>
          <a:ext cx="6950075" cy="2019300"/>
        </p:xfrm>
        <a:graphic>
          <a:graphicData uri="http://schemas.openxmlformats.org/drawingml/2006/table">
            <a:tbl>
              <a:tblPr firstRow="1" bandRow="1">
                <a:tableStyleId>{E269D01E-BC32-4049-B463-5C60D7B0CCD2}</a:tableStyleId>
              </a:tblPr>
              <a:tblGrid>
                <a:gridCol w="1390015">
                  <a:extLst>
                    <a:ext uri="{9D8B030D-6E8A-4147-A177-3AD203B41FA5}">
                      <a16:colId xmlns:a16="http://schemas.microsoft.com/office/drawing/2014/main" val="20000"/>
                    </a:ext>
                  </a:extLst>
                </a:gridCol>
                <a:gridCol w="1390015">
                  <a:extLst>
                    <a:ext uri="{9D8B030D-6E8A-4147-A177-3AD203B41FA5}">
                      <a16:colId xmlns:a16="http://schemas.microsoft.com/office/drawing/2014/main" val="20001"/>
                    </a:ext>
                  </a:extLst>
                </a:gridCol>
                <a:gridCol w="1390015">
                  <a:extLst>
                    <a:ext uri="{9D8B030D-6E8A-4147-A177-3AD203B41FA5}">
                      <a16:colId xmlns:a16="http://schemas.microsoft.com/office/drawing/2014/main" val="20002"/>
                    </a:ext>
                  </a:extLst>
                </a:gridCol>
                <a:gridCol w="1390015">
                  <a:extLst>
                    <a:ext uri="{9D8B030D-6E8A-4147-A177-3AD203B41FA5}">
                      <a16:colId xmlns:a16="http://schemas.microsoft.com/office/drawing/2014/main" val="20003"/>
                    </a:ext>
                  </a:extLst>
                </a:gridCol>
                <a:gridCol w="1390015">
                  <a:extLst>
                    <a:ext uri="{9D8B030D-6E8A-4147-A177-3AD203B41FA5}">
                      <a16:colId xmlns:a16="http://schemas.microsoft.com/office/drawing/2014/main" val="20004"/>
                    </a:ext>
                  </a:extLst>
                </a:gridCol>
              </a:tblGrid>
              <a:tr h="403860">
                <a:tc>
                  <a:txBody>
                    <a:bodyPr/>
                    <a:lstStyle/>
                    <a:p>
                      <a:pPr indent="0" algn="ctr" fontAlgn="auto">
                        <a:lnSpc>
                          <a:spcPts val="2200"/>
                        </a:lnSpc>
                      </a:pPr>
                      <a:r>
                        <a:rPr lang="zh-CN" altLang="en-US" sz="2300" b="1">
                          <a:solidFill>
                            <a:srgbClr val="9900FF"/>
                          </a:solidFill>
                          <a:latin typeface="华文楷体" panose="02010600040101010101" pitchFamily="2" charset="-122"/>
                          <a:ea typeface="华文楷体" panose="02010600040101010101" pitchFamily="2" charset="-122"/>
                          <a:cs typeface="Consolas" panose="020B0609020204030204" pitchFamily="49" charset="0"/>
                        </a:rPr>
                        <a:t>编号</a:t>
                      </a:r>
                    </a:p>
                  </a:txBody>
                  <a:tcPr anchor="ctr">
                    <a:solidFill>
                      <a:schemeClr val="bg1">
                        <a:lumMod val="85000"/>
                      </a:schemeClr>
                    </a:solidFill>
                  </a:tcPr>
                </a:tc>
                <a:tc>
                  <a:txBody>
                    <a:bodyPr/>
                    <a:lstStyle/>
                    <a:p>
                      <a:pPr indent="0" algn="ctr" fontAlgn="auto">
                        <a:lnSpc>
                          <a:spcPts val="2200"/>
                        </a:lnSpc>
                      </a:pPr>
                      <a:r>
                        <a:rPr lang="en-US" altLang="zh-CN" sz="2300" b="1">
                          <a:solidFill>
                            <a:srgbClr val="006600"/>
                          </a:solidFill>
                          <a:latin typeface="微软雅黑" panose="020B0503020204020204" charset="-122"/>
                          <a:ea typeface="微软雅黑" panose="020B0503020204020204" charset="-122"/>
                          <a:cs typeface="Consolas" panose="020B0609020204030204" pitchFamily="49" charset="0"/>
                        </a:rPr>
                        <a:t>2</a:t>
                      </a:r>
                    </a:p>
                  </a:txBody>
                  <a:tcPr anchor="ctr">
                    <a:solidFill>
                      <a:schemeClr val="bg1">
                        <a:lumMod val="85000"/>
                      </a:schemeClr>
                    </a:solidFill>
                  </a:tcPr>
                </a:tc>
                <a:tc>
                  <a:txBody>
                    <a:bodyPr/>
                    <a:lstStyle/>
                    <a:p>
                      <a:pPr indent="0" algn="ctr" fontAlgn="auto">
                        <a:lnSpc>
                          <a:spcPts val="2200"/>
                        </a:lnSpc>
                      </a:pPr>
                      <a:r>
                        <a:rPr lang="en-US" altLang="zh-CN" sz="2300" b="1">
                          <a:solidFill>
                            <a:srgbClr val="C00000"/>
                          </a:solidFill>
                          <a:latin typeface="微软雅黑" panose="020B0503020204020204" charset="-122"/>
                          <a:ea typeface="微软雅黑" panose="020B0503020204020204" charset="-122"/>
                          <a:cs typeface="Consolas" panose="020B0609020204030204" pitchFamily="49" charset="0"/>
                        </a:rPr>
                        <a:t>3</a:t>
                      </a:r>
                    </a:p>
                  </a:txBody>
                  <a:tcPr anchor="ctr">
                    <a:solidFill>
                      <a:schemeClr val="bg1">
                        <a:lumMod val="85000"/>
                      </a:schemeClr>
                    </a:solidFill>
                  </a:tcPr>
                </a:tc>
                <a:tc>
                  <a:txBody>
                    <a:bodyPr/>
                    <a:lstStyle/>
                    <a:p>
                      <a:pPr indent="0" algn="ctr" fontAlgn="auto">
                        <a:lnSpc>
                          <a:spcPts val="2200"/>
                        </a:lnSpc>
                      </a:pPr>
                      <a:r>
                        <a:rPr lang="en-US" altLang="zh-CN" sz="2300" b="1">
                          <a:solidFill>
                            <a:srgbClr val="C00000"/>
                          </a:solidFill>
                          <a:latin typeface="微软雅黑" panose="020B0503020204020204" charset="-122"/>
                          <a:ea typeface="微软雅黑" panose="020B0503020204020204" charset="-122"/>
                          <a:cs typeface="Consolas" panose="020B0609020204030204" pitchFamily="49" charset="0"/>
                        </a:rPr>
                        <a:t>1</a:t>
                      </a:r>
                    </a:p>
                  </a:txBody>
                  <a:tcPr anchor="ctr">
                    <a:solidFill>
                      <a:schemeClr val="bg1">
                        <a:lumMod val="85000"/>
                      </a:schemeClr>
                    </a:solidFill>
                  </a:tcPr>
                </a:tc>
                <a:tc>
                  <a:txBody>
                    <a:bodyPr/>
                    <a:lstStyle/>
                    <a:p>
                      <a:pPr indent="0" algn="ctr" fontAlgn="auto">
                        <a:lnSpc>
                          <a:spcPts val="2200"/>
                        </a:lnSpc>
                      </a:pPr>
                      <a:r>
                        <a:rPr lang="en-US" altLang="zh-CN" sz="2300" b="1">
                          <a:solidFill>
                            <a:srgbClr val="006600"/>
                          </a:solidFill>
                          <a:latin typeface="微软雅黑" panose="020B0503020204020204" charset="-122"/>
                          <a:ea typeface="微软雅黑" panose="020B0503020204020204" charset="-122"/>
                          <a:cs typeface="Consolas" panose="020B0609020204030204" pitchFamily="49" charset="0"/>
                        </a:rPr>
                        <a:t>4</a:t>
                      </a:r>
                    </a:p>
                  </a:txBody>
                  <a:tcPr anchor="ctr">
                    <a:solidFill>
                      <a:schemeClr val="bg1">
                        <a:lumMod val="85000"/>
                      </a:schemeClr>
                    </a:solidFill>
                  </a:tcPr>
                </a:tc>
                <a:extLst>
                  <a:ext uri="{0D108BD9-81ED-4DB2-BD59-A6C34878D82A}">
                    <a16:rowId xmlns:a16="http://schemas.microsoft.com/office/drawing/2014/main" val="10000"/>
                  </a:ext>
                </a:extLst>
              </a:tr>
              <a:tr h="403860">
                <a:tc>
                  <a:txBody>
                    <a:bodyPr/>
                    <a:lstStyle/>
                    <a:p>
                      <a:pPr indent="0" algn="ctr" fontAlgn="auto">
                        <a:lnSpc>
                          <a:spcPts val="2200"/>
                        </a:lnSpc>
                      </a:pPr>
                      <a:r>
                        <a:rPr lang="en-US" altLang="zh-CN" sz="2300" b="1">
                          <a:solidFill>
                            <a:srgbClr val="9900FF"/>
                          </a:solidFill>
                          <a:latin typeface="华文楷体" panose="02010600040101010101" pitchFamily="2" charset="-122"/>
                          <a:ea typeface="华文楷体" panose="02010600040101010101" pitchFamily="2" charset="-122"/>
                          <a:cs typeface="Consolas" panose="020B0609020204030204" pitchFamily="49" charset="0"/>
                        </a:rPr>
                        <a:t>M1</a:t>
                      </a:r>
                    </a:p>
                  </a:txBody>
                  <a:tcPr anchor="ctr">
                    <a:solidFill>
                      <a:schemeClr val="bg1">
                        <a:lumMod val="85000"/>
                      </a:schemeClr>
                    </a:solidFill>
                  </a:tcPr>
                </a:tc>
                <a:tc>
                  <a:txBody>
                    <a:bodyPr/>
                    <a:lstStyle/>
                    <a:p>
                      <a:pPr indent="0" algn="ctr" fontAlgn="auto">
                        <a:lnSpc>
                          <a:spcPts val="2200"/>
                        </a:lnSpc>
                      </a:pPr>
                      <a:r>
                        <a:rPr lang="en-US" altLang="zh-CN" sz="2300" b="1">
                          <a:solidFill>
                            <a:srgbClr val="006600"/>
                          </a:solidFill>
                          <a:latin typeface="微软雅黑" panose="020B0503020204020204" charset="-122"/>
                          <a:ea typeface="微软雅黑" panose="020B0503020204020204" charset="-122"/>
                          <a:cs typeface="Consolas" panose="020B0609020204030204" pitchFamily="49" charset="0"/>
                        </a:rPr>
                        <a:t>12</a:t>
                      </a:r>
                    </a:p>
                  </a:txBody>
                  <a:tcPr anchor="ctr">
                    <a:solidFill>
                      <a:schemeClr val="bg1">
                        <a:lumMod val="85000"/>
                      </a:schemeClr>
                    </a:solidFill>
                  </a:tcPr>
                </a:tc>
                <a:tc>
                  <a:txBody>
                    <a:bodyPr/>
                    <a:lstStyle/>
                    <a:p>
                      <a:pPr indent="0" algn="ctr" fontAlgn="auto">
                        <a:lnSpc>
                          <a:spcPts val="2200"/>
                        </a:lnSpc>
                      </a:pPr>
                      <a:r>
                        <a:rPr lang="en-US" altLang="zh-CN" sz="2300" b="1">
                          <a:solidFill>
                            <a:srgbClr val="C00000"/>
                          </a:solidFill>
                          <a:latin typeface="微软雅黑" panose="020B0503020204020204" charset="-122"/>
                          <a:ea typeface="微软雅黑" panose="020B0503020204020204" charset="-122"/>
                          <a:cs typeface="Consolas" panose="020B0609020204030204" pitchFamily="49" charset="0"/>
                        </a:rPr>
                        <a:t>4</a:t>
                      </a:r>
                    </a:p>
                  </a:txBody>
                  <a:tcPr anchor="ctr">
                    <a:solidFill>
                      <a:schemeClr val="bg1">
                        <a:lumMod val="85000"/>
                      </a:schemeClr>
                    </a:solidFill>
                  </a:tcPr>
                </a:tc>
                <a:tc>
                  <a:txBody>
                    <a:bodyPr/>
                    <a:lstStyle/>
                    <a:p>
                      <a:pPr indent="0" algn="ctr" fontAlgn="auto">
                        <a:lnSpc>
                          <a:spcPts val="2200"/>
                        </a:lnSpc>
                      </a:pPr>
                      <a:r>
                        <a:rPr lang="en-US" altLang="zh-CN" sz="2300" b="1">
                          <a:solidFill>
                            <a:srgbClr val="C00000"/>
                          </a:solidFill>
                          <a:latin typeface="微软雅黑" panose="020B0503020204020204" charset="-122"/>
                          <a:ea typeface="微软雅黑" panose="020B0503020204020204" charset="-122"/>
                          <a:cs typeface="Consolas" panose="020B0609020204030204" pitchFamily="49" charset="0"/>
                        </a:rPr>
                        <a:t>5</a:t>
                      </a:r>
                    </a:p>
                  </a:txBody>
                  <a:tcPr anchor="ctr">
                    <a:solidFill>
                      <a:schemeClr val="bg1">
                        <a:lumMod val="85000"/>
                      </a:schemeClr>
                    </a:solidFill>
                  </a:tcPr>
                </a:tc>
                <a:tc>
                  <a:txBody>
                    <a:bodyPr/>
                    <a:lstStyle/>
                    <a:p>
                      <a:pPr indent="0" algn="ctr" fontAlgn="auto">
                        <a:lnSpc>
                          <a:spcPts val="2200"/>
                        </a:lnSpc>
                      </a:pPr>
                      <a:r>
                        <a:rPr lang="en-US" altLang="zh-CN" sz="2300" b="1">
                          <a:solidFill>
                            <a:srgbClr val="006600"/>
                          </a:solidFill>
                          <a:latin typeface="微软雅黑" panose="020B0503020204020204" charset="-122"/>
                          <a:ea typeface="微软雅黑" panose="020B0503020204020204" charset="-122"/>
                          <a:cs typeface="Consolas" panose="020B0609020204030204" pitchFamily="49" charset="0"/>
                        </a:rPr>
                        <a:t>8</a:t>
                      </a:r>
                    </a:p>
                  </a:txBody>
                  <a:tcPr anchor="ctr">
                    <a:solidFill>
                      <a:schemeClr val="bg1">
                        <a:lumMod val="85000"/>
                      </a:schemeClr>
                    </a:solidFill>
                  </a:tcPr>
                </a:tc>
                <a:extLst>
                  <a:ext uri="{0D108BD9-81ED-4DB2-BD59-A6C34878D82A}">
                    <a16:rowId xmlns:a16="http://schemas.microsoft.com/office/drawing/2014/main" val="10001"/>
                  </a:ext>
                </a:extLst>
              </a:tr>
              <a:tr h="403860">
                <a:tc>
                  <a:txBody>
                    <a:bodyPr/>
                    <a:lstStyle/>
                    <a:p>
                      <a:pPr indent="0" algn="ctr" fontAlgn="auto">
                        <a:lnSpc>
                          <a:spcPts val="2200"/>
                        </a:lnSpc>
                      </a:pPr>
                      <a:r>
                        <a:rPr lang="en-US" altLang="zh-CN" sz="2300" b="1">
                          <a:solidFill>
                            <a:srgbClr val="9900FF"/>
                          </a:solidFill>
                          <a:latin typeface="华文楷体" panose="02010600040101010101" pitchFamily="2" charset="-122"/>
                          <a:ea typeface="华文楷体" panose="02010600040101010101" pitchFamily="2" charset="-122"/>
                          <a:cs typeface="Consolas" panose="020B0609020204030204" pitchFamily="49" charset="0"/>
                        </a:rPr>
                        <a:t>M2</a:t>
                      </a:r>
                    </a:p>
                  </a:txBody>
                  <a:tcPr anchor="ctr">
                    <a:solidFill>
                      <a:schemeClr val="bg1">
                        <a:lumMod val="85000"/>
                      </a:schemeClr>
                    </a:solidFill>
                  </a:tcPr>
                </a:tc>
                <a:tc>
                  <a:txBody>
                    <a:bodyPr/>
                    <a:lstStyle/>
                    <a:p>
                      <a:pPr indent="0" algn="ctr" fontAlgn="auto">
                        <a:lnSpc>
                          <a:spcPts val="2200"/>
                        </a:lnSpc>
                      </a:pPr>
                      <a:r>
                        <a:rPr lang="en-US" altLang="zh-CN" sz="2300" b="1">
                          <a:solidFill>
                            <a:srgbClr val="006600"/>
                          </a:solidFill>
                          <a:latin typeface="微软雅黑" panose="020B0503020204020204" charset="-122"/>
                          <a:ea typeface="微软雅黑" panose="020B0503020204020204" charset="-122"/>
                          <a:cs typeface="Consolas" panose="020B0609020204030204" pitchFamily="49" charset="0"/>
                        </a:rPr>
                        <a:t>2</a:t>
                      </a:r>
                    </a:p>
                  </a:txBody>
                  <a:tcPr anchor="ctr">
                    <a:solidFill>
                      <a:schemeClr val="bg1">
                        <a:lumMod val="85000"/>
                      </a:schemeClr>
                    </a:solidFill>
                  </a:tcPr>
                </a:tc>
                <a:tc>
                  <a:txBody>
                    <a:bodyPr/>
                    <a:lstStyle/>
                    <a:p>
                      <a:pPr indent="0" algn="ctr" fontAlgn="auto">
                        <a:lnSpc>
                          <a:spcPts val="2200"/>
                        </a:lnSpc>
                      </a:pPr>
                      <a:r>
                        <a:rPr lang="en-US" altLang="zh-CN" sz="2300" b="1">
                          <a:solidFill>
                            <a:srgbClr val="C00000"/>
                          </a:solidFill>
                          <a:latin typeface="微软雅黑" panose="020B0503020204020204" charset="-122"/>
                          <a:ea typeface="微软雅黑" panose="020B0503020204020204" charset="-122"/>
                          <a:cs typeface="Consolas" panose="020B0609020204030204" pitchFamily="49" charset="0"/>
                        </a:rPr>
                        <a:t>14</a:t>
                      </a:r>
                    </a:p>
                  </a:txBody>
                  <a:tcPr anchor="ctr">
                    <a:solidFill>
                      <a:schemeClr val="bg1">
                        <a:lumMod val="85000"/>
                      </a:schemeClr>
                    </a:solidFill>
                  </a:tcPr>
                </a:tc>
                <a:tc>
                  <a:txBody>
                    <a:bodyPr/>
                    <a:lstStyle/>
                    <a:p>
                      <a:pPr indent="0" algn="ctr" fontAlgn="auto">
                        <a:lnSpc>
                          <a:spcPts val="2200"/>
                        </a:lnSpc>
                      </a:pPr>
                      <a:r>
                        <a:rPr lang="en-US" altLang="zh-CN" sz="2300" b="1">
                          <a:solidFill>
                            <a:srgbClr val="C00000"/>
                          </a:solidFill>
                          <a:latin typeface="微软雅黑" panose="020B0503020204020204" charset="-122"/>
                          <a:ea typeface="微软雅黑" panose="020B0503020204020204" charset="-122"/>
                          <a:cs typeface="Consolas" panose="020B0609020204030204" pitchFamily="49" charset="0"/>
                        </a:rPr>
                        <a:t>6</a:t>
                      </a:r>
                    </a:p>
                  </a:txBody>
                  <a:tcPr anchor="ctr">
                    <a:solidFill>
                      <a:schemeClr val="bg1">
                        <a:lumMod val="85000"/>
                      </a:schemeClr>
                    </a:solidFill>
                  </a:tcPr>
                </a:tc>
                <a:tc>
                  <a:txBody>
                    <a:bodyPr/>
                    <a:lstStyle/>
                    <a:p>
                      <a:pPr indent="0" algn="ctr" fontAlgn="auto">
                        <a:lnSpc>
                          <a:spcPts val="2200"/>
                        </a:lnSpc>
                      </a:pPr>
                      <a:r>
                        <a:rPr lang="en-US" altLang="zh-CN" sz="2300" b="1">
                          <a:solidFill>
                            <a:srgbClr val="006600"/>
                          </a:solidFill>
                          <a:latin typeface="微软雅黑" panose="020B0503020204020204" charset="-122"/>
                          <a:ea typeface="微软雅黑" panose="020B0503020204020204" charset="-122"/>
                          <a:cs typeface="Consolas" panose="020B0609020204030204" pitchFamily="49" charset="0"/>
                        </a:rPr>
                        <a:t>7</a:t>
                      </a:r>
                    </a:p>
                  </a:txBody>
                  <a:tcPr anchor="ctr">
                    <a:solidFill>
                      <a:schemeClr val="bg1">
                        <a:lumMod val="85000"/>
                      </a:schemeClr>
                    </a:solidFill>
                  </a:tcPr>
                </a:tc>
                <a:extLst>
                  <a:ext uri="{0D108BD9-81ED-4DB2-BD59-A6C34878D82A}">
                    <a16:rowId xmlns:a16="http://schemas.microsoft.com/office/drawing/2014/main" val="10002"/>
                  </a:ext>
                </a:extLst>
              </a:tr>
              <a:tr h="403860">
                <a:tc>
                  <a:txBody>
                    <a:bodyPr/>
                    <a:lstStyle/>
                    <a:p>
                      <a:pPr indent="0" algn="ctr" fontAlgn="auto">
                        <a:lnSpc>
                          <a:spcPts val="2200"/>
                        </a:lnSpc>
                        <a:spcAft>
                          <a:spcPts val="0"/>
                        </a:spcAft>
                      </a:pPr>
                      <a:r>
                        <a:rPr lang="zh-CN" sz="2300" b="1" kern="100">
                          <a:solidFill>
                            <a:srgbClr val="9900FF"/>
                          </a:solidFill>
                          <a:latin typeface="华文楷体" panose="02010600040101010101" pitchFamily="2" charset="-122"/>
                          <a:ea typeface="华文楷体" panose="02010600040101010101" pitchFamily="2" charset="-122"/>
                          <a:cs typeface="Consolas" panose="020B0609020204030204" pitchFamily="49" charset="0"/>
                        </a:rPr>
                        <a:t>组号</a:t>
                      </a:r>
                    </a:p>
                  </a:txBody>
                  <a:tcPr marL="68580" marR="68580" marT="0" marB="0" anchor="ctr">
                    <a:solidFill>
                      <a:schemeClr val="bg1">
                        <a:lumMod val="85000"/>
                      </a:schemeClr>
                    </a:solidFill>
                  </a:tcPr>
                </a:tc>
                <a:tc>
                  <a:txBody>
                    <a:bodyPr/>
                    <a:lstStyle/>
                    <a:p>
                      <a:pPr indent="0" algn="ctr" fontAlgn="auto">
                        <a:lnSpc>
                          <a:spcPts val="2200"/>
                        </a:lnSpc>
                        <a:spcAft>
                          <a:spcPts val="0"/>
                        </a:spcAft>
                      </a:pPr>
                      <a:r>
                        <a:rPr lang="en-US" sz="2300" b="1" kern="100">
                          <a:solidFill>
                            <a:srgbClr val="006600"/>
                          </a:solidFill>
                          <a:latin typeface="微软雅黑" panose="020B0503020204020204" charset="-122"/>
                          <a:ea typeface="微软雅黑" panose="020B0503020204020204" charset="-122"/>
                          <a:cs typeface="Consolas" panose="020B0609020204030204" pitchFamily="49" charset="0"/>
                        </a:rPr>
                        <a:t>0</a:t>
                      </a:r>
                    </a:p>
                  </a:txBody>
                  <a:tcPr marL="68580" marR="68580" marT="0" marB="0" anchor="ctr">
                    <a:solidFill>
                      <a:schemeClr val="bg1">
                        <a:lumMod val="85000"/>
                      </a:schemeClr>
                    </a:solidFill>
                  </a:tcPr>
                </a:tc>
                <a:tc>
                  <a:txBody>
                    <a:bodyPr/>
                    <a:lstStyle/>
                    <a:p>
                      <a:pPr indent="0" algn="ctr" fontAlgn="auto">
                        <a:lnSpc>
                          <a:spcPts val="2200"/>
                        </a:lnSpc>
                        <a:spcAft>
                          <a:spcPts val="0"/>
                        </a:spcAft>
                      </a:pPr>
                      <a:r>
                        <a:rPr lang="en-US" sz="2300" b="1" kern="100">
                          <a:solidFill>
                            <a:srgbClr val="C00000"/>
                          </a:solidFill>
                          <a:latin typeface="微软雅黑" panose="020B0503020204020204" charset="-122"/>
                          <a:ea typeface="微软雅黑" panose="020B0503020204020204" charset="-122"/>
                          <a:cs typeface="Consolas" panose="020B0609020204030204" pitchFamily="49" charset="0"/>
                        </a:rPr>
                        <a:t>1</a:t>
                      </a:r>
                    </a:p>
                  </a:txBody>
                  <a:tcPr marL="68580" marR="68580" marT="0" marB="0" anchor="ctr">
                    <a:solidFill>
                      <a:schemeClr val="bg1">
                        <a:lumMod val="85000"/>
                      </a:schemeClr>
                    </a:solidFill>
                  </a:tcPr>
                </a:tc>
                <a:tc>
                  <a:txBody>
                    <a:bodyPr/>
                    <a:lstStyle/>
                    <a:p>
                      <a:pPr indent="0" algn="ctr" fontAlgn="auto">
                        <a:lnSpc>
                          <a:spcPts val="2200"/>
                        </a:lnSpc>
                        <a:spcAft>
                          <a:spcPts val="0"/>
                        </a:spcAft>
                      </a:pPr>
                      <a:r>
                        <a:rPr lang="en-US" sz="2300" b="1" kern="100">
                          <a:solidFill>
                            <a:srgbClr val="C00000"/>
                          </a:solidFill>
                          <a:latin typeface="微软雅黑" panose="020B0503020204020204" charset="-122"/>
                          <a:ea typeface="微软雅黑" panose="020B0503020204020204" charset="-122"/>
                          <a:cs typeface="Consolas" panose="020B0609020204030204" pitchFamily="49" charset="0"/>
                        </a:rPr>
                        <a:t>1</a:t>
                      </a:r>
                    </a:p>
                  </a:txBody>
                  <a:tcPr marL="68580" marR="68580" marT="0" marB="0" anchor="ctr">
                    <a:solidFill>
                      <a:schemeClr val="bg1">
                        <a:lumMod val="85000"/>
                      </a:schemeClr>
                    </a:solidFill>
                  </a:tcPr>
                </a:tc>
                <a:tc>
                  <a:txBody>
                    <a:bodyPr/>
                    <a:lstStyle/>
                    <a:p>
                      <a:pPr indent="0" algn="ctr" fontAlgn="auto">
                        <a:lnSpc>
                          <a:spcPts val="2200"/>
                        </a:lnSpc>
                        <a:spcAft>
                          <a:spcPts val="0"/>
                        </a:spcAft>
                      </a:pPr>
                      <a:r>
                        <a:rPr lang="en-US" sz="2300" b="1" kern="100">
                          <a:solidFill>
                            <a:srgbClr val="006600"/>
                          </a:solidFill>
                          <a:latin typeface="微软雅黑" panose="020B0503020204020204" charset="-122"/>
                          <a:ea typeface="微软雅黑" panose="020B0503020204020204" charset="-122"/>
                          <a:cs typeface="Consolas" panose="020B0609020204030204" pitchFamily="49" charset="0"/>
                        </a:rPr>
                        <a:t>0</a:t>
                      </a:r>
                    </a:p>
                  </a:txBody>
                  <a:tcPr marL="68580" marR="68580" marT="0" marB="0" anchor="ctr">
                    <a:solidFill>
                      <a:schemeClr val="bg1">
                        <a:lumMod val="85000"/>
                      </a:schemeClr>
                    </a:solidFill>
                  </a:tcPr>
                </a:tc>
                <a:extLst>
                  <a:ext uri="{0D108BD9-81ED-4DB2-BD59-A6C34878D82A}">
                    <a16:rowId xmlns:a16="http://schemas.microsoft.com/office/drawing/2014/main" val="10003"/>
                  </a:ext>
                </a:extLst>
              </a:tr>
              <a:tr h="403860">
                <a:tc>
                  <a:txBody>
                    <a:bodyPr/>
                    <a:lstStyle/>
                    <a:p>
                      <a:pPr indent="0" algn="ctr" fontAlgn="auto">
                        <a:lnSpc>
                          <a:spcPts val="2200"/>
                        </a:lnSpc>
                        <a:spcAft>
                          <a:spcPts val="0"/>
                        </a:spcAft>
                      </a:pPr>
                      <a:r>
                        <a:rPr lang="zh-CN" sz="2300" b="1" kern="100" dirty="0">
                          <a:solidFill>
                            <a:srgbClr val="9900FF"/>
                          </a:solidFill>
                          <a:latin typeface="华文楷体" panose="02010600040101010101" pitchFamily="2" charset="-122"/>
                          <a:ea typeface="华文楷体" panose="02010600040101010101" pitchFamily="2" charset="-122"/>
                          <a:cs typeface="微软雅黑" panose="020B0503020204020204" charset="-122"/>
                        </a:rPr>
                        <a:t>时间</a:t>
                      </a:r>
                      <a:r>
                        <a:rPr lang="en-US" sz="2300" b="1" kern="100" dirty="0">
                          <a:solidFill>
                            <a:srgbClr val="9900FF"/>
                          </a:solidFill>
                          <a:latin typeface="华文楷体" panose="02010600040101010101" pitchFamily="2" charset="-122"/>
                          <a:ea typeface="华文楷体" panose="02010600040101010101" pitchFamily="2" charset="-122"/>
                          <a:cs typeface="微软雅黑" panose="020B0503020204020204" charset="-122"/>
                        </a:rPr>
                        <a:t>time</a:t>
                      </a:r>
                      <a:endParaRPr lang="zh-CN" sz="2300" b="1" kern="100" dirty="0">
                        <a:solidFill>
                          <a:srgbClr val="9900FF"/>
                        </a:solidFill>
                        <a:latin typeface="华文楷体" panose="02010600040101010101" pitchFamily="2" charset="-122"/>
                        <a:ea typeface="华文楷体" panose="02010600040101010101" pitchFamily="2" charset="-122"/>
                        <a:cs typeface="微软雅黑" panose="020B0503020204020204" charset="-122"/>
                      </a:endParaRPr>
                    </a:p>
                  </a:txBody>
                  <a:tcPr marL="68580" marR="68580" marT="0" marB="0" anchor="ctr">
                    <a:solidFill>
                      <a:schemeClr val="bg1">
                        <a:lumMod val="85000"/>
                      </a:schemeClr>
                    </a:solidFill>
                  </a:tcPr>
                </a:tc>
                <a:tc>
                  <a:txBody>
                    <a:bodyPr/>
                    <a:lstStyle/>
                    <a:p>
                      <a:pPr indent="0" algn="ctr" fontAlgn="auto">
                        <a:lnSpc>
                          <a:spcPts val="2200"/>
                        </a:lnSpc>
                        <a:spcAft>
                          <a:spcPts val="0"/>
                        </a:spcAft>
                      </a:pPr>
                      <a:r>
                        <a:rPr lang="en-US" sz="2300" b="1" kern="100">
                          <a:solidFill>
                            <a:srgbClr val="006600"/>
                          </a:solidFill>
                          <a:latin typeface="微软雅黑" panose="020B0503020204020204" charset="-122"/>
                          <a:ea typeface="微软雅黑" panose="020B0503020204020204" charset="-122"/>
                          <a:cs typeface="Consolas" panose="020B0609020204030204" pitchFamily="49" charset="0"/>
                        </a:rPr>
                        <a:t>2</a:t>
                      </a:r>
                    </a:p>
                  </a:txBody>
                  <a:tcPr marL="68580" marR="68580" marT="0" marB="0" anchor="ctr">
                    <a:solidFill>
                      <a:schemeClr val="bg1">
                        <a:lumMod val="85000"/>
                      </a:schemeClr>
                    </a:solidFill>
                  </a:tcPr>
                </a:tc>
                <a:tc>
                  <a:txBody>
                    <a:bodyPr/>
                    <a:lstStyle/>
                    <a:p>
                      <a:pPr indent="0" algn="ctr" fontAlgn="auto">
                        <a:lnSpc>
                          <a:spcPts val="2200"/>
                        </a:lnSpc>
                        <a:spcAft>
                          <a:spcPts val="0"/>
                        </a:spcAft>
                      </a:pPr>
                      <a:r>
                        <a:rPr lang="en-US" sz="2300" b="1" kern="100">
                          <a:solidFill>
                            <a:srgbClr val="C00000"/>
                          </a:solidFill>
                          <a:latin typeface="微软雅黑" panose="020B0503020204020204" charset="-122"/>
                          <a:ea typeface="微软雅黑" panose="020B0503020204020204" charset="-122"/>
                          <a:cs typeface="Consolas" panose="020B0609020204030204" pitchFamily="49" charset="0"/>
                        </a:rPr>
                        <a:t>4</a:t>
                      </a:r>
                    </a:p>
                  </a:txBody>
                  <a:tcPr marL="68580" marR="68580" marT="0" marB="0" anchor="ctr">
                    <a:solidFill>
                      <a:schemeClr val="bg1">
                        <a:lumMod val="85000"/>
                      </a:schemeClr>
                    </a:solidFill>
                  </a:tcPr>
                </a:tc>
                <a:tc>
                  <a:txBody>
                    <a:bodyPr/>
                    <a:lstStyle/>
                    <a:p>
                      <a:pPr indent="0" algn="ctr" fontAlgn="auto">
                        <a:lnSpc>
                          <a:spcPts val="2200"/>
                        </a:lnSpc>
                        <a:spcAft>
                          <a:spcPts val="0"/>
                        </a:spcAft>
                      </a:pPr>
                      <a:r>
                        <a:rPr lang="en-US" sz="2300" b="1" kern="100">
                          <a:solidFill>
                            <a:srgbClr val="C00000"/>
                          </a:solidFill>
                          <a:latin typeface="微软雅黑" panose="020B0503020204020204" charset="-122"/>
                          <a:ea typeface="微软雅黑" panose="020B0503020204020204" charset="-122"/>
                          <a:cs typeface="Consolas" panose="020B0609020204030204" pitchFamily="49" charset="0"/>
                        </a:rPr>
                        <a:t>5</a:t>
                      </a:r>
                    </a:p>
                  </a:txBody>
                  <a:tcPr marL="68580" marR="68580" marT="0" marB="0" anchor="ctr">
                    <a:solidFill>
                      <a:schemeClr val="bg1">
                        <a:lumMod val="85000"/>
                      </a:schemeClr>
                    </a:solidFill>
                  </a:tcPr>
                </a:tc>
                <a:tc>
                  <a:txBody>
                    <a:bodyPr/>
                    <a:lstStyle/>
                    <a:p>
                      <a:pPr indent="0" algn="ctr" fontAlgn="auto">
                        <a:lnSpc>
                          <a:spcPts val="2200"/>
                        </a:lnSpc>
                        <a:spcAft>
                          <a:spcPts val="0"/>
                        </a:spcAft>
                      </a:pPr>
                      <a:r>
                        <a:rPr lang="en-US" sz="2300" b="1" kern="100" dirty="0">
                          <a:solidFill>
                            <a:srgbClr val="006600"/>
                          </a:solidFill>
                          <a:latin typeface="微软雅黑" panose="020B0503020204020204" charset="-122"/>
                          <a:ea typeface="微软雅黑" panose="020B0503020204020204" charset="-122"/>
                          <a:cs typeface="Consolas" panose="020B0609020204030204" pitchFamily="49" charset="0"/>
                        </a:rPr>
                        <a:t>7</a:t>
                      </a:r>
                    </a:p>
                  </a:txBody>
                  <a:tcPr marL="68580" marR="68580" marT="0" marB="0" anchor="ctr">
                    <a:solidFill>
                      <a:schemeClr val="bg1">
                        <a:lumMod val="85000"/>
                      </a:schemeClr>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1260452" y="5838208"/>
            <a:ext cx="3500462" cy="445135"/>
          </a:xfrm>
          <a:prstGeom prst="rect">
            <a:avLst/>
          </a:prstGeom>
          <a:noFill/>
        </p:spPr>
        <p:txBody>
          <a:bodyPr wrap="square" rtlCol="0">
            <a:spAutoFit/>
          </a:bodyPr>
          <a:lstStyle/>
          <a:p>
            <a:r>
              <a:rPr lang="zh-CN" altLang="zh-CN" sz="2200">
                <a:solidFill>
                  <a:schemeClr val="tx1"/>
                </a:solidFill>
                <a:latin typeface="华文楷体" panose="02010600040101010101" pitchFamily="2" charset="-122"/>
                <a:ea typeface="华文楷体" panose="02010600040101010101" pitchFamily="2" charset="-122"/>
                <a:cs typeface="微软雅黑" panose="020B0503020204020204" charset="-122"/>
              </a:rPr>
              <a:t>最优调度方案</a:t>
            </a:r>
            <a:r>
              <a:rPr lang="zh-CN" altLang="en-US" sz="2200">
                <a:solidFill>
                  <a:schemeClr val="tx1"/>
                </a:solidFill>
                <a:latin typeface="华文楷体" panose="02010600040101010101" pitchFamily="2" charset="-122"/>
                <a:ea typeface="华文楷体" panose="02010600040101010101" pitchFamily="2" charset="-122"/>
                <a:cs typeface="微软雅黑" panose="020B0503020204020204" charset="-122"/>
              </a:rPr>
              <a:t>：</a:t>
            </a:r>
            <a:r>
              <a:rPr lang="en-US" altLang="zh-CN" sz="2200">
                <a:solidFill>
                  <a:schemeClr val="tx1"/>
                </a:solidFill>
                <a:latin typeface="华文楷体" panose="02010600040101010101" pitchFamily="2" charset="-122"/>
                <a:ea typeface="华文楷体" panose="02010600040101010101" pitchFamily="2" charset="-122"/>
                <a:cs typeface="微软雅黑" panose="020B0503020204020204" charset="-122"/>
              </a:rPr>
              <a:t>3 1 4 2</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7" grpId="0"/>
    </p:bldLst>
  </p:timing>
</p:sld>
</file>

<file path=ppt/slides/slide71.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784860" y="1475105"/>
            <a:ext cx="7829550" cy="2784475"/>
          </a:xfrm>
          <a:prstGeom prst="rect">
            <a:avLst/>
          </a:prstGeom>
          <a:solidFill>
            <a:schemeClr val="accent6">
              <a:lumMod val="20000"/>
              <a:lumOff val="80000"/>
            </a:schemeClr>
          </a:solidFill>
        </p:spPr>
        <p:txBody>
          <a:bodyPr wrap="square" rtlCol="0">
            <a:spAutoFit/>
          </a:bodyPr>
          <a:lstStyle/>
          <a:p>
            <a:pPr>
              <a:lnSpc>
                <a:spcPts val="3000"/>
              </a:lnSpc>
            </a:pPr>
            <a:r>
              <a:rPr lang="en-US" altLang="zh-CN" sz="2300" b="1" dirty="0">
                <a:solidFill>
                  <a:srgbClr val="0000FF"/>
                </a:solidFill>
                <a:latin typeface="微软雅黑" panose="020B0503020204020204" charset="-122"/>
                <a:ea typeface="微软雅黑" panose="020B0503020204020204" charset="-122"/>
                <a:cs typeface="微软雅黑" panose="020B0503020204020204" charset="-122"/>
              </a:rPr>
              <a:t>    </a:t>
            </a:r>
            <a:r>
              <a:rPr lang="zh-CN" altLang="zh-CN" sz="2300" b="1" dirty="0">
                <a:solidFill>
                  <a:srgbClr val="0000FF"/>
                </a:solidFill>
                <a:latin typeface="楷体" panose="02010609060101010101" pitchFamily="49" charset="-122"/>
                <a:ea typeface="楷体" panose="02010609060101010101" pitchFamily="49" charset="-122"/>
                <a:cs typeface="微软雅黑" panose="020B0503020204020204" charset="-122"/>
              </a:rPr>
              <a:t>求在最优调度下总时间，用</a:t>
            </a:r>
            <a:r>
              <a:rPr lang="en-US" altLang="zh-CN" sz="2300" b="1" dirty="0">
                <a:solidFill>
                  <a:srgbClr val="0000FF"/>
                </a:solidFill>
                <a:latin typeface="楷体" panose="02010609060101010101" pitchFamily="49" charset="-122"/>
                <a:ea typeface="楷体" panose="02010609060101010101" pitchFamily="49" charset="-122"/>
                <a:cs typeface="微软雅黑" panose="020B0503020204020204" charset="-122"/>
              </a:rPr>
              <a:t>f1</a:t>
            </a:r>
            <a:r>
              <a:rPr lang="zh-CN" altLang="zh-CN" sz="2300" b="1" dirty="0">
                <a:solidFill>
                  <a:srgbClr val="0000FF"/>
                </a:solidFill>
                <a:latin typeface="楷体" panose="02010609060101010101" pitchFamily="49" charset="-122"/>
                <a:ea typeface="楷体" panose="02010609060101010101" pitchFamily="49" charset="-122"/>
                <a:cs typeface="微软雅黑" panose="020B0503020204020204" charset="-122"/>
              </a:rPr>
              <a:t>累计</a:t>
            </a:r>
            <a:r>
              <a:rPr lang="en-US" altLang="zh-CN" sz="2300" b="1" dirty="0">
                <a:solidFill>
                  <a:srgbClr val="0000FF"/>
                </a:solidFill>
                <a:latin typeface="楷体" panose="02010609060101010101" pitchFamily="49" charset="-122"/>
                <a:ea typeface="楷体" panose="02010609060101010101" pitchFamily="49" charset="-122"/>
                <a:cs typeface="微软雅黑" panose="020B0503020204020204" charset="-122"/>
              </a:rPr>
              <a:t>M1</a:t>
            </a:r>
            <a:r>
              <a:rPr lang="zh-CN" altLang="zh-CN" sz="2300" b="1" dirty="0">
                <a:solidFill>
                  <a:srgbClr val="0000FF"/>
                </a:solidFill>
                <a:latin typeface="楷体" panose="02010609060101010101" pitchFamily="49" charset="-122"/>
                <a:ea typeface="楷体" panose="02010609060101010101" pitchFamily="49" charset="-122"/>
                <a:cs typeface="微软雅黑" panose="020B0503020204020204" charset="-122"/>
              </a:rPr>
              <a:t>上的执行时间（初始时</a:t>
            </a:r>
            <a:r>
              <a:rPr lang="en-US" altLang="zh-CN" sz="2300" b="1" dirty="0">
                <a:solidFill>
                  <a:srgbClr val="0000FF"/>
                </a:solidFill>
                <a:latin typeface="楷体" panose="02010609060101010101" pitchFamily="49" charset="-122"/>
                <a:ea typeface="楷体" panose="02010609060101010101" pitchFamily="49" charset="-122"/>
                <a:cs typeface="微软雅黑" panose="020B0503020204020204" charset="-122"/>
              </a:rPr>
              <a:t>f1=0</a:t>
            </a:r>
            <a:r>
              <a:rPr lang="zh-CN" altLang="zh-CN" sz="2300" b="1" dirty="0">
                <a:solidFill>
                  <a:srgbClr val="0000FF"/>
                </a:solidFill>
                <a:latin typeface="楷体" panose="02010609060101010101" pitchFamily="49" charset="-122"/>
                <a:ea typeface="楷体" panose="02010609060101010101" pitchFamily="49" charset="-122"/>
                <a:cs typeface="微软雅黑" panose="020B0503020204020204" charset="-122"/>
              </a:rPr>
              <a:t>）；</a:t>
            </a:r>
            <a:r>
              <a:rPr lang="en-US" altLang="zh-CN" sz="2300" b="1" dirty="0">
                <a:solidFill>
                  <a:srgbClr val="0000FF"/>
                </a:solidFill>
                <a:latin typeface="楷体" panose="02010609060101010101" pitchFamily="49" charset="-122"/>
                <a:ea typeface="楷体" panose="02010609060101010101" pitchFamily="49" charset="-122"/>
                <a:cs typeface="微软雅黑" panose="020B0503020204020204" charset="-122"/>
              </a:rPr>
              <a:t>f2</a:t>
            </a:r>
            <a:r>
              <a:rPr lang="zh-CN" altLang="zh-CN" sz="2300" b="1" dirty="0">
                <a:solidFill>
                  <a:srgbClr val="0000FF"/>
                </a:solidFill>
                <a:latin typeface="楷体" panose="02010609060101010101" pitchFamily="49" charset="-122"/>
                <a:ea typeface="楷体" panose="02010609060101010101" pitchFamily="49" charset="-122"/>
                <a:cs typeface="微软雅黑" panose="020B0503020204020204" charset="-122"/>
              </a:rPr>
              <a:t>累计</a:t>
            </a:r>
            <a:r>
              <a:rPr lang="en-US" altLang="zh-CN" sz="2300" b="1" dirty="0">
                <a:solidFill>
                  <a:srgbClr val="0000FF"/>
                </a:solidFill>
                <a:latin typeface="楷体" panose="02010609060101010101" pitchFamily="49" charset="-122"/>
                <a:ea typeface="楷体" panose="02010609060101010101" pitchFamily="49" charset="-122"/>
                <a:cs typeface="微软雅黑" panose="020B0503020204020204" charset="-122"/>
              </a:rPr>
              <a:t>M2</a:t>
            </a:r>
            <a:r>
              <a:rPr lang="zh-CN" altLang="zh-CN" sz="2300" b="1" dirty="0">
                <a:solidFill>
                  <a:srgbClr val="0000FF"/>
                </a:solidFill>
                <a:latin typeface="楷体" panose="02010609060101010101" pitchFamily="49" charset="-122"/>
                <a:ea typeface="楷体" panose="02010609060101010101" pitchFamily="49" charset="-122"/>
                <a:cs typeface="微软雅黑" panose="020B0503020204020204" charset="-122"/>
              </a:rPr>
              <a:t>上的执行时间（初始时</a:t>
            </a:r>
            <a:r>
              <a:rPr lang="en-US" altLang="zh-CN" sz="2300" b="1" dirty="0">
                <a:solidFill>
                  <a:srgbClr val="0000FF"/>
                </a:solidFill>
                <a:latin typeface="楷体" panose="02010609060101010101" pitchFamily="49" charset="-122"/>
                <a:ea typeface="楷体" panose="02010609060101010101" pitchFamily="49" charset="-122"/>
                <a:cs typeface="微软雅黑" panose="020B0503020204020204" charset="-122"/>
              </a:rPr>
              <a:t>f2=0</a:t>
            </a:r>
            <a:r>
              <a:rPr lang="zh-CN" altLang="zh-CN" sz="2300" b="1" dirty="0">
                <a:solidFill>
                  <a:srgbClr val="0000FF"/>
                </a:solidFill>
                <a:latin typeface="楷体" panose="02010609060101010101" pitchFamily="49" charset="-122"/>
                <a:ea typeface="楷体" panose="02010609060101010101" pitchFamily="49" charset="-122"/>
                <a:cs typeface="微软雅黑" panose="020B0503020204020204" charset="-122"/>
              </a:rPr>
              <a:t>），最终</a:t>
            </a:r>
            <a:r>
              <a:rPr lang="en-US" altLang="zh-CN" sz="2300" b="1" dirty="0">
                <a:solidFill>
                  <a:srgbClr val="FF0000"/>
                </a:solidFill>
                <a:latin typeface="楷体" panose="02010609060101010101" pitchFamily="49" charset="-122"/>
                <a:ea typeface="楷体" panose="02010609060101010101" pitchFamily="49" charset="-122"/>
                <a:cs typeface="微软雅黑" panose="020B0503020204020204" charset="-122"/>
              </a:rPr>
              <a:t>f2</a:t>
            </a:r>
            <a:r>
              <a:rPr lang="zh-CN" altLang="zh-CN" sz="2300" b="1" dirty="0">
                <a:solidFill>
                  <a:srgbClr val="FF0000"/>
                </a:solidFill>
                <a:latin typeface="楷体" panose="02010609060101010101" pitchFamily="49" charset="-122"/>
                <a:ea typeface="楷体" panose="02010609060101010101" pitchFamily="49" charset="-122"/>
                <a:cs typeface="微软雅黑" panose="020B0503020204020204" charset="-122"/>
              </a:rPr>
              <a:t>即为最优调度下的消耗总时间</a:t>
            </a:r>
            <a:r>
              <a:rPr lang="zh-CN" altLang="zh-CN" sz="2300" b="1" dirty="0">
                <a:solidFill>
                  <a:srgbClr val="0000FF"/>
                </a:solidFill>
                <a:latin typeface="楷体" panose="02010609060101010101" pitchFamily="49" charset="-122"/>
                <a:ea typeface="楷体" panose="02010609060101010101" pitchFamily="49" charset="-122"/>
                <a:cs typeface="微软雅黑" panose="020B0503020204020204" charset="-122"/>
              </a:rPr>
              <a:t>。</a:t>
            </a:r>
            <a:endParaRPr lang="en-US" altLang="zh-CN" sz="2300" b="1" dirty="0">
              <a:solidFill>
                <a:srgbClr val="0000FF"/>
              </a:solidFill>
              <a:latin typeface="楷体" panose="02010609060101010101" pitchFamily="49" charset="-122"/>
              <a:ea typeface="楷体" panose="02010609060101010101" pitchFamily="49" charset="-122"/>
              <a:cs typeface="微软雅黑" panose="020B0503020204020204" charset="-122"/>
            </a:endParaRPr>
          </a:p>
          <a:p>
            <a:pPr>
              <a:lnSpc>
                <a:spcPts val="3000"/>
              </a:lnSpc>
            </a:pPr>
            <a:r>
              <a:rPr lang="en-US" altLang="zh-CN" sz="2300" b="1" dirty="0">
                <a:solidFill>
                  <a:srgbClr val="0000FF"/>
                </a:solidFill>
                <a:latin typeface="楷体" panose="02010609060101010101" pitchFamily="49" charset="-122"/>
                <a:ea typeface="楷体" panose="02010609060101010101" pitchFamily="49" charset="-122"/>
                <a:cs typeface="微软雅黑" panose="020B0503020204020204" charset="-122"/>
              </a:rPr>
              <a:t>    </a:t>
            </a:r>
            <a:r>
              <a:rPr lang="zh-CN" altLang="zh-CN" sz="2300" b="1" dirty="0">
                <a:solidFill>
                  <a:srgbClr val="0000FF"/>
                </a:solidFill>
                <a:latin typeface="楷体" panose="02010609060101010101" pitchFamily="49" charset="-122"/>
                <a:ea typeface="楷体" panose="02010609060101010101" pitchFamily="49" charset="-122"/>
                <a:cs typeface="微软雅黑" panose="020B0503020204020204" charset="-122"/>
              </a:rPr>
              <a:t>对于最优调度方案</a:t>
            </a:r>
            <a:r>
              <a:rPr lang="en-US" altLang="zh-CN" sz="2300" b="1" dirty="0">
                <a:solidFill>
                  <a:srgbClr val="0000FF"/>
                </a:solidFill>
                <a:latin typeface="楷体" panose="02010609060101010101" pitchFamily="49" charset="-122"/>
                <a:ea typeface="楷体" panose="02010609060101010101" pitchFamily="49" charset="-122"/>
                <a:cs typeface="微软雅黑" panose="020B0503020204020204" charset="-122"/>
              </a:rPr>
              <a:t>best</a:t>
            </a:r>
            <a:r>
              <a:rPr lang="zh-CN" altLang="zh-CN" sz="2300" b="1" dirty="0">
                <a:solidFill>
                  <a:srgbClr val="0000FF"/>
                </a:solidFill>
                <a:latin typeface="楷体" panose="02010609060101010101" pitchFamily="49" charset="-122"/>
                <a:ea typeface="楷体" panose="02010609060101010101" pitchFamily="49" charset="-122"/>
                <a:cs typeface="微软雅黑" panose="020B0503020204020204" charset="-122"/>
              </a:rPr>
              <a:t>，用</a:t>
            </a:r>
            <a:r>
              <a:rPr lang="en-US" altLang="zh-CN" sz="2300" b="1" i="1" dirty="0" err="1">
                <a:solidFill>
                  <a:srgbClr val="0000FF"/>
                </a:solidFill>
                <a:latin typeface="楷体" panose="02010609060101010101" pitchFamily="49" charset="-122"/>
                <a:ea typeface="楷体" panose="02010609060101010101" pitchFamily="49" charset="-122"/>
                <a:cs typeface="微软雅黑" panose="020B0503020204020204" charset="-122"/>
              </a:rPr>
              <a:t>i</a:t>
            </a:r>
            <a:r>
              <a:rPr lang="en-US" altLang="zh-CN" sz="2300" b="1" i="1" dirty="0">
                <a:solidFill>
                  <a:srgbClr val="0000FF"/>
                </a:solidFill>
                <a:latin typeface="楷体" panose="02010609060101010101" pitchFamily="49" charset="-122"/>
                <a:ea typeface="楷体" panose="02010609060101010101" pitchFamily="49" charset="-122"/>
                <a:cs typeface="微软雅黑" panose="020B0503020204020204" charset="-122"/>
              </a:rPr>
              <a:t> </a:t>
            </a:r>
            <a:r>
              <a:rPr lang="zh-CN" altLang="zh-CN" sz="2300" b="1" dirty="0">
                <a:solidFill>
                  <a:srgbClr val="0000FF"/>
                </a:solidFill>
                <a:latin typeface="楷体" panose="02010609060101010101" pitchFamily="49" charset="-122"/>
                <a:ea typeface="楷体" panose="02010609060101010101" pitchFamily="49" charset="-122"/>
                <a:cs typeface="微软雅黑" panose="020B0503020204020204" charset="-122"/>
              </a:rPr>
              <a:t>扫描</a:t>
            </a:r>
            <a:r>
              <a:rPr lang="en-US" altLang="zh-CN" sz="2300" b="1" dirty="0">
                <a:solidFill>
                  <a:srgbClr val="0000FF"/>
                </a:solidFill>
                <a:latin typeface="楷体" panose="02010609060101010101" pitchFamily="49" charset="-122"/>
                <a:ea typeface="楷体" panose="02010609060101010101" pitchFamily="49" charset="-122"/>
                <a:cs typeface="微软雅黑" panose="020B0503020204020204" charset="-122"/>
              </a:rPr>
              <a:t>best</a:t>
            </a:r>
            <a:r>
              <a:rPr lang="zh-CN" altLang="zh-CN" sz="2300" b="1" dirty="0">
                <a:solidFill>
                  <a:srgbClr val="0000FF"/>
                </a:solidFill>
                <a:latin typeface="楷体" panose="02010609060101010101" pitchFamily="49" charset="-122"/>
                <a:ea typeface="楷体" panose="02010609060101010101" pitchFamily="49" charset="-122"/>
                <a:cs typeface="微软雅黑" panose="020B0503020204020204" charset="-122"/>
              </a:rPr>
              <a:t>的元素，</a:t>
            </a:r>
            <a:r>
              <a:rPr lang="en-US" altLang="zh-CN" sz="2300" b="1" dirty="0">
                <a:solidFill>
                  <a:srgbClr val="0000FF"/>
                </a:solidFill>
                <a:latin typeface="楷体" panose="02010609060101010101" pitchFamily="49" charset="-122"/>
                <a:ea typeface="楷体" panose="02010609060101010101" pitchFamily="49" charset="-122"/>
                <a:cs typeface="微软雅黑" panose="020B0503020204020204" charset="-122"/>
              </a:rPr>
              <a:t>f1</a:t>
            </a:r>
            <a:r>
              <a:rPr lang="zh-CN" altLang="zh-CN" sz="2300" b="1" dirty="0">
                <a:solidFill>
                  <a:srgbClr val="0000FF"/>
                </a:solidFill>
                <a:latin typeface="楷体" panose="02010609060101010101" pitchFamily="49" charset="-122"/>
                <a:ea typeface="楷体" panose="02010609060101010101" pitchFamily="49" charset="-122"/>
                <a:cs typeface="微软雅黑" panose="020B0503020204020204" charset="-122"/>
              </a:rPr>
              <a:t>和</a:t>
            </a:r>
            <a:r>
              <a:rPr lang="en-US" altLang="zh-CN" sz="2300" b="1" dirty="0">
                <a:solidFill>
                  <a:srgbClr val="0000FF"/>
                </a:solidFill>
                <a:latin typeface="楷体" panose="02010609060101010101" pitchFamily="49" charset="-122"/>
                <a:ea typeface="楷体" panose="02010609060101010101" pitchFamily="49" charset="-122"/>
                <a:cs typeface="微软雅黑" panose="020B0503020204020204" charset="-122"/>
              </a:rPr>
              <a:t>f2</a:t>
            </a:r>
            <a:r>
              <a:rPr lang="zh-CN" altLang="zh-CN" sz="2300" b="1" dirty="0">
                <a:solidFill>
                  <a:srgbClr val="0000FF"/>
                </a:solidFill>
                <a:latin typeface="楷体" panose="02010609060101010101" pitchFamily="49" charset="-122"/>
                <a:ea typeface="楷体" panose="02010609060101010101" pitchFamily="49" charset="-122"/>
                <a:cs typeface="微软雅黑" panose="020B0503020204020204" charset="-122"/>
              </a:rPr>
              <a:t>的计算如下：</a:t>
            </a:r>
          </a:p>
          <a:p>
            <a:pPr>
              <a:lnSpc>
                <a:spcPts val="3000"/>
              </a:lnSpc>
            </a:pPr>
            <a:r>
              <a:rPr lang="en-US" altLang="zh-CN" sz="2300" b="1" dirty="0">
                <a:solidFill>
                  <a:srgbClr val="C00000"/>
                </a:solidFill>
                <a:latin typeface="楷体" panose="02010609060101010101" pitchFamily="49" charset="-122"/>
                <a:ea typeface="楷体" panose="02010609060101010101" pitchFamily="49" charset="-122"/>
                <a:cs typeface="微软雅黑" panose="020B0503020204020204" charset="-122"/>
              </a:rPr>
              <a:t>       f1=f1+</a:t>
            </a:r>
            <a:r>
              <a:rPr lang="en-US" altLang="zh-CN" sz="2300" b="1" i="1" dirty="0">
                <a:solidFill>
                  <a:srgbClr val="C00000"/>
                </a:solidFill>
                <a:latin typeface="楷体" panose="02010609060101010101" pitchFamily="49" charset="-122"/>
                <a:ea typeface="楷体" panose="02010609060101010101" pitchFamily="49" charset="-122"/>
                <a:cs typeface="微软雅黑" panose="020B0503020204020204" charset="-122"/>
              </a:rPr>
              <a:t>a</a:t>
            </a:r>
            <a:r>
              <a:rPr lang="en-US" altLang="zh-CN" sz="2300" b="1" dirty="0">
                <a:solidFill>
                  <a:srgbClr val="C00000"/>
                </a:solidFill>
                <a:latin typeface="楷体" panose="02010609060101010101" pitchFamily="49" charset="-122"/>
                <a:ea typeface="楷体" panose="02010609060101010101" pitchFamily="49" charset="-122"/>
                <a:cs typeface="微软雅黑" panose="020B0503020204020204" charset="-122"/>
              </a:rPr>
              <a:t>[best[</a:t>
            </a:r>
            <a:r>
              <a:rPr lang="en-US" altLang="zh-CN" sz="2300" b="1" i="1" dirty="0" err="1">
                <a:solidFill>
                  <a:srgbClr val="C00000"/>
                </a:solidFill>
                <a:latin typeface="楷体" panose="02010609060101010101" pitchFamily="49" charset="-122"/>
                <a:ea typeface="楷体" panose="02010609060101010101" pitchFamily="49" charset="-122"/>
                <a:cs typeface="微软雅黑" panose="020B0503020204020204" charset="-122"/>
              </a:rPr>
              <a:t>i</a:t>
            </a:r>
            <a:r>
              <a:rPr lang="en-US" altLang="zh-CN" sz="2300" b="1" dirty="0">
                <a:solidFill>
                  <a:srgbClr val="C00000"/>
                </a:solidFill>
                <a:latin typeface="楷体" panose="02010609060101010101" pitchFamily="49" charset="-122"/>
                <a:ea typeface="楷体" panose="02010609060101010101" pitchFamily="49" charset="-122"/>
                <a:cs typeface="微软雅黑" panose="020B0503020204020204" charset="-122"/>
              </a:rPr>
              <a:t>]]</a:t>
            </a:r>
            <a:endParaRPr lang="zh-CN" altLang="zh-CN" sz="2300" b="1" dirty="0">
              <a:solidFill>
                <a:srgbClr val="C00000"/>
              </a:solidFill>
              <a:latin typeface="楷体" panose="02010609060101010101" pitchFamily="49" charset="-122"/>
              <a:ea typeface="楷体" panose="02010609060101010101" pitchFamily="49" charset="-122"/>
              <a:cs typeface="微软雅黑" panose="020B0503020204020204" charset="-122"/>
            </a:endParaRPr>
          </a:p>
          <a:p>
            <a:pPr>
              <a:lnSpc>
                <a:spcPts val="3000"/>
              </a:lnSpc>
            </a:pPr>
            <a:r>
              <a:rPr lang="en-US" altLang="zh-CN" sz="2300" b="1" dirty="0">
                <a:solidFill>
                  <a:srgbClr val="C00000"/>
                </a:solidFill>
                <a:latin typeface="楷体" panose="02010609060101010101" pitchFamily="49" charset="-122"/>
                <a:ea typeface="楷体" panose="02010609060101010101" pitchFamily="49" charset="-122"/>
                <a:cs typeface="微软雅黑" panose="020B0503020204020204" charset="-122"/>
              </a:rPr>
              <a:t>       f2=max{f1</a:t>
            </a:r>
            <a:r>
              <a:rPr lang="zh-CN" altLang="zh-CN" sz="2300" b="1" dirty="0">
                <a:solidFill>
                  <a:srgbClr val="C00000"/>
                </a:solidFill>
                <a:latin typeface="楷体" panose="02010609060101010101" pitchFamily="49" charset="-122"/>
                <a:ea typeface="楷体" panose="02010609060101010101" pitchFamily="49" charset="-122"/>
                <a:cs typeface="微软雅黑" panose="020B0503020204020204" charset="-122"/>
              </a:rPr>
              <a:t>，</a:t>
            </a:r>
            <a:r>
              <a:rPr lang="en-US" altLang="zh-CN" sz="2300" b="1" dirty="0">
                <a:solidFill>
                  <a:srgbClr val="C00000"/>
                </a:solidFill>
                <a:latin typeface="楷体" panose="02010609060101010101" pitchFamily="49" charset="-122"/>
                <a:ea typeface="楷体" panose="02010609060101010101" pitchFamily="49" charset="-122"/>
                <a:cs typeface="微软雅黑" panose="020B0503020204020204" charset="-122"/>
              </a:rPr>
              <a:t>f2}+</a:t>
            </a:r>
            <a:r>
              <a:rPr lang="en-US" altLang="zh-CN" sz="2300" b="1" i="1" dirty="0">
                <a:solidFill>
                  <a:srgbClr val="C00000"/>
                </a:solidFill>
                <a:latin typeface="楷体" panose="02010609060101010101" pitchFamily="49" charset="-122"/>
                <a:ea typeface="楷体" panose="02010609060101010101" pitchFamily="49" charset="-122"/>
                <a:cs typeface="微软雅黑" panose="020B0503020204020204" charset="-122"/>
              </a:rPr>
              <a:t>b</a:t>
            </a:r>
            <a:r>
              <a:rPr lang="en-US" altLang="zh-CN" sz="2300" b="1" dirty="0">
                <a:solidFill>
                  <a:srgbClr val="C00000"/>
                </a:solidFill>
                <a:latin typeface="楷体" panose="02010609060101010101" pitchFamily="49" charset="-122"/>
                <a:ea typeface="楷体" panose="02010609060101010101" pitchFamily="49" charset="-122"/>
                <a:cs typeface="微软雅黑" panose="020B0503020204020204" charset="-122"/>
              </a:rPr>
              <a:t>[best[</a:t>
            </a:r>
            <a:r>
              <a:rPr lang="en-US" altLang="zh-CN" sz="2300" b="1" i="1" dirty="0" err="1">
                <a:solidFill>
                  <a:srgbClr val="C00000"/>
                </a:solidFill>
                <a:latin typeface="楷体" panose="02010609060101010101" pitchFamily="49" charset="-122"/>
                <a:ea typeface="楷体" panose="02010609060101010101" pitchFamily="49" charset="-122"/>
                <a:cs typeface="微软雅黑" panose="020B0503020204020204" charset="-122"/>
              </a:rPr>
              <a:t>i</a:t>
            </a:r>
            <a:r>
              <a:rPr lang="en-US" altLang="zh-CN" sz="2300" b="1" dirty="0">
                <a:solidFill>
                  <a:srgbClr val="C00000"/>
                </a:solidFill>
                <a:latin typeface="楷体" panose="02010609060101010101" pitchFamily="49" charset="-122"/>
                <a:ea typeface="楷体" panose="02010609060101010101" pitchFamily="49" charset="-122"/>
                <a:cs typeface="微软雅黑" panose="020B0503020204020204" charset="-122"/>
              </a:rPr>
              <a:t>]]</a:t>
            </a:r>
            <a:endParaRPr lang="zh-CN" altLang="zh-CN" sz="2300" b="1" dirty="0">
              <a:solidFill>
                <a:srgbClr val="C00000"/>
              </a:solidFill>
              <a:latin typeface="楷体" panose="02010609060101010101" pitchFamily="49" charset="-122"/>
              <a:ea typeface="楷体" panose="02010609060101010101" pitchFamily="49" charset="-122"/>
              <a:cs typeface="微软雅黑" panose="020B0503020204020204" charset="-122"/>
            </a:endParaRPr>
          </a:p>
        </p:txBody>
      </p:sp>
    </p:spTree>
  </p:cSld>
  <p:clrMapOvr>
    <a:overrideClrMapping bg1="lt1" tx1="dk1" bg2="lt2" tx2="dk2" accent1="accent1" accent2="accent2" accent3="accent3" accent4="accent4" accent5="accent5" accent6="accent6" hlink="hlink" folHlink="folHlink"/>
  </p:clrMapOvr>
</p:sld>
</file>

<file path=ppt/slides/slide72.xml><?xml version="1.0" encoding="utf-8"?>
<p:sld xmlns:a="http://schemas.openxmlformats.org/drawingml/2006/main" xmlns:r="http://schemas.openxmlformats.org/officeDocument/2006/relationships" xmlns:p="http://schemas.openxmlformats.org/presentationml/2006/main">
  <p:cSld>
    <p:bg>
      <p:bgPr>
        <a:blipFill>
          <a:blip r:embed="rId6">
            <a:alphaModFix amt="67000"/>
          </a:blip>
          <a:tile tx="0" ty="0" sx="100000" sy="100000" flip="none" algn="tl"/>
        </a:blipFill>
        <a:effectLst/>
      </p:bgPr>
    </p:bg>
    <p:spTree>
      <p:nvGrpSpPr>
        <p:cNvPr id="1" name=""/>
        <p:cNvGrpSpPr/>
        <p:nvPr/>
      </p:nvGrpSpPr>
      <p:grpSpPr>
        <a:xfrm>
          <a:off x="0" y="0"/>
          <a:ext cx="0" cy="0"/>
          <a:chOff x="0" y="0"/>
          <a:chExt cx="0" cy="0"/>
        </a:xfrm>
      </p:grpSpPr>
      <p:sp>
        <p:nvSpPr>
          <p:cNvPr id="4" name="TextBox 3"/>
          <p:cNvSpPr txBox="1"/>
          <p:nvPr>
            <p:custDataLst>
              <p:tags r:id="rId2"/>
            </p:custDataLst>
          </p:nvPr>
        </p:nvSpPr>
        <p:spPr>
          <a:xfrm>
            <a:off x="1382315" y="3928491"/>
            <a:ext cx="6286544" cy="1986891"/>
          </a:xfrm>
          <a:prstGeom prst="rect">
            <a:avLst/>
          </a:prstGeom>
          <a:noFill/>
        </p:spPr>
        <p:txBody>
          <a:bodyPr wrap="square" rtlCol="0">
            <a:spAutoFit/>
          </a:bodyPr>
          <a:lstStyle/>
          <a:p>
            <a:pPr>
              <a:lnSpc>
                <a:spcPts val="3000"/>
              </a:lnSpc>
            </a:pPr>
            <a:r>
              <a:rPr lang="en-US" altLang="zh-CN" sz="2200">
                <a:solidFill>
                  <a:srgbClr val="0000FF"/>
                </a:solidFill>
                <a:latin typeface="+mn-ea"/>
                <a:ea typeface="+mn-ea"/>
                <a:cs typeface="微软雅黑" panose="020B0503020204020204" charset="-122"/>
              </a:rPr>
              <a:t>f1=f2=0</a:t>
            </a:r>
          </a:p>
          <a:p>
            <a:pPr>
              <a:lnSpc>
                <a:spcPts val="3000"/>
              </a:lnSpc>
            </a:pPr>
            <a:r>
              <a:rPr lang="zh-CN" altLang="en-US" sz="2200" b="1" dirty="0">
                <a:solidFill>
                  <a:srgbClr val="0000FF"/>
                </a:solidFill>
                <a:latin typeface="+mn-ea"/>
                <a:ea typeface="+mn-ea"/>
              </a:rPr>
              <a:t>作业3</a:t>
            </a:r>
            <a:r>
              <a:rPr lang="zh-CN" altLang="en-US" sz="2200">
                <a:solidFill>
                  <a:srgbClr val="0000FF"/>
                </a:solidFill>
                <a:latin typeface="+mn-ea"/>
                <a:ea typeface="+mn-ea"/>
                <a:cs typeface="微软雅黑" panose="020B0503020204020204" charset="-122"/>
              </a:rPr>
              <a:t>：</a:t>
            </a:r>
            <a:r>
              <a:rPr lang="en-US" altLang="zh-CN" sz="2200">
                <a:solidFill>
                  <a:srgbClr val="0000FF"/>
                </a:solidFill>
                <a:latin typeface="+mn-ea"/>
                <a:ea typeface="+mn-ea"/>
                <a:cs typeface="微软雅黑" panose="020B0503020204020204" charset="-122"/>
              </a:rPr>
              <a:t>f1=0+4=4</a:t>
            </a:r>
            <a:r>
              <a:rPr lang="zh-CN" altLang="en-US" sz="2200">
                <a:solidFill>
                  <a:srgbClr val="0000FF"/>
                </a:solidFill>
                <a:latin typeface="+mn-ea"/>
                <a:ea typeface="+mn-ea"/>
                <a:cs typeface="微软雅黑" panose="020B0503020204020204" charset="-122"/>
              </a:rPr>
              <a:t>，</a:t>
            </a:r>
            <a:r>
              <a:rPr lang="en-US" altLang="zh-CN" sz="2200">
                <a:solidFill>
                  <a:srgbClr val="0000FF"/>
                </a:solidFill>
                <a:latin typeface="+mn-ea"/>
                <a:ea typeface="+mn-ea"/>
                <a:cs typeface="微软雅黑" panose="020B0503020204020204" charset="-122"/>
              </a:rPr>
              <a:t>f2=max{4,0}+14=18</a:t>
            </a:r>
          </a:p>
          <a:p>
            <a:pPr>
              <a:lnSpc>
                <a:spcPts val="3000"/>
              </a:lnSpc>
            </a:pPr>
            <a:r>
              <a:rPr lang="zh-CN" altLang="en-US" sz="2200" b="1" dirty="0">
                <a:solidFill>
                  <a:srgbClr val="0000FF"/>
                </a:solidFill>
                <a:latin typeface="+mn-ea"/>
                <a:ea typeface="+mn-ea"/>
              </a:rPr>
              <a:t>作业1</a:t>
            </a:r>
            <a:r>
              <a:rPr lang="zh-CN" altLang="en-US" sz="2200">
                <a:solidFill>
                  <a:srgbClr val="0000FF"/>
                </a:solidFill>
                <a:latin typeface="+mn-ea"/>
                <a:ea typeface="+mn-ea"/>
                <a:cs typeface="微软雅黑" panose="020B0503020204020204" charset="-122"/>
              </a:rPr>
              <a:t>：</a:t>
            </a:r>
            <a:r>
              <a:rPr lang="en-US" altLang="zh-CN" sz="2200">
                <a:solidFill>
                  <a:srgbClr val="0000FF"/>
                </a:solidFill>
                <a:latin typeface="+mn-ea"/>
                <a:ea typeface="+mn-ea"/>
                <a:cs typeface="微软雅黑" panose="020B0503020204020204" charset="-122"/>
              </a:rPr>
              <a:t>f1=4+5=9</a:t>
            </a:r>
            <a:r>
              <a:rPr lang="zh-CN" altLang="en-US" sz="2200">
                <a:solidFill>
                  <a:srgbClr val="0000FF"/>
                </a:solidFill>
                <a:latin typeface="+mn-ea"/>
                <a:ea typeface="+mn-ea"/>
                <a:cs typeface="微软雅黑" panose="020B0503020204020204" charset="-122"/>
              </a:rPr>
              <a:t>，</a:t>
            </a:r>
            <a:r>
              <a:rPr lang="en-US" altLang="zh-CN" sz="2200">
                <a:solidFill>
                  <a:srgbClr val="0000FF"/>
                </a:solidFill>
                <a:latin typeface="+mn-ea"/>
                <a:ea typeface="+mn-ea"/>
                <a:cs typeface="微软雅黑" panose="020B0503020204020204" charset="-122"/>
              </a:rPr>
              <a:t>f2=max{9,18}+6=24</a:t>
            </a:r>
          </a:p>
          <a:p>
            <a:pPr>
              <a:lnSpc>
                <a:spcPts val="3000"/>
              </a:lnSpc>
            </a:pPr>
            <a:r>
              <a:rPr lang="zh-CN" altLang="en-US" sz="2200" b="1" dirty="0">
                <a:solidFill>
                  <a:srgbClr val="0000FF"/>
                </a:solidFill>
                <a:latin typeface="+mn-ea"/>
                <a:ea typeface="+mn-ea"/>
              </a:rPr>
              <a:t>作业4</a:t>
            </a:r>
            <a:r>
              <a:rPr lang="zh-CN" altLang="en-US" sz="2200">
                <a:solidFill>
                  <a:srgbClr val="0000FF"/>
                </a:solidFill>
                <a:latin typeface="+mn-ea"/>
                <a:ea typeface="+mn-ea"/>
                <a:cs typeface="微软雅黑" panose="020B0503020204020204" charset="-122"/>
              </a:rPr>
              <a:t>：</a:t>
            </a:r>
            <a:r>
              <a:rPr lang="en-US" altLang="zh-CN" sz="2200">
                <a:solidFill>
                  <a:srgbClr val="0000FF"/>
                </a:solidFill>
                <a:latin typeface="+mn-ea"/>
                <a:ea typeface="+mn-ea"/>
                <a:cs typeface="微软雅黑" panose="020B0503020204020204" charset="-122"/>
              </a:rPr>
              <a:t>f1=9+8=17</a:t>
            </a:r>
            <a:r>
              <a:rPr lang="zh-CN" altLang="en-US" sz="2200">
                <a:solidFill>
                  <a:srgbClr val="0000FF"/>
                </a:solidFill>
                <a:latin typeface="+mn-ea"/>
                <a:ea typeface="+mn-ea"/>
                <a:cs typeface="微软雅黑" panose="020B0503020204020204" charset="-122"/>
              </a:rPr>
              <a:t>，</a:t>
            </a:r>
            <a:r>
              <a:rPr lang="en-US" altLang="zh-CN" sz="2200">
                <a:solidFill>
                  <a:srgbClr val="0000FF"/>
                </a:solidFill>
                <a:latin typeface="+mn-ea"/>
                <a:ea typeface="+mn-ea"/>
                <a:cs typeface="微软雅黑" panose="020B0503020204020204" charset="-122"/>
              </a:rPr>
              <a:t>f2=max{17,24}+7=31</a:t>
            </a:r>
          </a:p>
          <a:p>
            <a:pPr>
              <a:lnSpc>
                <a:spcPts val="3000"/>
              </a:lnSpc>
            </a:pPr>
            <a:r>
              <a:rPr lang="zh-CN" altLang="en-US" sz="2200" b="1" dirty="0">
                <a:solidFill>
                  <a:srgbClr val="0000FF"/>
                </a:solidFill>
                <a:latin typeface="+mn-ea"/>
                <a:ea typeface="+mn-ea"/>
              </a:rPr>
              <a:t>作业2</a:t>
            </a:r>
            <a:r>
              <a:rPr lang="zh-CN" altLang="en-US" sz="2200">
                <a:solidFill>
                  <a:srgbClr val="0000FF"/>
                </a:solidFill>
                <a:latin typeface="+mn-ea"/>
                <a:ea typeface="+mn-ea"/>
                <a:cs typeface="微软雅黑" panose="020B0503020204020204" charset="-122"/>
              </a:rPr>
              <a:t>：</a:t>
            </a:r>
            <a:r>
              <a:rPr lang="en-US" altLang="zh-CN" sz="2200">
                <a:solidFill>
                  <a:srgbClr val="0000FF"/>
                </a:solidFill>
                <a:latin typeface="+mn-ea"/>
                <a:ea typeface="+mn-ea"/>
                <a:cs typeface="微软雅黑" panose="020B0503020204020204" charset="-122"/>
              </a:rPr>
              <a:t>f1=17+12=29</a:t>
            </a:r>
            <a:r>
              <a:rPr lang="zh-CN" altLang="en-US" sz="2200">
                <a:solidFill>
                  <a:srgbClr val="0000FF"/>
                </a:solidFill>
                <a:latin typeface="+mn-ea"/>
                <a:ea typeface="+mn-ea"/>
                <a:cs typeface="微软雅黑" panose="020B0503020204020204" charset="-122"/>
              </a:rPr>
              <a:t>，</a:t>
            </a:r>
            <a:r>
              <a:rPr lang="en-US" altLang="zh-CN" sz="2200">
                <a:solidFill>
                  <a:srgbClr val="0000FF"/>
                </a:solidFill>
                <a:latin typeface="+mn-ea"/>
                <a:ea typeface="+mn-ea"/>
                <a:cs typeface="微软雅黑" panose="020B0503020204020204" charset="-122"/>
              </a:rPr>
              <a:t>f2=max{29,31}+2=</a:t>
            </a:r>
            <a:r>
              <a:rPr lang="en-US" altLang="zh-CN" sz="2200">
                <a:solidFill>
                  <a:srgbClr val="0000FF"/>
                </a:solidFill>
                <a:effectLst>
                  <a:outerShdw blurRad="38100" dist="38100" dir="2700000" algn="tl">
                    <a:srgbClr val="000000">
                      <a:alpha val="43137"/>
                    </a:srgbClr>
                  </a:outerShdw>
                </a:effectLst>
                <a:latin typeface="+mn-ea"/>
                <a:ea typeface="+mn-ea"/>
                <a:cs typeface="微软雅黑" panose="020B0503020204020204" charset="-122"/>
              </a:rPr>
              <a:t>33</a:t>
            </a:r>
            <a:endParaRPr lang="zh-CN" altLang="en-US" sz="2200">
              <a:solidFill>
                <a:srgbClr val="0000FF"/>
              </a:solidFill>
              <a:effectLst>
                <a:outerShdw blurRad="38100" dist="38100" dir="2700000" algn="tl">
                  <a:srgbClr val="000000">
                    <a:alpha val="43137"/>
                  </a:srgbClr>
                </a:outerShdw>
              </a:effectLst>
              <a:latin typeface="+mn-ea"/>
              <a:ea typeface="+mn-ea"/>
              <a:cs typeface="微软雅黑" panose="020B0503020204020204" charset="-122"/>
            </a:endParaRPr>
          </a:p>
        </p:txBody>
      </p:sp>
      <p:graphicFrame>
        <p:nvGraphicFramePr>
          <p:cNvPr id="5" name="表格 4"/>
          <p:cNvGraphicFramePr>
            <a:graphicFrameLocks noGrp="1"/>
          </p:cNvGraphicFramePr>
          <p:nvPr>
            <p:custDataLst>
              <p:tags r:id="rId3"/>
            </p:custDataLst>
            <p:extLst>
              <p:ext uri="{D42A27DB-BD31-4B8C-83A1-F6EECF244321}">
                <p14:modId xmlns:p14="http://schemas.microsoft.com/office/powerpoint/2010/main" val="835713430"/>
              </p:ext>
            </p:extLst>
          </p:nvPr>
        </p:nvGraphicFramePr>
        <p:xfrm>
          <a:off x="1524261" y="1527549"/>
          <a:ext cx="7115175" cy="2143125"/>
        </p:xfrm>
        <a:graphic>
          <a:graphicData uri="http://schemas.openxmlformats.org/drawingml/2006/table">
            <a:tbl>
              <a:tblPr firstRow="1" bandRow="1">
                <a:tableStyleId>{E269D01E-BC32-4049-B463-5C60D7B0CCD2}</a:tableStyleId>
              </a:tblPr>
              <a:tblGrid>
                <a:gridCol w="1423035">
                  <a:extLst>
                    <a:ext uri="{9D8B030D-6E8A-4147-A177-3AD203B41FA5}">
                      <a16:colId xmlns:a16="http://schemas.microsoft.com/office/drawing/2014/main" val="20000"/>
                    </a:ext>
                  </a:extLst>
                </a:gridCol>
                <a:gridCol w="1423035">
                  <a:extLst>
                    <a:ext uri="{9D8B030D-6E8A-4147-A177-3AD203B41FA5}">
                      <a16:colId xmlns:a16="http://schemas.microsoft.com/office/drawing/2014/main" val="20001"/>
                    </a:ext>
                  </a:extLst>
                </a:gridCol>
                <a:gridCol w="1423035">
                  <a:extLst>
                    <a:ext uri="{9D8B030D-6E8A-4147-A177-3AD203B41FA5}">
                      <a16:colId xmlns:a16="http://schemas.microsoft.com/office/drawing/2014/main" val="20002"/>
                    </a:ext>
                  </a:extLst>
                </a:gridCol>
                <a:gridCol w="1423035">
                  <a:extLst>
                    <a:ext uri="{9D8B030D-6E8A-4147-A177-3AD203B41FA5}">
                      <a16:colId xmlns:a16="http://schemas.microsoft.com/office/drawing/2014/main" val="20003"/>
                    </a:ext>
                  </a:extLst>
                </a:gridCol>
                <a:gridCol w="1423035">
                  <a:extLst>
                    <a:ext uri="{9D8B030D-6E8A-4147-A177-3AD203B41FA5}">
                      <a16:colId xmlns:a16="http://schemas.microsoft.com/office/drawing/2014/main" val="20004"/>
                    </a:ext>
                  </a:extLst>
                </a:gridCol>
              </a:tblGrid>
              <a:tr h="428625">
                <a:tc>
                  <a:txBody>
                    <a:bodyPr/>
                    <a:lstStyle/>
                    <a:p>
                      <a:pPr indent="0" algn="ctr" fontAlgn="auto">
                        <a:lnSpc>
                          <a:spcPts val="2200"/>
                        </a:lnSpc>
                      </a:pPr>
                      <a:r>
                        <a:rPr lang="zh-CN" altLang="en-US" sz="2300" b="1">
                          <a:solidFill>
                            <a:srgbClr val="9900FF"/>
                          </a:solidFill>
                          <a:latin typeface="华文楷体" panose="02010600040101010101" pitchFamily="2" charset="-122"/>
                          <a:ea typeface="华文楷体" panose="02010600040101010101" pitchFamily="2" charset="-122"/>
                          <a:cs typeface="Consolas" panose="020B0609020204030204" pitchFamily="49" charset="0"/>
                        </a:rPr>
                        <a:t>编号</a:t>
                      </a:r>
                    </a:p>
                  </a:txBody>
                  <a:tcPr anchor="ctr">
                    <a:solidFill>
                      <a:schemeClr val="bg1">
                        <a:lumMod val="85000"/>
                      </a:schemeClr>
                    </a:solidFill>
                  </a:tcPr>
                </a:tc>
                <a:tc>
                  <a:txBody>
                    <a:bodyPr/>
                    <a:lstStyle/>
                    <a:p>
                      <a:pPr indent="0" algn="ctr" fontAlgn="auto">
                        <a:lnSpc>
                          <a:spcPts val="2200"/>
                        </a:lnSpc>
                      </a:pPr>
                      <a:r>
                        <a:rPr lang="en-US" altLang="zh-CN" sz="2300" b="1">
                          <a:solidFill>
                            <a:srgbClr val="C00000"/>
                          </a:solidFill>
                          <a:latin typeface="微软雅黑" panose="020B0503020204020204" charset="-122"/>
                          <a:ea typeface="微软雅黑" panose="020B0503020204020204" charset="-122"/>
                          <a:cs typeface="Consolas" panose="020B0609020204030204" pitchFamily="49" charset="0"/>
                        </a:rPr>
                        <a:t>3</a:t>
                      </a:r>
                    </a:p>
                  </a:txBody>
                  <a:tcPr anchor="ctr">
                    <a:solidFill>
                      <a:schemeClr val="bg1">
                        <a:lumMod val="85000"/>
                      </a:schemeClr>
                    </a:solidFill>
                  </a:tcPr>
                </a:tc>
                <a:tc>
                  <a:txBody>
                    <a:bodyPr/>
                    <a:lstStyle/>
                    <a:p>
                      <a:pPr indent="0" algn="ctr" fontAlgn="auto">
                        <a:lnSpc>
                          <a:spcPts val="2200"/>
                        </a:lnSpc>
                      </a:pPr>
                      <a:r>
                        <a:rPr lang="en-US" altLang="zh-CN" sz="2300" b="1">
                          <a:solidFill>
                            <a:srgbClr val="C00000"/>
                          </a:solidFill>
                          <a:latin typeface="微软雅黑" panose="020B0503020204020204" charset="-122"/>
                          <a:ea typeface="微软雅黑" panose="020B0503020204020204" charset="-122"/>
                          <a:cs typeface="Consolas" panose="020B0609020204030204" pitchFamily="49" charset="0"/>
                        </a:rPr>
                        <a:t>1</a:t>
                      </a:r>
                    </a:p>
                  </a:txBody>
                  <a:tcPr anchor="ctr">
                    <a:solidFill>
                      <a:schemeClr val="bg1">
                        <a:lumMod val="85000"/>
                      </a:schemeClr>
                    </a:solidFill>
                  </a:tcPr>
                </a:tc>
                <a:tc>
                  <a:txBody>
                    <a:bodyPr/>
                    <a:lstStyle/>
                    <a:p>
                      <a:pPr indent="0" algn="ctr" fontAlgn="auto">
                        <a:lnSpc>
                          <a:spcPts val="2200"/>
                        </a:lnSpc>
                      </a:pPr>
                      <a:r>
                        <a:rPr lang="en-US" altLang="zh-CN" sz="2300" b="1">
                          <a:solidFill>
                            <a:srgbClr val="006600"/>
                          </a:solidFill>
                          <a:latin typeface="微软雅黑" panose="020B0503020204020204" charset="-122"/>
                          <a:ea typeface="微软雅黑" panose="020B0503020204020204" charset="-122"/>
                          <a:cs typeface="Consolas" panose="020B0609020204030204" pitchFamily="49" charset="0"/>
                        </a:rPr>
                        <a:t>4</a:t>
                      </a:r>
                    </a:p>
                  </a:txBody>
                  <a:tcPr anchor="ctr">
                    <a:solidFill>
                      <a:schemeClr val="bg1">
                        <a:lumMod val="85000"/>
                      </a:schemeClr>
                    </a:solidFill>
                  </a:tcPr>
                </a:tc>
                <a:tc>
                  <a:txBody>
                    <a:bodyPr/>
                    <a:lstStyle/>
                    <a:p>
                      <a:pPr indent="0" algn="ctr" fontAlgn="auto">
                        <a:lnSpc>
                          <a:spcPts val="2200"/>
                        </a:lnSpc>
                      </a:pPr>
                      <a:r>
                        <a:rPr lang="en-US" altLang="zh-CN" sz="2300" b="1">
                          <a:solidFill>
                            <a:srgbClr val="006600"/>
                          </a:solidFill>
                          <a:latin typeface="微软雅黑" panose="020B0503020204020204" charset="-122"/>
                          <a:ea typeface="微软雅黑" panose="020B0503020204020204" charset="-122"/>
                          <a:cs typeface="Consolas" panose="020B0609020204030204" pitchFamily="49" charset="0"/>
                        </a:rPr>
                        <a:t>2</a:t>
                      </a:r>
                    </a:p>
                  </a:txBody>
                  <a:tcPr anchor="ctr">
                    <a:solidFill>
                      <a:schemeClr val="bg1">
                        <a:lumMod val="85000"/>
                      </a:schemeClr>
                    </a:solidFill>
                  </a:tcPr>
                </a:tc>
                <a:extLst>
                  <a:ext uri="{0D108BD9-81ED-4DB2-BD59-A6C34878D82A}">
                    <a16:rowId xmlns:a16="http://schemas.microsoft.com/office/drawing/2014/main" val="10000"/>
                  </a:ext>
                </a:extLst>
              </a:tr>
              <a:tr h="428625">
                <a:tc>
                  <a:txBody>
                    <a:bodyPr/>
                    <a:lstStyle/>
                    <a:p>
                      <a:pPr indent="0" algn="ctr" fontAlgn="auto">
                        <a:lnSpc>
                          <a:spcPts val="2200"/>
                        </a:lnSpc>
                      </a:pPr>
                      <a:r>
                        <a:rPr lang="en-US" altLang="zh-CN" sz="2300" b="1">
                          <a:solidFill>
                            <a:srgbClr val="9900FF"/>
                          </a:solidFill>
                          <a:latin typeface="华文楷体" panose="02010600040101010101" pitchFamily="2" charset="-122"/>
                          <a:ea typeface="华文楷体" panose="02010600040101010101" pitchFamily="2" charset="-122"/>
                          <a:cs typeface="Consolas" panose="020B0609020204030204" pitchFamily="49" charset="0"/>
                        </a:rPr>
                        <a:t>M1</a:t>
                      </a:r>
                    </a:p>
                  </a:txBody>
                  <a:tcPr anchor="ctr">
                    <a:solidFill>
                      <a:schemeClr val="bg1">
                        <a:lumMod val="85000"/>
                      </a:schemeClr>
                    </a:solidFill>
                  </a:tcPr>
                </a:tc>
                <a:tc>
                  <a:txBody>
                    <a:bodyPr/>
                    <a:lstStyle/>
                    <a:p>
                      <a:pPr indent="0" algn="ctr" fontAlgn="auto">
                        <a:lnSpc>
                          <a:spcPts val="2200"/>
                        </a:lnSpc>
                      </a:pPr>
                      <a:r>
                        <a:rPr lang="en-US" altLang="zh-CN" sz="2300" b="1">
                          <a:solidFill>
                            <a:srgbClr val="C00000"/>
                          </a:solidFill>
                          <a:latin typeface="微软雅黑" panose="020B0503020204020204" charset="-122"/>
                          <a:ea typeface="微软雅黑" panose="020B0503020204020204" charset="-122"/>
                          <a:cs typeface="Consolas" panose="020B0609020204030204" pitchFamily="49" charset="0"/>
                        </a:rPr>
                        <a:t>4</a:t>
                      </a:r>
                    </a:p>
                  </a:txBody>
                  <a:tcPr anchor="ctr">
                    <a:solidFill>
                      <a:schemeClr val="bg1">
                        <a:lumMod val="85000"/>
                      </a:schemeClr>
                    </a:solidFill>
                  </a:tcPr>
                </a:tc>
                <a:tc>
                  <a:txBody>
                    <a:bodyPr/>
                    <a:lstStyle/>
                    <a:p>
                      <a:pPr indent="0" algn="ctr" fontAlgn="auto">
                        <a:lnSpc>
                          <a:spcPts val="2200"/>
                        </a:lnSpc>
                      </a:pPr>
                      <a:r>
                        <a:rPr lang="en-US" altLang="zh-CN" sz="2300" b="1">
                          <a:solidFill>
                            <a:srgbClr val="C00000"/>
                          </a:solidFill>
                          <a:latin typeface="微软雅黑" panose="020B0503020204020204" charset="-122"/>
                          <a:ea typeface="微软雅黑" panose="020B0503020204020204" charset="-122"/>
                          <a:cs typeface="Consolas" panose="020B0609020204030204" pitchFamily="49" charset="0"/>
                        </a:rPr>
                        <a:t>5</a:t>
                      </a:r>
                    </a:p>
                  </a:txBody>
                  <a:tcPr anchor="ctr">
                    <a:solidFill>
                      <a:schemeClr val="bg1">
                        <a:lumMod val="85000"/>
                      </a:schemeClr>
                    </a:solidFill>
                  </a:tcPr>
                </a:tc>
                <a:tc>
                  <a:txBody>
                    <a:bodyPr/>
                    <a:lstStyle/>
                    <a:p>
                      <a:pPr indent="0" algn="ctr" fontAlgn="auto">
                        <a:lnSpc>
                          <a:spcPts val="2200"/>
                        </a:lnSpc>
                      </a:pPr>
                      <a:r>
                        <a:rPr lang="en-US" altLang="zh-CN" sz="2300" b="1">
                          <a:solidFill>
                            <a:srgbClr val="006600"/>
                          </a:solidFill>
                          <a:latin typeface="微软雅黑" panose="020B0503020204020204" charset="-122"/>
                          <a:ea typeface="微软雅黑" panose="020B0503020204020204" charset="-122"/>
                          <a:cs typeface="Consolas" panose="020B0609020204030204" pitchFamily="49" charset="0"/>
                        </a:rPr>
                        <a:t>8</a:t>
                      </a:r>
                    </a:p>
                  </a:txBody>
                  <a:tcPr anchor="ctr">
                    <a:solidFill>
                      <a:schemeClr val="bg1">
                        <a:lumMod val="85000"/>
                      </a:schemeClr>
                    </a:solidFill>
                  </a:tcPr>
                </a:tc>
                <a:tc>
                  <a:txBody>
                    <a:bodyPr/>
                    <a:lstStyle/>
                    <a:p>
                      <a:pPr indent="0" algn="ctr" fontAlgn="auto">
                        <a:lnSpc>
                          <a:spcPts val="2200"/>
                        </a:lnSpc>
                      </a:pPr>
                      <a:r>
                        <a:rPr lang="en-US" altLang="zh-CN" sz="2300" b="1">
                          <a:solidFill>
                            <a:srgbClr val="006600"/>
                          </a:solidFill>
                          <a:latin typeface="微软雅黑" panose="020B0503020204020204" charset="-122"/>
                          <a:ea typeface="微软雅黑" panose="020B0503020204020204" charset="-122"/>
                          <a:cs typeface="Consolas" panose="020B0609020204030204" pitchFamily="49" charset="0"/>
                        </a:rPr>
                        <a:t>12</a:t>
                      </a:r>
                    </a:p>
                  </a:txBody>
                  <a:tcPr anchor="ctr">
                    <a:solidFill>
                      <a:schemeClr val="bg1">
                        <a:lumMod val="85000"/>
                      </a:schemeClr>
                    </a:solidFill>
                  </a:tcPr>
                </a:tc>
                <a:extLst>
                  <a:ext uri="{0D108BD9-81ED-4DB2-BD59-A6C34878D82A}">
                    <a16:rowId xmlns:a16="http://schemas.microsoft.com/office/drawing/2014/main" val="10001"/>
                  </a:ext>
                </a:extLst>
              </a:tr>
              <a:tr h="428625">
                <a:tc>
                  <a:txBody>
                    <a:bodyPr/>
                    <a:lstStyle/>
                    <a:p>
                      <a:pPr indent="0" algn="ctr" fontAlgn="auto">
                        <a:lnSpc>
                          <a:spcPts val="2200"/>
                        </a:lnSpc>
                      </a:pPr>
                      <a:r>
                        <a:rPr lang="en-US" altLang="zh-CN" sz="2300" b="1">
                          <a:solidFill>
                            <a:srgbClr val="9900FF"/>
                          </a:solidFill>
                          <a:latin typeface="华文楷体" panose="02010600040101010101" pitchFamily="2" charset="-122"/>
                          <a:ea typeface="华文楷体" panose="02010600040101010101" pitchFamily="2" charset="-122"/>
                          <a:cs typeface="Consolas" panose="020B0609020204030204" pitchFamily="49" charset="0"/>
                        </a:rPr>
                        <a:t>M2</a:t>
                      </a:r>
                    </a:p>
                  </a:txBody>
                  <a:tcPr anchor="ctr">
                    <a:solidFill>
                      <a:schemeClr val="bg1">
                        <a:lumMod val="85000"/>
                      </a:schemeClr>
                    </a:solidFill>
                  </a:tcPr>
                </a:tc>
                <a:tc>
                  <a:txBody>
                    <a:bodyPr/>
                    <a:lstStyle/>
                    <a:p>
                      <a:pPr indent="0" algn="ctr" fontAlgn="auto">
                        <a:lnSpc>
                          <a:spcPts val="2200"/>
                        </a:lnSpc>
                      </a:pPr>
                      <a:r>
                        <a:rPr lang="en-US" altLang="zh-CN" sz="2300" b="1">
                          <a:solidFill>
                            <a:srgbClr val="C00000"/>
                          </a:solidFill>
                          <a:latin typeface="微软雅黑" panose="020B0503020204020204" charset="-122"/>
                          <a:ea typeface="微软雅黑" panose="020B0503020204020204" charset="-122"/>
                          <a:cs typeface="Consolas" panose="020B0609020204030204" pitchFamily="49" charset="0"/>
                        </a:rPr>
                        <a:t>14</a:t>
                      </a:r>
                    </a:p>
                  </a:txBody>
                  <a:tcPr anchor="ctr">
                    <a:solidFill>
                      <a:schemeClr val="bg1">
                        <a:lumMod val="85000"/>
                      </a:schemeClr>
                    </a:solidFill>
                  </a:tcPr>
                </a:tc>
                <a:tc>
                  <a:txBody>
                    <a:bodyPr/>
                    <a:lstStyle/>
                    <a:p>
                      <a:pPr indent="0" algn="ctr" fontAlgn="auto">
                        <a:lnSpc>
                          <a:spcPts val="2200"/>
                        </a:lnSpc>
                      </a:pPr>
                      <a:r>
                        <a:rPr lang="en-US" altLang="zh-CN" sz="2300" b="1">
                          <a:solidFill>
                            <a:srgbClr val="C00000"/>
                          </a:solidFill>
                          <a:latin typeface="微软雅黑" panose="020B0503020204020204" charset="-122"/>
                          <a:ea typeface="微软雅黑" panose="020B0503020204020204" charset="-122"/>
                          <a:cs typeface="Consolas" panose="020B0609020204030204" pitchFamily="49" charset="0"/>
                        </a:rPr>
                        <a:t>6</a:t>
                      </a:r>
                    </a:p>
                  </a:txBody>
                  <a:tcPr anchor="ctr">
                    <a:solidFill>
                      <a:schemeClr val="bg1">
                        <a:lumMod val="85000"/>
                      </a:schemeClr>
                    </a:solidFill>
                  </a:tcPr>
                </a:tc>
                <a:tc>
                  <a:txBody>
                    <a:bodyPr/>
                    <a:lstStyle/>
                    <a:p>
                      <a:pPr indent="0" algn="ctr" fontAlgn="auto">
                        <a:lnSpc>
                          <a:spcPts val="2200"/>
                        </a:lnSpc>
                      </a:pPr>
                      <a:r>
                        <a:rPr lang="en-US" altLang="zh-CN" sz="2300" b="1">
                          <a:solidFill>
                            <a:srgbClr val="006600"/>
                          </a:solidFill>
                          <a:latin typeface="微软雅黑" panose="020B0503020204020204" charset="-122"/>
                          <a:ea typeface="微软雅黑" panose="020B0503020204020204" charset="-122"/>
                          <a:cs typeface="Consolas" panose="020B0609020204030204" pitchFamily="49" charset="0"/>
                        </a:rPr>
                        <a:t>7</a:t>
                      </a:r>
                    </a:p>
                  </a:txBody>
                  <a:tcPr anchor="ctr">
                    <a:solidFill>
                      <a:schemeClr val="bg1">
                        <a:lumMod val="85000"/>
                      </a:schemeClr>
                    </a:solidFill>
                  </a:tcPr>
                </a:tc>
                <a:tc>
                  <a:txBody>
                    <a:bodyPr/>
                    <a:lstStyle/>
                    <a:p>
                      <a:pPr indent="0" algn="ctr" fontAlgn="auto">
                        <a:lnSpc>
                          <a:spcPts val="2200"/>
                        </a:lnSpc>
                      </a:pPr>
                      <a:r>
                        <a:rPr lang="en-US" altLang="zh-CN" sz="2300" b="1">
                          <a:solidFill>
                            <a:srgbClr val="006600"/>
                          </a:solidFill>
                          <a:latin typeface="微软雅黑" panose="020B0503020204020204" charset="-122"/>
                          <a:ea typeface="微软雅黑" panose="020B0503020204020204" charset="-122"/>
                          <a:cs typeface="Consolas" panose="020B0609020204030204" pitchFamily="49" charset="0"/>
                        </a:rPr>
                        <a:t>2</a:t>
                      </a:r>
                    </a:p>
                  </a:txBody>
                  <a:tcPr anchor="ctr">
                    <a:solidFill>
                      <a:schemeClr val="bg1">
                        <a:lumMod val="85000"/>
                      </a:schemeClr>
                    </a:solidFill>
                  </a:tcPr>
                </a:tc>
                <a:extLst>
                  <a:ext uri="{0D108BD9-81ED-4DB2-BD59-A6C34878D82A}">
                    <a16:rowId xmlns:a16="http://schemas.microsoft.com/office/drawing/2014/main" val="10002"/>
                  </a:ext>
                </a:extLst>
              </a:tr>
              <a:tr h="428625">
                <a:tc>
                  <a:txBody>
                    <a:bodyPr/>
                    <a:lstStyle/>
                    <a:p>
                      <a:pPr indent="0" algn="ctr" fontAlgn="auto">
                        <a:lnSpc>
                          <a:spcPts val="2200"/>
                        </a:lnSpc>
                        <a:spcAft>
                          <a:spcPts val="0"/>
                        </a:spcAft>
                      </a:pPr>
                      <a:r>
                        <a:rPr lang="zh-CN" sz="2300" b="1" kern="100">
                          <a:solidFill>
                            <a:srgbClr val="9900FF"/>
                          </a:solidFill>
                          <a:latin typeface="华文楷体" panose="02010600040101010101" pitchFamily="2" charset="-122"/>
                          <a:ea typeface="华文楷体" panose="02010600040101010101" pitchFamily="2" charset="-122"/>
                          <a:cs typeface="Consolas" panose="020B0609020204030204" pitchFamily="49" charset="0"/>
                        </a:rPr>
                        <a:t>组号</a:t>
                      </a:r>
                    </a:p>
                  </a:txBody>
                  <a:tcPr marL="68580" marR="68580" marT="0" marB="0" anchor="ctr">
                    <a:solidFill>
                      <a:schemeClr val="bg1">
                        <a:lumMod val="85000"/>
                      </a:schemeClr>
                    </a:solidFill>
                  </a:tcPr>
                </a:tc>
                <a:tc>
                  <a:txBody>
                    <a:bodyPr/>
                    <a:lstStyle/>
                    <a:p>
                      <a:pPr indent="0" algn="ctr" fontAlgn="auto">
                        <a:lnSpc>
                          <a:spcPts val="2200"/>
                        </a:lnSpc>
                        <a:spcAft>
                          <a:spcPts val="0"/>
                        </a:spcAft>
                      </a:pPr>
                      <a:r>
                        <a:rPr lang="en-US" sz="2300" b="1" kern="100">
                          <a:solidFill>
                            <a:srgbClr val="C00000"/>
                          </a:solidFill>
                          <a:latin typeface="微软雅黑" panose="020B0503020204020204" charset="-122"/>
                          <a:ea typeface="微软雅黑" panose="020B0503020204020204" charset="-122"/>
                          <a:cs typeface="Consolas" panose="020B0609020204030204" pitchFamily="49" charset="0"/>
                        </a:rPr>
                        <a:t>1</a:t>
                      </a:r>
                    </a:p>
                  </a:txBody>
                  <a:tcPr marL="68580" marR="68580" marT="0" marB="0" anchor="ctr">
                    <a:solidFill>
                      <a:schemeClr val="bg1">
                        <a:lumMod val="85000"/>
                      </a:schemeClr>
                    </a:solidFill>
                  </a:tcPr>
                </a:tc>
                <a:tc>
                  <a:txBody>
                    <a:bodyPr/>
                    <a:lstStyle/>
                    <a:p>
                      <a:pPr indent="0" algn="ctr" fontAlgn="auto">
                        <a:lnSpc>
                          <a:spcPts val="2200"/>
                        </a:lnSpc>
                        <a:spcAft>
                          <a:spcPts val="0"/>
                        </a:spcAft>
                      </a:pPr>
                      <a:r>
                        <a:rPr lang="en-US" sz="2300" b="1" kern="100">
                          <a:solidFill>
                            <a:srgbClr val="C00000"/>
                          </a:solidFill>
                          <a:latin typeface="微软雅黑" panose="020B0503020204020204" charset="-122"/>
                          <a:ea typeface="微软雅黑" panose="020B0503020204020204" charset="-122"/>
                          <a:cs typeface="Consolas" panose="020B0609020204030204" pitchFamily="49" charset="0"/>
                        </a:rPr>
                        <a:t>1</a:t>
                      </a:r>
                    </a:p>
                  </a:txBody>
                  <a:tcPr marL="68580" marR="68580" marT="0" marB="0" anchor="ctr">
                    <a:solidFill>
                      <a:schemeClr val="bg1">
                        <a:lumMod val="85000"/>
                      </a:schemeClr>
                    </a:solidFill>
                  </a:tcPr>
                </a:tc>
                <a:tc>
                  <a:txBody>
                    <a:bodyPr/>
                    <a:lstStyle/>
                    <a:p>
                      <a:pPr indent="0" algn="ctr" fontAlgn="auto">
                        <a:lnSpc>
                          <a:spcPts val="2200"/>
                        </a:lnSpc>
                        <a:spcAft>
                          <a:spcPts val="0"/>
                        </a:spcAft>
                      </a:pPr>
                      <a:r>
                        <a:rPr lang="en-US" sz="2300" b="1" kern="100">
                          <a:solidFill>
                            <a:srgbClr val="006600"/>
                          </a:solidFill>
                          <a:latin typeface="微软雅黑" panose="020B0503020204020204" charset="-122"/>
                          <a:ea typeface="微软雅黑" panose="020B0503020204020204" charset="-122"/>
                          <a:cs typeface="Consolas" panose="020B0609020204030204" pitchFamily="49" charset="0"/>
                        </a:rPr>
                        <a:t>0</a:t>
                      </a:r>
                    </a:p>
                  </a:txBody>
                  <a:tcPr marL="68580" marR="68580" marT="0" marB="0" anchor="ctr">
                    <a:solidFill>
                      <a:schemeClr val="bg1">
                        <a:lumMod val="85000"/>
                      </a:schemeClr>
                    </a:solidFill>
                  </a:tcPr>
                </a:tc>
                <a:tc>
                  <a:txBody>
                    <a:bodyPr/>
                    <a:lstStyle/>
                    <a:p>
                      <a:pPr indent="0" algn="ctr" fontAlgn="auto">
                        <a:lnSpc>
                          <a:spcPts val="2200"/>
                        </a:lnSpc>
                        <a:spcAft>
                          <a:spcPts val="0"/>
                        </a:spcAft>
                      </a:pPr>
                      <a:r>
                        <a:rPr lang="en-US" sz="2300" b="1" kern="100">
                          <a:solidFill>
                            <a:srgbClr val="006600"/>
                          </a:solidFill>
                          <a:latin typeface="微软雅黑" panose="020B0503020204020204" charset="-122"/>
                          <a:ea typeface="微软雅黑" panose="020B0503020204020204" charset="-122"/>
                          <a:cs typeface="Consolas" panose="020B0609020204030204" pitchFamily="49" charset="0"/>
                        </a:rPr>
                        <a:t>0</a:t>
                      </a:r>
                    </a:p>
                  </a:txBody>
                  <a:tcPr marL="68580" marR="68580" marT="0" marB="0" anchor="ctr">
                    <a:solidFill>
                      <a:schemeClr val="bg1">
                        <a:lumMod val="85000"/>
                      </a:schemeClr>
                    </a:solidFill>
                  </a:tcPr>
                </a:tc>
                <a:extLst>
                  <a:ext uri="{0D108BD9-81ED-4DB2-BD59-A6C34878D82A}">
                    <a16:rowId xmlns:a16="http://schemas.microsoft.com/office/drawing/2014/main" val="10003"/>
                  </a:ext>
                </a:extLst>
              </a:tr>
              <a:tr h="428625">
                <a:tc>
                  <a:txBody>
                    <a:bodyPr/>
                    <a:lstStyle/>
                    <a:p>
                      <a:pPr indent="0" algn="ctr" fontAlgn="auto">
                        <a:lnSpc>
                          <a:spcPts val="2200"/>
                        </a:lnSpc>
                        <a:spcAft>
                          <a:spcPts val="0"/>
                        </a:spcAft>
                      </a:pPr>
                      <a:r>
                        <a:rPr lang="zh-CN" sz="2300" b="1" kern="100" dirty="0">
                          <a:solidFill>
                            <a:srgbClr val="9900FF"/>
                          </a:solidFill>
                          <a:latin typeface="华文楷体" panose="02010600040101010101" pitchFamily="2" charset="-122"/>
                          <a:ea typeface="华文楷体" panose="02010600040101010101" pitchFamily="2" charset="-122"/>
                          <a:cs typeface="微软雅黑" panose="020B0503020204020204" charset="-122"/>
                        </a:rPr>
                        <a:t>时间</a:t>
                      </a:r>
                      <a:r>
                        <a:rPr lang="en-US" sz="2300" b="1" kern="100" dirty="0">
                          <a:solidFill>
                            <a:srgbClr val="9900FF"/>
                          </a:solidFill>
                          <a:latin typeface="华文楷体" panose="02010600040101010101" pitchFamily="2" charset="-122"/>
                          <a:ea typeface="华文楷体" panose="02010600040101010101" pitchFamily="2" charset="-122"/>
                          <a:cs typeface="微软雅黑" panose="020B0503020204020204" charset="-122"/>
                        </a:rPr>
                        <a:t>time</a:t>
                      </a:r>
                      <a:endParaRPr lang="zh-CN" sz="2300" b="1" kern="100" dirty="0">
                        <a:solidFill>
                          <a:srgbClr val="9900FF"/>
                        </a:solidFill>
                        <a:latin typeface="华文楷体" panose="02010600040101010101" pitchFamily="2" charset="-122"/>
                        <a:ea typeface="华文楷体" panose="02010600040101010101" pitchFamily="2" charset="-122"/>
                        <a:cs typeface="微软雅黑" panose="020B0503020204020204" charset="-122"/>
                      </a:endParaRPr>
                    </a:p>
                  </a:txBody>
                  <a:tcPr marL="68580" marR="68580" marT="0" marB="0" anchor="ctr">
                    <a:solidFill>
                      <a:schemeClr val="bg1">
                        <a:lumMod val="85000"/>
                      </a:schemeClr>
                    </a:solidFill>
                  </a:tcPr>
                </a:tc>
                <a:tc>
                  <a:txBody>
                    <a:bodyPr/>
                    <a:lstStyle/>
                    <a:p>
                      <a:pPr indent="0" algn="ctr" fontAlgn="auto">
                        <a:lnSpc>
                          <a:spcPts val="2200"/>
                        </a:lnSpc>
                        <a:spcAft>
                          <a:spcPts val="0"/>
                        </a:spcAft>
                      </a:pPr>
                      <a:r>
                        <a:rPr lang="en-US" sz="2300" b="1" kern="100">
                          <a:solidFill>
                            <a:srgbClr val="C00000"/>
                          </a:solidFill>
                          <a:latin typeface="微软雅黑" panose="020B0503020204020204" charset="-122"/>
                          <a:ea typeface="微软雅黑" panose="020B0503020204020204" charset="-122"/>
                          <a:cs typeface="Consolas" panose="020B0609020204030204" pitchFamily="49" charset="0"/>
                        </a:rPr>
                        <a:t>4</a:t>
                      </a:r>
                    </a:p>
                  </a:txBody>
                  <a:tcPr marL="68580" marR="68580" marT="0" marB="0" anchor="ctr">
                    <a:solidFill>
                      <a:schemeClr val="bg1">
                        <a:lumMod val="85000"/>
                      </a:schemeClr>
                    </a:solidFill>
                  </a:tcPr>
                </a:tc>
                <a:tc>
                  <a:txBody>
                    <a:bodyPr/>
                    <a:lstStyle/>
                    <a:p>
                      <a:pPr indent="0" algn="ctr" fontAlgn="auto">
                        <a:lnSpc>
                          <a:spcPts val="2200"/>
                        </a:lnSpc>
                        <a:spcAft>
                          <a:spcPts val="0"/>
                        </a:spcAft>
                      </a:pPr>
                      <a:r>
                        <a:rPr lang="en-US" sz="2300" b="1" kern="100">
                          <a:solidFill>
                            <a:srgbClr val="C00000"/>
                          </a:solidFill>
                          <a:latin typeface="微软雅黑" panose="020B0503020204020204" charset="-122"/>
                          <a:ea typeface="微软雅黑" panose="020B0503020204020204" charset="-122"/>
                          <a:cs typeface="Consolas" panose="020B0609020204030204" pitchFamily="49" charset="0"/>
                        </a:rPr>
                        <a:t>5</a:t>
                      </a:r>
                    </a:p>
                  </a:txBody>
                  <a:tcPr marL="68580" marR="68580" marT="0" marB="0" anchor="ctr">
                    <a:solidFill>
                      <a:schemeClr val="bg1">
                        <a:lumMod val="85000"/>
                      </a:schemeClr>
                    </a:solidFill>
                  </a:tcPr>
                </a:tc>
                <a:tc>
                  <a:txBody>
                    <a:bodyPr/>
                    <a:lstStyle/>
                    <a:p>
                      <a:pPr indent="0" algn="ctr" fontAlgn="auto">
                        <a:lnSpc>
                          <a:spcPts val="2200"/>
                        </a:lnSpc>
                        <a:spcAft>
                          <a:spcPts val="0"/>
                        </a:spcAft>
                      </a:pPr>
                      <a:r>
                        <a:rPr lang="en-US" sz="2300" b="1" kern="100">
                          <a:solidFill>
                            <a:srgbClr val="006600"/>
                          </a:solidFill>
                          <a:latin typeface="微软雅黑" panose="020B0503020204020204" charset="-122"/>
                          <a:ea typeface="微软雅黑" panose="020B0503020204020204" charset="-122"/>
                          <a:cs typeface="Consolas" panose="020B0609020204030204" pitchFamily="49" charset="0"/>
                        </a:rPr>
                        <a:t>7</a:t>
                      </a:r>
                    </a:p>
                  </a:txBody>
                  <a:tcPr marL="68580" marR="68580" marT="0" marB="0" anchor="ctr">
                    <a:solidFill>
                      <a:schemeClr val="bg1">
                        <a:lumMod val="85000"/>
                      </a:schemeClr>
                    </a:solidFill>
                  </a:tcPr>
                </a:tc>
                <a:tc>
                  <a:txBody>
                    <a:bodyPr/>
                    <a:lstStyle/>
                    <a:p>
                      <a:pPr indent="0" algn="ctr" fontAlgn="auto">
                        <a:lnSpc>
                          <a:spcPts val="2200"/>
                        </a:lnSpc>
                        <a:spcAft>
                          <a:spcPts val="0"/>
                        </a:spcAft>
                      </a:pPr>
                      <a:r>
                        <a:rPr lang="en-US" sz="2300" b="1" kern="100" dirty="0">
                          <a:solidFill>
                            <a:srgbClr val="006600"/>
                          </a:solidFill>
                          <a:latin typeface="微软雅黑" panose="020B0503020204020204" charset="-122"/>
                          <a:ea typeface="微软雅黑" panose="020B0503020204020204" charset="-122"/>
                          <a:cs typeface="Consolas" panose="020B0609020204030204" pitchFamily="49" charset="0"/>
                        </a:rPr>
                        <a:t>2</a:t>
                      </a:r>
                    </a:p>
                  </a:txBody>
                  <a:tcPr marL="68580" marR="68580" marT="0" marB="0" anchor="ctr">
                    <a:solidFill>
                      <a:schemeClr val="bg1">
                        <a:lumMod val="85000"/>
                      </a:schemeClr>
                    </a:solidFill>
                  </a:tcPr>
                </a:tc>
                <a:extLst>
                  <a:ext uri="{0D108BD9-81ED-4DB2-BD59-A6C34878D82A}">
                    <a16:rowId xmlns:a16="http://schemas.microsoft.com/office/drawing/2014/main" val="10004"/>
                  </a:ext>
                </a:extLst>
              </a:tr>
            </a:tbl>
          </a:graphicData>
        </a:graphic>
      </p:graphicFrame>
      <p:sp>
        <p:nvSpPr>
          <p:cNvPr id="6" name="左弧形箭头 5"/>
          <p:cNvSpPr/>
          <p:nvPr>
            <p:custDataLst>
              <p:tags r:id="rId4"/>
            </p:custDataLst>
          </p:nvPr>
        </p:nvSpPr>
        <p:spPr>
          <a:xfrm>
            <a:off x="881614" y="2883593"/>
            <a:ext cx="428628" cy="1143008"/>
          </a:xfrm>
          <a:prstGeom prst="curvedRightArrow">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CN" altLang="en-US" sz="2200" b="1">
              <a:solidFill>
                <a:srgbClr val="0000FF"/>
              </a:solidFill>
              <a:latin typeface="+mn-ea"/>
              <a:cs typeface="Consolas" panose="020B0609020204030204" pitchFamily="49" charset="0"/>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6"/>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73.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696885" y="149909"/>
            <a:ext cx="5143536" cy="430887"/>
          </a:xfrm>
          <a:prstGeom prst="rect">
            <a:avLst/>
          </a:prstGeom>
          <a:noFill/>
        </p:spPr>
        <p:txBody>
          <a:bodyPr wrap="square" rtlCol="0">
            <a:spAutoFit/>
          </a:bodyPr>
          <a:lstStyle/>
          <a:p>
            <a:r>
              <a:rPr lang="zh-CN" altLang="zh-CN" sz="2200" dirty="0">
                <a:solidFill>
                  <a:srgbClr val="0000FF"/>
                </a:solidFill>
                <a:latin typeface="华文楷体" panose="02010600040101010101" pitchFamily="2" charset="-122"/>
                <a:ea typeface="华文楷体" panose="02010600040101010101" pitchFamily="2" charset="-122"/>
                <a:cs typeface="微软雅黑" panose="020B0503020204020204" charset="-122"/>
              </a:rPr>
              <a:t>其实现采用如下结构体数组</a:t>
            </a:r>
            <a:r>
              <a:rPr lang="en-US" altLang="zh-CN" sz="2200" dirty="0">
                <a:solidFill>
                  <a:srgbClr val="0000FF"/>
                </a:solidFill>
                <a:latin typeface="华文楷体" panose="02010600040101010101" pitchFamily="2" charset="-122"/>
                <a:ea typeface="华文楷体" panose="02010600040101010101" pitchFamily="2" charset="-122"/>
                <a:cs typeface="微软雅黑" panose="020B0503020204020204" charset="-122"/>
              </a:rPr>
              <a:t>c</a:t>
            </a:r>
            <a:r>
              <a:rPr lang="zh-CN" altLang="zh-CN" sz="2200"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p>
        </p:txBody>
      </p:sp>
      <p:sp>
        <p:nvSpPr>
          <p:cNvPr id="3" name="TextBox 2"/>
          <p:cNvSpPr txBox="1"/>
          <p:nvPr/>
        </p:nvSpPr>
        <p:spPr>
          <a:xfrm>
            <a:off x="1712867" y="938408"/>
            <a:ext cx="7643866" cy="3712706"/>
          </a:xfrm>
          <a:prstGeom prst="rect">
            <a:avLst/>
          </a:prstGeom>
          <a:solidFill>
            <a:schemeClr val="bg1">
              <a:lumMod val="95000"/>
            </a:schemeClr>
          </a:solidFill>
        </p:spPr>
        <p:style>
          <a:lnRef idx="1">
            <a:schemeClr val="accent5"/>
          </a:lnRef>
          <a:fillRef idx="2">
            <a:schemeClr val="accent5"/>
          </a:fillRef>
          <a:effectRef idx="1">
            <a:schemeClr val="accent5"/>
          </a:effectRef>
          <a:fontRef idx="minor">
            <a:schemeClr val="dk1"/>
          </a:fontRef>
        </p:style>
        <p:txBody>
          <a:bodyPr wrap="square" lIns="180000" tIns="144000" bIns="180000" rtlCol="0">
            <a:spAutoFit/>
          </a:bodyPr>
          <a:lstStyle/>
          <a:p>
            <a:r>
              <a:rPr lang="en-US" altLang="zh-CN" sz="2200" b="1">
                <a:solidFill>
                  <a:srgbClr val="0000FF"/>
                </a:solidFill>
                <a:latin typeface="华文楷体" panose="02010600040101010101" pitchFamily="2" charset="-122"/>
                <a:ea typeface="华文楷体" panose="02010600040101010101" pitchFamily="2" charset="-122"/>
                <a:cs typeface="Consolas" panose="020B0609020204030204" pitchFamily="49" charset="0"/>
              </a:rPr>
              <a:t>struct NodeType</a:t>
            </a:r>
            <a:endParaRPr lang="zh-CN" altLang="zh-CN" sz="2200" b="1">
              <a:solidFill>
                <a:srgbClr val="0000FF"/>
              </a:solidFill>
              <a:latin typeface="华文楷体" panose="02010600040101010101" pitchFamily="2" charset="-122"/>
              <a:ea typeface="华文楷体" panose="02010600040101010101" pitchFamily="2" charset="-122"/>
              <a:cs typeface="Consolas" panose="020B0609020204030204" pitchFamily="49" charset="0"/>
            </a:endParaRPr>
          </a:p>
          <a:p>
            <a:r>
              <a:rPr lang="en-US" altLang="zh-CN" sz="2200" b="1">
                <a:solidFill>
                  <a:srgbClr val="0000FF"/>
                </a:solidFill>
                <a:latin typeface="华文楷体" panose="02010600040101010101" pitchFamily="2" charset="-122"/>
                <a:ea typeface="华文楷体" panose="02010600040101010101" pitchFamily="2" charset="-122"/>
                <a:cs typeface="Consolas" panose="020B0609020204030204" pitchFamily="49" charset="0"/>
              </a:rPr>
              <a:t>{  int no;			//</a:t>
            </a:r>
            <a:r>
              <a:rPr lang="zh-CN" altLang="zh-CN" sz="2200" b="1">
                <a:solidFill>
                  <a:srgbClr val="0000FF"/>
                </a:solidFill>
                <a:latin typeface="华文楷体" panose="02010600040101010101" pitchFamily="2" charset="-122"/>
                <a:ea typeface="华文楷体" panose="02010600040101010101" pitchFamily="2" charset="-122"/>
                <a:cs typeface="Consolas" panose="020B0609020204030204" pitchFamily="49" charset="0"/>
              </a:rPr>
              <a:t>作业序号</a:t>
            </a:r>
          </a:p>
          <a:p>
            <a:r>
              <a:rPr lang="en-US" altLang="zh-CN" sz="2200" b="1">
                <a:solidFill>
                  <a:srgbClr val="0000FF"/>
                </a:solidFill>
                <a:latin typeface="华文楷体" panose="02010600040101010101" pitchFamily="2" charset="-122"/>
                <a:ea typeface="华文楷体" panose="02010600040101010101" pitchFamily="2" charset="-122"/>
                <a:cs typeface="Consolas" panose="020B0609020204030204" pitchFamily="49" charset="0"/>
              </a:rPr>
              <a:t>   bool group;			//1</a:t>
            </a:r>
            <a:r>
              <a:rPr lang="zh-CN" altLang="zh-CN" sz="2200" b="1">
                <a:solidFill>
                  <a:srgbClr val="0000FF"/>
                </a:solidFill>
                <a:latin typeface="华文楷体" panose="02010600040101010101" pitchFamily="2" charset="-122"/>
                <a:ea typeface="华文楷体" panose="02010600040101010101" pitchFamily="2" charset="-122"/>
                <a:cs typeface="Consolas" panose="020B0609020204030204" pitchFamily="49" charset="0"/>
              </a:rPr>
              <a:t>代表第一组</a:t>
            </a:r>
            <a:r>
              <a:rPr lang="en-US" altLang="zh-CN" sz="2200" b="1">
                <a:solidFill>
                  <a:srgbClr val="0000FF"/>
                </a:solidFill>
                <a:latin typeface="华文楷体" panose="02010600040101010101" pitchFamily="2" charset="-122"/>
                <a:ea typeface="华文楷体" panose="02010600040101010101" pitchFamily="2" charset="-122"/>
                <a:cs typeface="Consolas" panose="020B0609020204030204" pitchFamily="49" charset="0"/>
              </a:rPr>
              <a:t>N1,0</a:t>
            </a:r>
            <a:r>
              <a:rPr lang="zh-CN" altLang="zh-CN" sz="2200" b="1">
                <a:solidFill>
                  <a:srgbClr val="0000FF"/>
                </a:solidFill>
                <a:latin typeface="华文楷体" panose="02010600040101010101" pitchFamily="2" charset="-122"/>
                <a:ea typeface="华文楷体" panose="02010600040101010101" pitchFamily="2" charset="-122"/>
                <a:cs typeface="Consolas" panose="020B0609020204030204" pitchFamily="49" charset="0"/>
              </a:rPr>
              <a:t>代表第二组</a:t>
            </a:r>
            <a:r>
              <a:rPr lang="en-US" altLang="zh-CN" sz="2200" b="1">
                <a:solidFill>
                  <a:srgbClr val="0000FF"/>
                </a:solidFill>
                <a:latin typeface="华文楷体" panose="02010600040101010101" pitchFamily="2" charset="-122"/>
                <a:ea typeface="华文楷体" panose="02010600040101010101" pitchFamily="2" charset="-122"/>
                <a:cs typeface="Consolas" panose="020B0609020204030204" pitchFamily="49" charset="0"/>
              </a:rPr>
              <a:t>N2</a:t>
            </a:r>
          </a:p>
          <a:p>
            <a:r>
              <a:rPr lang="en-US" altLang="zh-CN" sz="2200" b="1">
                <a:solidFill>
                  <a:srgbClr val="0000FF"/>
                </a:solidFill>
                <a:latin typeface="华文楷体" panose="02010600040101010101" pitchFamily="2" charset="-122"/>
                <a:ea typeface="华文楷体" panose="02010600040101010101" pitchFamily="2" charset="-122"/>
                <a:cs typeface="Consolas" panose="020B0609020204030204" pitchFamily="49" charset="0"/>
              </a:rPr>
              <a:t>   int time;			//a,b</a:t>
            </a:r>
            <a:r>
              <a:rPr lang="zh-CN" altLang="zh-CN" sz="2200" b="1">
                <a:solidFill>
                  <a:srgbClr val="0000FF"/>
                </a:solidFill>
                <a:latin typeface="华文楷体" panose="02010600040101010101" pitchFamily="2" charset="-122"/>
                <a:ea typeface="华文楷体" panose="02010600040101010101" pitchFamily="2" charset="-122"/>
                <a:cs typeface="Consolas" panose="020B0609020204030204" pitchFamily="49" charset="0"/>
              </a:rPr>
              <a:t>的最小时间</a:t>
            </a:r>
          </a:p>
          <a:p>
            <a:r>
              <a:rPr lang="en-US" altLang="zh-CN" sz="2200" b="1">
                <a:solidFill>
                  <a:srgbClr val="0000FF"/>
                </a:solidFill>
                <a:latin typeface="华文楷体" panose="02010600040101010101" pitchFamily="2" charset="-122"/>
                <a:ea typeface="华文楷体" panose="02010600040101010101" pitchFamily="2" charset="-122"/>
                <a:cs typeface="Consolas" panose="020B0609020204030204" pitchFamily="49" charset="0"/>
              </a:rPr>
              <a:t>   bool operator&lt;(const NodeType &amp;s) const</a:t>
            </a:r>
            <a:endParaRPr lang="zh-CN" altLang="zh-CN" sz="2200" b="1">
              <a:solidFill>
                <a:srgbClr val="0000FF"/>
              </a:solidFill>
              <a:latin typeface="华文楷体" panose="02010600040101010101" pitchFamily="2" charset="-122"/>
              <a:ea typeface="华文楷体" panose="02010600040101010101" pitchFamily="2" charset="-122"/>
              <a:cs typeface="Consolas" panose="020B0609020204030204" pitchFamily="49" charset="0"/>
            </a:endParaRPr>
          </a:p>
          <a:p>
            <a:r>
              <a:rPr lang="en-US" altLang="zh-CN" sz="2200" b="1">
                <a:solidFill>
                  <a:srgbClr val="0000FF"/>
                </a:solidFill>
                <a:latin typeface="华文楷体" panose="02010600040101010101" pitchFamily="2" charset="-122"/>
                <a:ea typeface="华文楷体" panose="02010600040101010101" pitchFamily="2" charset="-122"/>
                <a:cs typeface="Consolas" panose="020B0609020204030204" pitchFamily="49" charset="0"/>
              </a:rPr>
              <a:t>   {</a:t>
            </a:r>
            <a:endParaRPr lang="zh-CN" altLang="zh-CN" sz="2200" b="1">
              <a:solidFill>
                <a:srgbClr val="0000FF"/>
              </a:solidFill>
              <a:latin typeface="华文楷体" panose="02010600040101010101" pitchFamily="2" charset="-122"/>
              <a:ea typeface="华文楷体" panose="02010600040101010101" pitchFamily="2" charset="-122"/>
              <a:cs typeface="Consolas" panose="020B0609020204030204" pitchFamily="49" charset="0"/>
            </a:endParaRPr>
          </a:p>
          <a:p>
            <a:r>
              <a:rPr lang="en-US" altLang="zh-CN" sz="2200" b="1">
                <a:solidFill>
                  <a:srgbClr val="0000FF"/>
                </a:solidFill>
                <a:latin typeface="华文楷体" panose="02010600040101010101" pitchFamily="2" charset="-122"/>
                <a:ea typeface="华文楷体" panose="02010600040101010101" pitchFamily="2" charset="-122"/>
                <a:cs typeface="Consolas" panose="020B0609020204030204" pitchFamily="49" charset="0"/>
              </a:rPr>
              <a:t>	return time&lt;s.time;	//</a:t>
            </a:r>
            <a:r>
              <a:rPr lang="zh-CN" altLang="zh-CN" sz="2200" b="1">
                <a:solidFill>
                  <a:srgbClr val="0000FF"/>
                </a:solidFill>
                <a:latin typeface="华文楷体" panose="02010600040101010101" pitchFamily="2" charset="-122"/>
                <a:ea typeface="华文楷体" panose="02010600040101010101" pitchFamily="2" charset="-122"/>
                <a:cs typeface="Consolas" panose="020B0609020204030204" pitchFamily="49" charset="0"/>
              </a:rPr>
              <a:t>用于按</a:t>
            </a:r>
            <a:r>
              <a:rPr lang="en-US" altLang="zh-CN" sz="2200" b="1">
                <a:solidFill>
                  <a:srgbClr val="0000FF"/>
                </a:solidFill>
                <a:latin typeface="华文楷体" panose="02010600040101010101" pitchFamily="2" charset="-122"/>
                <a:ea typeface="华文楷体" panose="02010600040101010101" pitchFamily="2" charset="-122"/>
                <a:cs typeface="Consolas" panose="020B0609020204030204" pitchFamily="49" charset="0"/>
              </a:rPr>
              <a:t>time</a:t>
            </a:r>
            <a:r>
              <a:rPr lang="zh-CN" altLang="zh-CN" sz="2200" b="1">
                <a:solidFill>
                  <a:srgbClr val="0000FF"/>
                </a:solidFill>
                <a:latin typeface="华文楷体" panose="02010600040101010101" pitchFamily="2" charset="-122"/>
                <a:ea typeface="华文楷体" panose="02010600040101010101" pitchFamily="2" charset="-122"/>
                <a:cs typeface="Consolas" panose="020B0609020204030204" pitchFamily="49" charset="0"/>
              </a:rPr>
              <a:t>递增排序</a:t>
            </a:r>
          </a:p>
          <a:p>
            <a:r>
              <a:rPr lang="en-US" altLang="zh-CN" sz="2200" b="1">
                <a:solidFill>
                  <a:srgbClr val="0000FF"/>
                </a:solidFill>
                <a:latin typeface="华文楷体" panose="02010600040101010101" pitchFamily="2" charset="-122"/>
                <a:ea typeface="华文楷体" panose="02010600040101010101" pitchFamily="2" charset="-122"/>
                <a:cs typeface="Consolas" panose="020B0609020204030204" pitchFamily="49" charset="0"/>
              </a:rPr>
              <a:t>   }</a:t>
            </a:r>
            <a:endParaRPr lang="zh-CN" altLang="zh-CN" sz="2200" b="1">
              <a:solidFill>
                <a:srgbClr val="0000FF"/>
              </a:solidFill>
              <a:latin typeface="华文楷体" panose="02010600040101010101" pitchFamily="2" charset="-122"/>
              <a:ea typeface="华文楷体" panose="02010600040101010101" pitchFamily="2" charset="-122"/>
              <a:cs typeface="Consolas" panose="020B0609020204030204" pitchFamily="49" charset="0"/>
            </a:endParaRPr>
          </a:p>
          <a:p>
            <a:r>
              <a:rPr lang="en-US" altLang="zh-CN" sz="2200" b="1">
                <a:solidFill>
                  <a:srgbClr val="0000FF"/>
                </a:solidFill>
                <a:latin typeface="华文楷体" panose="02010600040101010101" pitchFamily="2" charset="-122"/>
                <a:ea typeface="华文楷体" panose="02010600040101010101" pitchFamily="2" charset="-122"/>
                <a:cs typeface="Consolas" panose="020B0609020204030204" pitchFamily="49" charset="0"/>
              </a:rPr>
              <a:t>};</a:t>
            </a:r>
            <a:endParaRPr lang="zh-CN" altLang="zh-CN" sz="2200" b="1">
              <a:solidFill>
                <a:srgbClr val="0000FF"/>
              </a:solidFill>
              <a:latin typeface="华文楷体" panose="02010600040101010101" pitchFamily="2" charset="-122"/>
              <a:ea typeface="华文楷体" panose="02010600040101010101" pitchFamily="2" charset="-122"/>
              <a:cs typeface="Consolas" panose="020B0609020204030204" pitchFamily="49" charset="0"/>
            </a:endParaRPr>
          </a:p>
        </p:txBody>
      </p:sp>
      <p:graphicFrame>
        <p:nvGraphicFramePr>
          <p:cNvPr id="4" name="表格 3"/>
          <p:cNvGraphicFramePr>
            <a:graphicFrameLocks noGrp="1"/>
          </p:cNvGraphicFramePr>
          <p:nvPr>
            <p:custDataLst>
              <p:tags r:id="rId2"/>
            </p:custDataLst>
            <p:extLst>
              <p:ext uri="{D42A27DB-BD31-4B8C-83A1-F6EECF244321}">
                <p14:modId xmlns:p14="http://schemas.microsoft.com/office/powerpoint/2010/main" val="2270627883"/>
              </p:ext>
            </p:extLst>
          </p:nvPr>
        </p:nvGraphicFramePr>
        <p:xfrm>
          <a:off x="1843303" y="4799031"/>
          <a:ext cx="7248525" cy="1948308"/>
        </p:xfrm>
        <a:graphic>
          <a:graphicData uri="http://schemas.openxmlformats.org/drawingml/2006/table">
            <a:tbl>
              <a:tblPr firstRow="1" bandRow="1">
                <a:tableStyleId>{E269D01E-BC32-4049-B463-5C60D7B0CCD2}</a:tableStyleId>
              </a:tblPr>
              <a:tblGrid>
                <a:gridCol w="1449705">
                  <a:extLst>
                    <a:ext uri="{9D8B030D-6E8A-4147-A177-3AD203B41FA5}">
                      <a16:colId xmlns:a16="http://schemas.microsoft.com/office/drawing/2014/main" val="20000"/>
                    </a:ext>
                  </a:extLst>
                </a:gridCol>
                <a:gridCol w="1449705">
                  <a:extLst>
                    <a:ext uri="{9D8B030D-6E8A-4147-A177-3AD203B41FA5}">
                      <a16:colId xmlns:a16="http://schemas.microsoft.com/office/drawing/2014/main" val="20001"/>
                    </a:ext>
                  </a:extLst>
                </a:gridCol>
                <a:gridCol w="1449705">
                  <a:extLst>
                    <a:ext uri="{9D8B030D-6E8A-4147-A177-3AD203B41FA5}">
                      <a16:colId xmlns:a16="http://schemas.microsoft.com/office/drawing/2014/main" val="20002"/>
                    </a:ext>
                  </a:extLst>
                </a:gridCol>
                <a:gridCol w="1449705">
                  <a:extLst>
                    <a:ext uri="{9D8B030D-6E8A-4147-A177-3AD203B41FA5}">
                      <a16:colId xmlns:a16="http://schemas.microsoft.com/office/drawing/2014/main" val="20003"/>
                    </a:ext>
                  </a:extLst>
                </a:gridCol>
                <a:gridCol w="1449705">
                  <a:extLst>
                    <a:ext uri="{9D8B030D-6E8A-4147-A177-3AD203B41FA5}">
                      <a16:colId xmlns:a16="http://schemas.microsoft.com/office/drawing/2014/main" val="20004"/>
                    </a:ext>
                  </a:extLst>
                </a:gridCol>
              </a:tblGrid>
              <a:tr h="370840">
                <a:tc>
                  <a:txBody>
                    <a:bodyPr/>
                    <a:lstStyle/>
                    <a:p>
                      <a:pPr indent="0" algn="ctr" fontAlgn="auto">
                        <a:lnSpc>
                          <a:spcPts val="2200"/>
                        </a:lnSpc>
                      </a:pPr>
                      <a:r>
                        <a:rPr lang="zh-CN" altLang="en-US" sz="2300" b="0">
                          <a:solidFill>
                            <a:srgbClr val="0000FF"/>
                          </a:solidFill>
                          <a:latin typeface="华文楷体" panose="02010600040101010101" pitchFamily="2" charset="-122"/>
                          <a:ea typeface="华文楷体" panose="02010600040101010101" pitchFamily="2" charset="-122"/>
                          <a:cs typeface="Consolas" panose="020B0609020204030204" pitchFamily="49" charset="0"/>
                        </a:rPr>
                        <a:t>编号</a:t>
                      </a:r>
                    </a:p>
                  </a:txBody>
                  <a:tcPr anchor="ctr">
                    <a:solidFill>
                      <a:schemeClr val="bg1">
                        <a:lumMod val="85000"/>
                      </a:schemeClr>
                    </a:solidFill>
                  </a:tcPr>
                </a:tc>
                <a:tc>
                  <a:txBody>
                    <a:bodyPr/>
                    <a:lstStyle/>
                    <a:p>
                      <a:pPr indent="0" algn="ctr" fontAlgn="auto">
                        <a:lnSpc>
                          <a:spcPts val="2200"/>
                        </a:lnSpc>
                      </a:pPr>
                      <a:r>
                        <a:rPr lang="en-US" altLang="zh-CN" sz="2300" b="1">
                          <a:solidFill>
                            <a:srgbClr val="C00000"/>
                          </a:solidFill>
                          <a:latin typeface="华文楷体" panose="02010600040101010101" pitchFamily="2" charset="-122"/>
                          <a:ea typeface="华文楷体" panose="02010600040101010101" pitchFamily="2" charset="-122"/>
                          <a:cs typeface="Consolas" panose="020B0609020204030204" pitchFamily="49" charset="0"/>
                        </a:rPr>
                        <a:t>1</a:t>
                      </a:r>
                    </a:p>
                  </a:txBody>
                  <a:tcPr anchor="ctr">
                    <a:solidFill>
                      <a:schemeClr val="bg1">
                        <a:lumMod val="85000"/>
                      </a:schemeClr>
                    </a:solidFill>
                  </a:tcPr>
                </a:tc>
                <a:tc>
                  <a:txBody>
                    <a:bodyPr/>
                    <a:lstStyle/>
                    <a:p>
                      <a:pPr indent="0" algn="ctr" fontAlgn="auto">
                        <a:lnSpc>
                          <a:spcPts val="2200"/>
                        </a:lnSpc>
                      </a:pPr>
                      <a:r>
                        <a:rPr lang="en-US" altLang="zh-CN" sz="2300" b="1">
                          <a:solidFill>
                            <a:srgbClr val="006600"/>
                          </a:solidFill>
                          <a:latin typeface="华文楷体" panose="02010600040101010101" pitchFamily="2" charset="-122"/>
                          <a:ea typeface="华文楷体" panose="02010600040101010101" pitchFamily="2" charset="-122"/>
                          <a:cs typeface="Consolas" panose="020B0609020204030204" pitchFamily="49" charset="0"/>
                        </a:rPr>
                        <a:t>2</a:t>
                      </a:r>
                    </a:p>
                  </a:txBody>
                  <a:tcPr anchor="ctr">
                    <a:solidFill>
                      <a:schemeClr val="bg1">
                        <a:lumMod val="85000"/>
                      </a:schemeClr>
                    </a:solidFill>
                  </a:tcPr>
                </a:tc>
                <a:tc>
                  <a:txBody>
                    <a:bodyPr/>
                    <a:lstStyle/>
                    <a:p>
                      <a:pPr indent="0" algn="ctr" fontAlgn="auto">
                        <a:lnSpc>
                          <a:spcPts val="2200"/>
                        </a:lnSpc>
                      </a:pPr>
                      <a:r>
                        <a:rPr lang="en-US" altLang="zh-CN" sz="2300" b="1">
                          <a:solidFill>
                            <a:srgbClr val="C00000"/>
                          </a:solidFill>
                          <a:latin typeface="华文楷体" panose="02010600040101010101" pitchFamily="2" charset="-122"/>
                          <a:ea typeface="华文楷体" panose="02010600040101010101" pitchFamily="2" charset="-122"/>
                          <a:cs typeface="Consolas" panose="020B0609020204030204" pitchFamily="49" charset="0"/>
                        </a:rPr>
                        <a:t>3</a:t>
                      </a:r>
                    </a:p>
                  </a:txBody>
                  <a:tcPr anchor="ctr">
                    <a:solidFill>
                      <a:schemeClr val="bg1">
                        <a:lumMod val="85000"/>
                      </a:schemeClr>
                    </a:solidFill>
                  </a:tcPr>
                </a:tc>
                <a:tc>
                  <a:txBody>
                    <a:bodyPr/>
                    <a:lstStyle/>
                    <a:p>
                      <a:pPr indent="0" algn="ctr" fontAlgn="auto">
                        <a:lnSpc>
                          <a:spcPts val="2200"/>
                        </a:lnSpc>
                      </a:pPr>
                      <a:r>
                        <a:rPr lang="en-US" altLang="zh-CN" sz="2300" b="1">
                          <a:solidFill>
                            <a:srgbClr val="006600"/>
                          </a:solidFill>
                          <a:latin typeface="华文楷体" panose="02010600040101010101" pitchFamily="2" charset="-122"/>
                          <a:ea typeface="华文楷体" panose="02010600040101010101" pitchFamily="2" charset="-122"/>
                          <a:cs typeface="Consolas" panose="020B0609020204030204" pitchFamily="49" charset="0"/>
                        </a:rPr>
                        <a:t>4</a:t>
                      </a:r>
                    </a:p>
                  </a:txBody>
                  <a:tcPr anchor="ctr">
                    <a:solidFill>
                      <a:schemeClr val="bg1">
                        <a:lumMod val="85000"/>
                      </a:schemeClr>
                    </a:solidFill>
                  </a:tcPr>
                </a:tc>
                <a:extLst>
                  <a:ext uri="{0D108BD9-81ED-4DB2-BD59-A6C34878D82A}">
                    <a16:rowId xmlns:a16="http://schemas.microsoft.com/office/drawing/2014/main" val="10000"/>
                  </a:ext>
                </a:extLst>
              </a:tr>
              <a:tr h="441960">
                <a:tc>
                  <a:txBody>
                    <a:bodyPr/>
                    <a:lstStyle/>
                    <a:p>
                      <a:pPr indent="0" algn="ctr" fontAlgn="auto">
                        <a:lnSpc>
                          <a:spcPts val="2200"/>
                        </a:lnSpc>
                      </a:pPr>
                      <a:r>
                        <a:rPr lang="en-US" altLang="zh-CN" sz="2300" b="0">
                          <a:solidFill>
                            <a:srgbClr val="0000FF"/>
                          </a:solidFill>
                          <a:latin typeface="华文楷体" panose="02010600040101010101" pitchFamily="2" charset="-122"/>
                          <a:ea typeface="华文楷体" panose="02010600040101010101" pitchFamily="2" charset="-122"/>
                          <a:cs typeface="Consolas" panose="020B0609020204030204" pitchFamily="49" charset="0"/>
                        </a:rPr>
                        <a:t>M1</a:t>
                      </a:r>
                    </a:p>
                  </a:txBody>
                  <a:tcPr anchor="ctr">
                    <a:solidFill>
                      <a:schemeClr val="bg1">
                        <a:lumMod val="85000"/>
                      </a:schemeClr>
                    </a:solidFill>
                  </a:tcPr>
                </a:tc>
                <a:tc>
                  <a:txBody>
                    <a:bodyPr/>
                    <a:lstStyle/>
                    <a:p>
                      <a:pPr indent="0" algn="ctr" fontAlgn="auto">
                        <a:lnSpc>
                          <a:spcPts val="2200"/>
                        </a:lnSpc>
                      </a:pPr>
                      <a:r>
                        <a:rPr lang="en-US" altLang="zh-CN" sz="2300" b="1" dirty="0">
                          <a:solidFill>
                            <a:schemeClr val="bg1">
                              <a:lumMod val="50000"/>
                            </a:schemeClr>
                          </a:solidFill>
                          <a:latin typeface="华文楷体" panose="02010600040101010101" pitchFamily="2" charset="-122"/>
                          <a:ea typeface="华文楷体" panose="02010600040101010101" pitchFamily="2" charset="-122"/>
                          <a:cs typeface="Consolas" panose="020B0609020204030204" pitchFamily="49" charset="0"/>
                        </a:rPr>
                        <a:t>5</a:t>
                      </a:r>
                    </a:p>
                  </a:txBody>
                  <a:tcPr anchor="ctr">
                    <a:solidFill>
                      <a:schemeClr val="bg1">
                        <a:lumMod val="85000"/>
                      </a:schemeClr>
                    </a:solidFill>
                  </a:tcPr>
                </a:tc>
                <a:tc>
                  <a:txBody>
                    <a:bodyPr/>
                    <a:lstStyle/>
                    <a:p>
                      <a:pPr indent="0" algn="ctr" fontAlgn="auto">
                        <a:lnSpc>
                          <a:spcPts val="2200"/>
                        </a:lnSpc>
                      </a:pPr>
                      <a:r>
                        <a:rPr lang="en-US" altLang="zh-CN" sz="2300" b="1">
                          <a:solidFill>
                            <a:schemeClr val="bg1">
                              <a:lumMod val="50000"/>
                            </a:schemeClr>
                          </a:solidFill>
                          <a:latin typeface="华文楷体" panose="02010600040101010101" pitchFamily="2" charset="-122"/>
                          <a:ea typeface="华文楷体" panose="02010600040101010101" pitchFamily="2" charset="-122"/>
                          <a:cs typeface="Consolas" panose="020B0609020204030204" pitchFamily="49" charset="0"/>
                        </a:rPr>
                        <a:t>12</a:t>
                      </a:r>
                    </a:p>
                  </a:txBody>
                  <a:tcPr anchor="ctr">
                    <a:solidFill>
                      <a:schemeClr val="bg1">
                        <a:lumMod val="85000"/>
                      </a:schemeClr>
                    </a:solidFill>
                  </a:tcPr>
                </a:tc>
                <a:tc>
                  <a:txBody>
                    <a:bodyPr/>
                    <a:lstStyle/>
                    <a:p>
                      <a:pPr indent="0" algn="ctr" fontAlgn="auto">
                        <a:lnSpc>
                          <a:spcPts val="2200"/>
                        </a:lnSpc>
                      </a:pPr>
                      <a:r>
                        <a:rPr lang="en-US" altLang="zh-CN" sz="2300" b="1">
                          <a:solidFill>
                            <a:schemeClr val="bg1">
                              <a:lumMod val="50000"/>
                            </a:schemeClr>
                          </a:solidFill>
                          <a:latin typeface="华文楷体" panose="02010600040101010101" pitchFamily="2" charset="-122"/>
                          <a:ea typeface="华文楷体" panose="02010600040101010101" pitchFamily="2" charset="-122"/>
                          <a:cs typeface="Consolas" panose="020B0609020204030204" pitchFamily="49" charset="0"/>
                        </a:rPr>
                        <a:t>4</a:t>
                      </a:r>
                    </a:p>
                  </a:txBody>
                  <a:tcPr anchor="ctr">
                    <a:solidFill>
                      <a:schemeClr val="bg1">
                        <a:lumMod val="85000"/>
                      </a:schemeClr>
                    </a:solidFill>
                  </a:tcPr>
                </a:tc>
                <a:tc>
                  <a:txBody>
                    <a:bodyPr/>
                    <a:lstStyle/>
                    <a:p>
                      <a:pPr indent="0" algn="ctr" fontAlgn="auto">
                        <a:lnSpc>
                          <a:spcPts val="2200"/>
                        </a:lnSpc>
                      </a:pPr>
                      <a:r>
                        <a:rPr lang="en-US" altLang="zh-CN" sz="2300" b="1">
                          <a:solidFill>
                            <a:schemeClr val="bg1">
                              <a:lumMod val="50000"/>
                            </a:schemeClr>
                          </a:solidFill>
                          <a:latin typeface="华文楷体" panose="02010600040101010101" pitchFamily="2" charset="-122"/>
                          <a:ea typeface="华文楷体" panose="02010600040101010101" pitchFamily="2" charset="-122"/>
                          <a:cs typeface="Consolas" panose="020B0609020204030204" pitchFamily="49" charset="0"/>
                        </a:rPr>
                        <a:t>8</a:t>
                      </a:r>
                    </a:p>
                  </a:txBody>
                  <a:tcPr anchor="ctr">
                    <a:solidFill>
                      <a:schemeClr val="bg1">
                        <a:lumMod val="85000"/>
                      </a:schemeClr>
                    </a:solidFill>
                  </a:tcPr>
                </a:tc>
                <a:extLst>
                  <a:ext uri="{0D108BD9-81ED-4DB2-BD59-A6C34878D82A}">
                    <a16:rowId xmlns:a16="http://schemas.microsoft.com/office/drawing/2014/main" val="10001"/>
                  </a:ext>
                </a:extLst>
              </a:tr>
              <a:tr h="370840">
                <a:tc>
                  <a:txBody>
                    <a:bodyPr/>
                    <a:lstStyle/>
                    <a:p>
                      <a:pPr indent="0" algn="ctr" fontAlgn="auto">
                        <a:lnSpc>
                          <a:spcPts val="2200"/>
                        </a:lnSpc>
                      </a:pPr>
                      <a:r>
                        <a:rPr lang="en-US" altLang="zh-CN" sz="2300" b="0">
                          <a:solidFill>
                            <a:srgbClr val="0000FF"/>
                          </a:solidFill>
                          <a:latin typeface="华文楷体" panose="02010600040101010101" pitchFamily="2" charset="-122"/>
                          <a:ea typeface="华文楷体" panose="02010600040101010101" pitchFamily="2" charset="-122"/>
                          <a:cs typeface="Consolas" panose="020B0609020204030204" pitchFamily="49" charset="0"/>
                        </a:rPr>
                        <a:t>M2</a:t>
                      </a:r>
                    </a:p>
                  </a:txBody>
                  <a:tcPr anchor="ctr">
                    <a:solidFill>
                      <a:schemeClr val="bg1">
                        <a:lumMod val="85000"/>
                      </a:schemeClr>
                    </a:solidFill>
                  </a:tcPr>
                </a:tc>
                <a:tc>
                  <a:txBody>
                    <a:bodyPr/>
                    <a:lstStyle/>
                    <a:p>
                      <a:pPr indent="0" algn="ctr" fontAlgn="auto">
                        <a:lnSpc>
                          <a:spcPts val="2200"/>
                        </a:lnSpc>
                      </a:pPr>
                      <a:r>
                        <a:rPr lang="en-US" altLang="zh-CN" sz="2300" b="1">
                          <a:solidFill>
                            <a:schemeClr val="bg1">
                              <a:lumMod val="50000"/>
                            </a:schemeClr>
                          </a:solidFill>
                          <a:latin typeface="华文楷体" panose="02010600040101010101" pitchFamily="2" charset="-122"/>
                          <a:ea typeface="华文楷体" panose="02010600040101010101" pitchFamily="2" charset="-122"/>
                          <a:cs typeface="Consolas" panose="020B0609020204030204" pitchFamily="49" charset="0"/>
                        </a:rPr>
                        <a:t>6</a:t>
                      </a:r>
                    </a:p>
                  </a:txBody>
                  <a:tcPr anchor="ctr">
                    <a:solidFill>
                      <a:schemeClr val="bg1">
                        <a:lumMod val="85000"/>
                      </a:schemeClr>
                    </a:solidFill>
                  </a:tcPr>
                </a:tc>
                <a:tc>
                  <a:txBody>
                    <a:bodyPr/>
                    <a:lstStyle/>
                    <a:p>
                      <a:pPr indent="0" algn="ctr" fontAlgn="auto">
                        <a:lnSpc>
                          <a:spcPts val="2200"/>
                        </a:lnSpc>
                      </a:pPr>
                      <a:r>
                        <a:rPr lang="en-US" altLang="zh-CN" sz="2300" b="1">
                          <a:solidFill>
                            <a:schemeClr val="bg1">
                              <a:lumMod val="50000"/>
                            </a:schemeClr>
                          </a:solidFill>
                          <a:latin typeface="华文楷体" panose="02010600040101010101" pitchFamily="2" charset="-122"/>
                          <a:ea typeface="华文楷体" panose="02010600040101010101" pitchFamily="2" charset="-122"/>
                          <a:cs typeface="Consolas" panose="020B0609020204030204" pitchFamily="49" charset="0"/>
                        </a:rPr>
                        <a:t>2</a:t>
                      </a:r>
                    </a:p>
                  </a:txBody>
                  <a:tcPr anchor="ctr">
                    <a:solidFill>
                      <a:schemeClr val="bg1">
                        <a:lumMod val="85000"/>
                      </a:schemeClr>
                    </a:solidFill>
                  </a:tcPr>
                </a:tc>
                <a:tc>
                  <a:txBody>
                    <a:bodyPr/>
                    <a:lstStyle/>
                    <a:p>
                      <a:pPr indent="0" algn="ctr" fontAlgn="auto">
                        <a:lnSpc>
                          <a:spcPts val="2200"/>
                        </a:lnSpc>
                      </a:pPr>
                      <a:r>
                        <a:rPr lang="en-US" altLang="zh-CN" sz="2300" b="1">
                          <a:solidFill>
                            <a:schemeClr val="bg1">
                              <a:lumMod val="50000"/>
                            </a:schemeClr>
                          </a:solidFill>
                          <a:latin typeface="华文楷体" panose="02010600040101010101" pitchFamily="2" charset="-122"/>
                          <a:ea typeface="华文楷体" panose="02010600040101010101" pitchFamily="2" charset="-122"/>
                          <a:cs typeface="Consolas" panose="020B0609020204030204" pitchFamily="49" charset="0"/>
                        </a:rPr>
                        <a:t>14</a:t>
                      </a:r>
                    </a:p>
                  </a:txBody>
                  <a:tcPr anchor="ctr">
                    <a:solidFill>
                      <a:schemeClr val="bg1">
                        <a:lumMod val="85000"/>
                      </a:schemeClr>
                    </a:solidFill>
                  </a:tcPr>
                </a:tc>
                <a:tc>
                  <a:txBody>
                    <a:bodyPr/>
                    <a:lstStyle/>
                    <a:p>
                      <a:pPr indent="0" algn="ctr" fontAlgn="auto">
                        <a:lnSpc>
                          <a:spcPts val="2200"/>
                        </a:lnSpc>
                      </a:pPr>
                      <a:r>
                        <a:rPr lang="en-US" altLang="zh-CN" sz="2300" b="1">
                          <a:solidFill>
                            <a:schemeClr val="bg1">
                              <a:lumMod val="50000"/>
                            </a:schemeClr>
                          </a:solidFill>
                          <a:latin typeface="华文楷体" panose="02010600040101010101" pitchFamily="2" charset="-122"/>
                          <a:ea typeface="华文楷体" panose="02010600040101010101" pitchFamily="2" charset="-122"/>
                          <a:cs typeface="Consolas" panose="020B0609020204030204" pitchFamily="49" charset="0"/>
                        </a:rPr>
                        <a:t>7</a:t>
                      </a:r>
                    </a:p>
                  </a:txBody>
                  <a:tcPr anchor="ctr">
                    <a:solidFill>
                      <a:schemeClr val="bg1">
                        <a:lumMod val="85000"/>
                      </a:schemeClr>
                    </a:solidFill>
                  </a:tcPr>
                </a:tc>
                <a:extLst>
                  <a:ext uri="{0D108BD9-81ED-4DB2-BD59-A6C34878D82A}">
                    <a16:rowId xmlns:a16="http://schemas.microsoft.com/office/drawing/2014/main" val="10002"/>
                  </a:ext>
                </a:extLst>
              </a:tr>
              <a:tr h="370840">
                <a:tc>
                  <a:txBody>
                    <a:bodyPr/>
                    <a:lstStyle/>
                    <a:p>
                      <a:pPr indent="0" algn="ctr" fontAlgn="auto">
                        <a:lnSpc>
                          <a:spcPts val="2200"/>
                        </a:lnSpc>
                        <a:spcAft>
                          <a:spcPts val="0"/>
                        </a:spcAft>
                      </a:pPr>
                      <a:r>
                        <a:rPr lang="zh-CN" sz="2300" b="0" kern="100">
                          <a:solidFill>
                            <a:srgbClr val="0000FF"/>
                          </a:solidFill>
                          <a:latin typeface="华文楷体" panose="02010600040101010101" pitchFamily="2" charset="-122"/>
                          <a:ea typeface="华文楷体" panose="02010600040101010101" pitchFamily="2" charset="-122"/>
                          <a:cs typeface="Consolas" panose="020B0609020204030204" pitchFamily="49" charset="0"/>
                        </a:rPr>
                        <a:t>组号</a:t>
                      </a:r>
                    </a:p>
                  </a:txBody>
                  <a:tcPr marL="68580" marR="68580" marT="0" marB="0" anchor="ctr">
                    <a:solidFill>
                      <a:schemeClr val="bg1">
                        <a:lumMod val="85000"/>
                      </a:schemeClr>
                    </a:solidFill>
                  </a:tcPr>
                </a:tc>
                <a:tc>
                  <a:txBody>
                    <a:bodyPr/>
                    <a:lstStyle/>
                    <a:p>
                      <a:pPr indent="0" algn="ctr" fontAlgn="auto">
                        <a:lnSpc>
                          <a:spcPts val="2200"/>
                        </a:lnSpc>
                        <a:spcAft>
                          <a:spcPts val="0"/>
                        </a:spcAft>
                      </a:pPr>
                      <a:r>
                        <a:rPr lang="en-US" sz="2300" b="1" kern="100">
                          <a:solidFill>
                            <a:srgbClr val="C00000"/>
                          </a:solidFill>
                          <a:latin typeface="华文楷体" panose="02010600040101010101" pitchFamily="2" charset="-122"/>
                          <a:ea typeface="华文楷体" panose="02010600040101010101" pitchFamily="2" charset="-122"/>
                          <a:cs typeface="Consolas" panose="020B0609020204030204" pitchFamily="49" charset="0"/>
                        </a:rPr>
                        <a:t>1</a:t>
                      </a:r>
                    </a:p>
                  </a:txBody>
                  <a:tcPr marL="68580" marR="68580" marT="0" marB="0" anchor="ctr">
                    <a:solidFill>
                      <a:schemeClr val="bg1">
                        <a:lumMod val="85000"/>
                      </a:schemeClr>
                    </a:solidFill>
                  </a:tcPr>
                </a:tc>
                <a:tc>
                  <a:txBody>
                    <a:bodyPr/>
                    <a:lstStyle/>
                    <a:p>
                      <a:pPr indent="0" algn="ctr" fontAlgn="auto">
                        <a:lnSpc>
                          <a:spcPts val="2200"/>
                        </a:lnSpc>
                        <a:spcAft>
                          <a:spcPts val="0"/>
                        </a:spcAft>
                      </a:pPr>
                      <a:r>
                        <a:rPr lang="en-US" sz="2300" b="1" kern="100">
                          <a:solidFill>
                            <a:srgbClr val="006600"/>
                          </a:solidFill>
                          <a:latin typeface="华文楷体" panose="02010600040101010101" pitchFamily="2" charset="-122"/>
                          <a:ea typeface="华文楷体" panose="02010600040101010101" pitchFamily="2" charset="-122"/>
                          <a:cs typeface="Consolas" panose="020B0609020204030204" pitchFamily="49" charset="0"/>
                        </a:rPr>
                        <a:t>0</a:t>
                      </a:r>
                    </a:p>
                  </a:txBody>
                  <a:tcPr marL="68580" marR="68580" marT="0" marB="0" anchor="ctr">
                    <a:solidFill>
                      <a:schemeClr val="bg1">
                        <a:lumMod val="85000"/>
                      </a:schemeClr>
                    </a:solidFill>
                  </a:tcPr>
                </a:tc>
                <a:tc>
                  <a:txBody>
                    <a:bodyPr/>
                    <a:lstStyle/>
                    <a:p>
                      <a:pPr indent="0" algn="ctr" fontAlgn="auto">
                        <a:lnSpc>
                          <a:spcPts val="2200"/>
                        </a:lnSpc>
                        <a:spcAft>
                          <a:spcPts val="0"/>
                        </a:spcAft>
                      </a:pPr>
                      <a:r>
                        <a:rPr lang="en-US" sz="2300" b="1" kern="100">
                          <a:solidFill>
                            <a:srgbClr val="C00000"/>
                          </a:solidFill>
                          <a:latin typeface="华文楷体" panose="02010600040101010101" pitchFamily="2" charset="-122"/>
                          <a:ea typeface="华文楷体" panose="02010600040101010101" pitchFamily="2" charset="-122"/>
                          <a:cs typeface="Consolas" panose="020B0609020204030204" pitchFamily="49" charset="0"/>
                        </a:rPr>
                        <a:t>1</a:t>
                      </a:r>
                    </a:p>
                  </a:txBody>
                  <a:tcPr marL="68580" marR="68580" marT="0" marB="0" anchor="ctr">
                    <a:solidFill>
                      <a:schemeClr val="bg1">
                        <a:lumMod val="85000"/>
                      </a:schemeClr>
                    </a:solidFill>
                  </a:tcPr>
                </a:tc>
                <a:tc>
                  <a:txBody>
                    <a:bodyPr/>
                    <a:lstStyle/>
                    <a:p>
                      <a:pPr indent="0" algn="ctr" fontAlgn="auto">
                        <a:lnSpc>
                          <a:spcPts val="2200"/>
                        </a:lnSpc>
                        <a:spcAft>
                          <a:spcPts val="0"/>
                        </a:spcAft>
                      </a:pPr>
                      <a:r>
                        <a:rPr lang="en-US" sz="2300" b="1" kern="100">
                          <a:solidFill>
                            <a:srgbClr val="006600"/>
                          </a:solidFill>
                          <a:latin typeface="华文楷体" panose="02010600040101010101" pitchFamily="2" charset="-122"/>
                          <a:ea typeface="华文楷体" panose="02010600040101010101" pitchFamily="2" charset="-122"/>
                          <a:cs typeface="Consolas" panose="020B0609020204030204" pitchFamily="49" charset="0"/>
                        </a:rPr>
                        <a:t>0</a:t>
                      </a:r>
                    </a:p>
                  </a:txBody>
                  <a:tcPr marL="68580" marR="68580" marT="0" marB="0" anchor="ctr">
                    <a:solidFill>
                      <a:schemeClr val="bg1">
                        <a:lumMod val="85000"/>
                      </a:schemeClr>
                    </a:solidFill>
                  </a:tcPr>
                </a:tc>
                <a:extLst>
                  <a:ext uri="{0D108BD9-81ED-4DB2-BD59-A6C34878D82A}">
                    <a16:rowId xmlns:a16="http://schemas.microsoft.com/office/drawing/2014/main" val="10003"/>
                  </a:ext>
                </a:extLst>
              </a:tr>
              <a:tr h="370840">
                <a:tc>
                  <a:txBody>
                    <a:bodyPr/>
                    <a:lstStyle/>
                    <a:p>
                      <a:pPr indent="0" algn="ctr" fontAlgn="auto">
                        <a:lnSpc>
                          <a:spcPts val="2200"/>
                        </a:lnSpc>
                        <a:spcAft>
                          <a:spcPts val="0"/>
                        </a:spcAft>
                      </a:pPr>
                      <a:r>
                        <a:rPr lang="zh-CN" sz="2300" b="0" kern="100" dirty="0">
                          <a:solidFill>
                            <a:srgbClr val="0000FF"/>
                          </a:solidFill>
                          <a:latin typeface="华文楷体" panose="02010600040101010101" pitchFamily="2" charset="-122"/>
                          <a:ea typeface="华文楷体" panose="02010600040101010101" pitchFamily="2" charset="-122"/>
                          <a:cs typeface="微软雅黑" panose="020B0503020204020204" charset="-122"/>
                        </a:rPr>
                        <a:t>时间</a:t>
                      </a:r>
                      <a:r>
                        <a:rPr lang="en-US" sz="2300" b="0" kern="100" dirty="0">
                          <a:solidFill>
                            <a:srgbClr val="0000FF"/>
                          </a:solidFill>
                          <a:latin typeface="华文楷体" panose="02010600040101010101" pitchFamily="2" charset="-122"/>
                          <a:ea typeface="华文楷体" panose="02010600040101010101" pitchFamily="2" charset="-122"/>
                          <a:cs typeface="微软雅黑" panose="020B0503020204020204" charset="-122"/>
                        </a:rPr>
                        <a:t>time</a:t>
                      </a:r>
                      <a:endParaRPr lang="zh-CN" sz="2300" b="0" kern="100" dirty="0">
                        <a:solidFill>
                          <a:srgbClr val="0000FF"/>
                        </a:solidFill>
                        <a:latin typeface="华文楷体" panose="02010600040101010101" pitchFamily="2" charset="-122"/>
                        <a:ea typeface="华文楷体" panose="02010600040101010101" pitchFamily="2" charset="-122"/>
                        <a:cs typeface="微软雅黑" panose="020B0503020204020204" charset="-122"/>
                      </a:endParaRPr>
                    </a:p>
                  </a:txBody>
                  <a:tcPr marL="68580" marR="68580" marT="0" marB="0" anchor="ctr">
                    <a:solidFill>
                      <a:schemeClr val="bg1">
                        <a:lumMod val="85000"/>
                      </a:schemeClr>
                    </a:solidFill>
                  </a:tcPr>
                </a:tc>
                <a:tc>
                  <a:txBody>
                    <a:bodyPr/>
                    <a:lstStyle/>
                    <a:p>
                      <a:pPr indent="0" algn="ctr" fontAlgn="auto">
                        <a:lnSpc>
                          <a:spcPts val="2200"/>
                        </a:lnSpc>
                        <a:spcAft>
                          <a:spcPts val="0"/>
                        </a:spcAft>
                      </a:pPr>
                      <a:r>
                        <a:rPr lang="en-US" sz="2300" b="1" kern="100">
                          <a:solidFill>
                            <a:srgbClr val="C00000"/>
                          </a:solidFill>
                          <a:latin typeface="华文楷体" panose="02010600040101010101" pitchFamily="2" charset="-122"/>
                          <a:ea typeface="华文楷体" panose="02010600040101010101" pitchFamily="2" charset="-122"/>
                          <a:cs typeface="Consolas" panose="020B0609020204030204" pitchFamily="49" charset="0"/>
                        </a:rPr>
                        <a:t>5</a:t>
                      </a:r>
                    </a:p>
                  </a:txBody>
                  <a:tcPr marL="68580" marR="68580" marT="0" marB="0" anchor="ctr">
                    <a:solidFill>
                      <a:schemeClr val="bg1">
                        <a:lumMod val="85000"/>
                      </a:schemeClr>
                    </a:solidFill>
                  </a:tcPr>
                </a:tc>
                <a:tc>
                  <a:txBody>
                    <a:bodyPr/>
                    <a:lstStyle/>
                    <a:p>
                      <a:pPr indent="0" algn="ctr" fontAlgn="auto">
                        <a:lnSpc>
                          <a:spcPts val="2200"/>
                        </a:lnSpc>
                        <a:spcAft>
                          <a:spcPts val="0"/>
                        </a:spcAft>
                      </a:pPr>
                      <a:r>
                        <a:rPr lang="en-US" sz="2300" b="1" kern="100">
                          <a:solidFill>
                            <a:srgbClr val="006600"/>
                          </a:solidFill>
                          <a:latin typeface="华文楷体" panose="02010600040101010101" pitchFamily="2" charset="-122"/>
                          <a:ea typeface="华文楷体" panose="02010600040101010101" pitchFamily="2" charset="-122"/>
                          <a:cs typeface="Consolas" panose="020B0609020204030204" pitchFamily="49" charset="0"/>
                        </a:rPr>
                        <a:t>2</a:t>
                      </a:r>
                    </a:p>
                  </a:txBody>
                  <a:tcPr marL="68580" marR="68580" marT="0" marB="0" anchor="ctr">
                    <a:solidFill>
                      <a:schemeClr val="bg1">
                        <a:lumMod val="85000"/>
                      </a:schemeClr>
                    </a:solidFill>
                  </a:tcPr>
                </a:tc>
                <a:tc>
                  <a:txBody>
                    <a:bodyPr/>
                    <a:lstStyle/>
                    <a:p>
                      <a:pPr indent="0" algn="ctr" fontAlgn="auto">
                        <a:lnSpc>
                          <a:spcPts val="2200"/>
                        </a:lnSpc>
                        <a:spcAft>
                          <a:spcPts val="0"/>
                        </a:spcAft>
                      </a:pPr>
                      <a:r>
                        <a:rPr lang="en-US" sz="2300" b="1" kern="100">
                          <a:solidFill>
                            <a:srgbClr val="C00000"/>
                          </a:solidFill>
                          <a:latin typeface="华文楷体" panose="02010600040101010101" pitchFamily="2" charset="-122"/>
                          <a:ea typeface="华文楷体" panose="02010600040101010101" pitchFamily="2" charset="-122"/>
                          <a:cs typeface="Consolas" panose="020B0609020204030204" pitchFamily="49" charset="0"/>
                        </a:rPr>
                        <a:t>4</a:t>
                      </a:r>
                    </a:p>
                  </a:txBody>
                  <a:tcPr marL="68580" marR="68580" marT="0" marB="0" anchor="ctr">
                    <a:solidFill>
                      <a:schemeClr val="bg1">
                        <a:lumMod val="85000"/>
                      </a:schemeClr>
                    </a:solidFill>
                  </a:tcPr>
                </a:tc>
                <a:tc>
                  <a:txBody>
                    <a:bodyPr/>
                    <a:lstStyle/>
                    <a:p>
                      <a:pPr indent="0" algn="ctr" fontAlgn="auto">
                        <a:lnSpc>
                          <a:spcPts val="2200"/>
                        </a:lnSpc>
                        <a:spcAft>
                          <a:spcPts val="0"/>
                        </a:spcAft>
                      </a:pPr>
                      <a:r>
                        <a:rPr lang="en-US" sz="2300" b="1" kern="100" dirty="0">
                          <a:solidFill>
                            <a:srgbClr val="006600"/>
                          </a:solidFill>
                          <a:latin typeface="华文楷体" panose="02010600040101010101" pitchFamily="2" charset="-122"/>
                          <a:ea typeface="华文楷体" panose="02010600040101010101" pitchFamily="2" charset="-122"/>
                          <a:cs typeface="Consolas" panose="020B0609020204030204" pitchFamily="49" charset="0"/>
                        </a:rPr>
                        <a:t>7</a:t>
                      </a:r>
                    </a:p>
                  </a:txBody>
                  <a:tcPr marL="68580" marR="68580" marT="0" marB="0" anchor="ctr">
                    <a:solidFill>
                      <a:schemeClr val="bg1">
                        <a:lumMod val="85000"/>
                      </a:schemeClr>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1019668" y="4852396"/>
            <a:ext cx="571504" cy="430887"/>
          </a:xfrm>
          <a:prstGeom prst="rect">
            <a:avLst/>
          </a:prstGeom>
          <a:noFill/>
        </p:spPr>
        <p:txBody>
          <a:bodyPr wrap="square" rtlCol="0">
            <a:spAutoFit/>
          </a:bodyPr>
          <a:lstStyle/>
          <a:p>
            <a:r>
              <a:rPr lang="zh-CN" altLang="en-US" sz="2200" dirty="0">
                <a:solidFill>
                  <a:srgbClr val="0000FF"/>
                </a:solidFill>
                <a:latin typeface="华文楷体" panose="02010600040101010101" pitchFamily="2" charset="-122"/>
                <a:ea typeface="华文楷体" panose="02010600040101010101" pitchFamily="2" charset="-122"/>
              </a:rPr>
              <a:t>如</a:t>
            </a:r>
          </a:p>
        </p:txBody>
      </p:sp>
    </p:spTree>
  </p:cSld>
  <p:clrMapOvr>
    <a:overrideClrMapping bg1="lt1" tx1="dk1" bg2="lt2" tx2="dk2" accent1="accent1" accent2="accent2" accent3="accent3" accent4="accent4" accent5="accent5" accent6="accent6" hlink="hlink" folHlink="folHlink"/>
  </p:clrMapOvr>
</p:sld>
</file>

<file path=ppt/slides/slide74.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1044187" y="1457866"/>
            <a:ext cx="7715304" cy="4791075"/>
          </a:xfrm>
          <a:prstGeom prst="rect">
            <a:avLst/>
          </a:prstGeom>
          <a:solidFill>
            <a:schemeClr val="bg1">
              <a:lumMod val="9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5"/>
          </a:lnRef>
          <a:fillRef idx="2">
            <a:schemeClr val="accent5"/>
          </a:fillRef>
          <a:effectRef idx="1">
            <a:schemeClr val="accent5"/>
          </a:effectRef>
          <a:fontRef idx="minor">
            <a:schemeClr val="dk1"/>
          </a:fontRef>
        </p:style>
        <p:txBody>
          <a:bodyPr wrap="square" lIns="180000" tIns="180000" bIns="180000" rtlCol="0">
            <a:spAutoFit/>
          </a:bodyPr>
          <a:lstStyle/>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问题表示</a:t>
            </a: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int n=4;</a:t>
            </a:r>
            <a:endPar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int a[N]={5,12,4,8};		//</a:t>
            </a:r>
            <a:r>
              <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对应</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M1</a:t>
            </a:r>
            <a:r>
              <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的时间</a:t>
            </a: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int b[N]={6,2,14,7};		//</a:t>
            </a:r>
            <a:r>
              <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对应</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M2</a:t>
            </a:r>
            <a:r>
              <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的时间</a:t>
            </a: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struct </a:t>
            </a:r>
            <a:r>
              <a:rPr lang="en-US" altLang="zh-CN"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NodeType</a:t>
            </a:r>
            <a:endPar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int no;			//</a:t>
            </a:r>
            <a:r>
              <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作业序号</a:t>
            </a: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bool group;			//1</a:t>
            </a:r>
            <a:r>
              <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代表第一组</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N1,0</a:t>
            </a:r>
            <a:r>
              <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代表第二组</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N2</a:t>
            </a: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int time;			//</a:t>
            </a:r>
            <a:r>
              <a:rPr lang="en-US" altLang="zh-CN"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a,b</a:t>
            </a:r>
            <a:r>
              <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的最小时间</a:t>
            </a: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bool operator&lt;(const </a:t>
            </a:r>
            <a:r>
              <a:rPr lang="en-US" altLang="zh-CN"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NodeType</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&amp;s) const</a:t>
            </a:r>
            <a:endPar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return time&lt;</a:t>
            </a:r>
            <a:r>
              <a:rPr lang="en-US" altLang="zh-CN"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s.time</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按</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time</a:t>
            </a:r>
            <a:r>
              <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递增排序</a:t>
            </a: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nSpc>
                <a:spcPct val="200000"/>
              </a:lnSpc>
            </a:pP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求解结果表示</a:t>
            </a: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int best[N];			//</a:t>
            </a:r>
            <a:r>
              <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最优调度序列</a:t>
            </a:r>
          </a:p>
        </p:txBody>
      </p:sp>
    </p:spTree>
  </p:cSld>
  <p:clrMapOvr>
    <a:overrideClrMapping bg1="lt1" tx1="dk1" bg2="lt2" tx2="dk2" accent1="accent1" accent2="accent2" accent3="accent3" accent4="accent4" accent5="accent5" accent6="accent6" hlink="hlink" folHlink="folHlink"/>
  </p:clrMapOvr>
</p:sld>
</file>

<file path=ppt/slides/slide75.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927773" y="1398009"/>
            <a:ext cx="8100060" cy="3898900"/>
          </a:xfrm>
          <a:prstGeom prst="rect">
            <a:avLst/>
          </a:prstGeom>
          <a:solidFill>
            <a:schemeClr val="bg1">
              <a:lumMod val="9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5"/>
          </a:lnRef>
          <a:fillRef idx="2">
            <a:schemeClr val="accent5"/>
          </a:fillRef>
          <a:effectRef idx="1">
            <a:schemeClr val="accent5"/>
          </a:effectRef>
          <a:fontRef idx="minor">
            <a:schemeClr val="dk1"/>
          </a:fontRef>
        </p:style>
        <p:txBody>
          <a:bodyPr wrap="square" lIns="180000" tIns="180000" bIns="180000" rtlCol="0">
            <a:spAutoFit/>
          </a:bodyPr>
          <a:lstStyle/>
          <a:p>
            <a:r>
              <a:rPr lang="en-US" altLang="zh-CN" sz="2000" b="1" dirty="0">
                <a:solidFill>
                  <a:srgbClr val="0000FF"/>
                </a:solidFill>
                <a:latin typeface="Consolas" panose="020B0609020204030204" pitchFamily="49" charset="0"/>
                <a:ea typeface="仿宋" panose="02010609060101010101" pitchFamily="49" charset="-122"/>
                <a:cs typeface="Consolas" panose="020B0609020204030204" pitchFamily="49" charset="0"/>
              </a:rPr>
              <a:t>int solve()		//</a:t>
            </a:r>
            <a:r>
              <a:rPr lang="zh-CN" altLang="zh-CN" sz="2000" b="1" dirty="0">
                <a:solidFill>
                  <a:srgbClr val="0000FF"/>
                </a:solidFill>
                <a:latin typeface="Consolas" panose="020B0609020204030204" pitchFamily="49" charset="0"/>
                <a:ea typeface="仿宋" panose="02010609060101010101" pitchFamily="49" charset="-122"/>
                <a:cs typeface="Consolas" panose="020B0609020204030204" pitchFamily="49" charset="0"/>
              </a:rPr>
              <a:t>求解流水作业调度问题</a:t>
            </a:r>
          </a:p>
          <a:p>
            <a:r>
              <a:rPr lang="en-US" altLang="zh-CN" sz="2000" b="1" dirty="0">
                <a:solidFill>
                  <a:srgbClr val="0000FF"/>
                </a:solidFill>
                <a:latin typeface="Consolas" panose="020B0609020204030204" pitchFamily="49" charset="0"/>
                <a:ea typeface="仿宋" panose="02010609060101010101" pitchFamily="49" charset="-122"/>
                <a:cs typeface="Consolas" panose="020B0609020204030204" pitchFamily="49" charset="0"/>
              </a:rPr>
              <a:t>{  int </a:t>
            </a:r>
            <a:r>
              <a:rPr lang="en-US" altLang="zh-CN" sz="2000"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i,j,k</a:t>
            </a:r>
            <a:r>
              <a:rPr lang="en-US" altLang="zh-CN" sz="2000" b="1" dirty="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2000" b="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sz="2000" b="1"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2000"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NodeType</a:t>
            </a:r>
            <a:r>
              <a:rPr lang="en-US" altLang="zh-CN" sz="2000" b="1" dirty="0">
                <a:solidFill>
                  <a:srgbClr val="0000FF"/>
                </a:solidFill>
                <a:latin typeface="Consolas" panose="020B0609020204030204" pitchFamily="49" charset="0"/>
                <a:ea typeface="仿宋" panose="02010609060101010101" pitchFamily="49" charset="-122"/>
                <a:cs typeface="Consolas" panose="020B0609020204030204" pitchFamily="49" charset="0"/>
              </a:rPr>
              <a:t> c[N];</a:t>
            </a:r>
            <a:endParaRPr lang="zh-CN" altLang="zh-CN" sz="2000" b="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sz="2000" b="1" dirty="0">
                <a:solidFill>
                  <a:srgbClr val="0000FF"/>
                </a:solidFill>
                <a:latin typeface="Consolas" panose="020B0609020204030204" pitchFamily="49" charset="0"/>
                <a:ea typeface="仿宋" panose="02010609060101010101" pitchFamily="49" charset="-122"/>
                <a:cs typeface="Consolas" panose="020B0609020204030204" pitchFamily="49" charset="0"/>
              </a:rPr>
              <a:t>   for(</a:t>
            </a:r>
            <a:r>
              <a:rPr lang="en-US" altLang="zh-CN" sz="2000"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b="1" dirty="0">
                <a:solidFill>
                  <a:srgbClr val="0000FF"/>
                </a:solidFill>
                <a:latin typeface="Consolas" panose="020B0609020204030204" pitchFamily="49" charset="0"/>
                <a:ea typeface="仿宋" panose="02010609060101010101" pitchFamily="49" charset="-122"/>
                <a:cs typeface="Consolas" panose="020B0609020204030204" pitchFamily="49" charset="0"/>
              </a:rPr>
              <a:t>=0;i&lt;</a:t>
            </a:r>
            <a:r>
              <a:rPr lang="en-US" altLang="zh-CN" sz="2000"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n;i</a:t>
            </a:r>
            <a:r>
              <a:rPr lang="en-US" altLang="zh-CN" sz="2000" b="1" dirty="0">
                <a:solidFill>
                  <a:srgbClr val="0000FF"/>
                </a:solidFill>
                <a:latin typeface="Consolas" panose="020B0609020204030204" pitchFamily="49" charset="0"/>
                <a:ea typeface="仿宋" panose="02010609060101010101" pitchFamily="49" charset="-122"/>
                <a:cs typeface="Consolas" panose="020B0609020204030204" pitchFamily="49" charset="0"/>
              </a:rPr>
              <a:t>++)	//n</a:t>
            </a:r>
            <a:r>
              <a:rPr lang="zh-CN" altLang="zh-CN" sz="2000" b="1" dirty="0">
                <a:solidFill>
                  <a:srgbClr val="0000FF"/>
                </a:solidFill>
                <a:latin typeface="Consolas" panose="020B0609020204030204" pitchFamily="49" charset="0"/>
                <a:ea typeface="仿宋" panose="02010609060101010101" pitchFamily="49" charset="-122"/>
                <a:cs typeface="Consolas" panose="020B0609020204030204" pitchFamily="49" charset="0"/>
              </a:rPr>
              <a:t>个作业中</a:t>
            </a:r>
            <a:r>
              <a:rPr lang="en-US" altLang="zh-CN" sz="2000" b="1"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b="1" dirty="0">
                <a:solidFill>
                  <a:srgbClr val="0000FF"/>
                </a:solidFill>
                <a:latin typeface="Consolas" panose="020B0609020204030204" pitchFamily="49" charset="0"/>
                <a:ea typeface="仿宋" panose="02010609060101010101" pitchFamily="49" charset="-122"/>
                <a:cs typeface="Consolas" panose="020B0609020204030204" pitchFamily="49" charset="0"/>
              </a:rPr>
              <a:t>求出每个作业的最小加工时间 </a:t>
            </a:r>
          </a:p>
          <a:p>
            <a:r>
              <a:rPr lang="en-US" altLang="zh-CN" sz="2000" b="1" dirty="0">
                <a:solidFill>
                  <a:srgbClr val="0000FF"/>
                </a:solidFill>
                <a:latin typeface="Consolas" panose="020B0609020204030204" pitchFamily="49" charset="0"/>
                <a:ea typeface="仿宋" panose="02010609060101010101" pitchFamily="49" charset="-122"/>
                <a:cs typeface="Consolas" panose="020B0609020204030204" pitchFamily="49" charset="0"/>
              </a:rPr>
              <a:t>   {  c[</a:t>
            </a:r>
            <a:r>
              <a:rPr lang="en-US" altLang="zh-CN" sz="2000"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b="1" dirty="0">
                <a:solidFill>
                  <a:srgbClr val="0000FF"/>
                </a:solidFill>
                <a:latin typeface="Consolas" panose="020B0609020204030204" pitchFamily="49" charset="0"/>
                <a:ea typeface="仿宋" panose="02010609060101010101" pitchFamily="49" charset="-122"/>
                <a:cs typeface="Consolas" panose="020B0609020204030204" pitchFamily="49" charset="0"/>
              </a:rPr>
              <a:t>].no=</a:t>
            </a:r>
            <a:r>
              <a:rPr lang="en-US" altLang="zh-CN" sz="2000"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b="1" dirty="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2000" b="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sz="2000" b="1" dirty="0">
                <a:solidFill>
                  <a:srgbClr val="0000FF"/>
                </a:solidFill>
                <a:latin typeface="Consolas" panose="020B0609020204030204" pitchFamily="49" charset="0"/>
                <a:ea typeface="仿宋" panose="02010609060101010101" pitchFamily="49" charset="-122"/>
                <a:cs typeface="Consolas" panose="020B0609020204030204" pitchFamily="49" charset="0"/>
              </a:rPr>
              <a:t>      c[</a:t>
            </a:r>
            <a:r>
              <a:rPr lang="en-US" altLang="zh-CN" sz="2000"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b="1" dirty="0">
                <a:solidFill>
                  <a:srgbClr val="0000FF"/>
                </a:solidFill>
                <a:latin typeface="Consolas" panose="020B0609020204030204" pitchFamily="49" charset="0"/>
                <a:ea typeface="仿宋" panose="02010609060101010101" pitchFamily="49" charset="-122"/>
                <a:cs typeface="Consolas" panose="020B0609020204030204" pitchFamily="49" charset="0"/>
              </a:rPr>
              <a:t>].group=(a[</a:t>
            </a:r>
            <a:r>
              <a:rPr lang="en-US" altLang="zh-CN" sz="2000"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b="1" dirty="0">
                <a:solidFill>
                  <a:srgbClr val="0000FF"/>
                </a:solidFill>
                <a:latin typeface="Consolas" panose="020B0609020204030204" pitchFamily="49" charset="0"/>
                <a:ea typeface="仿宋" panose="02010609060101010101" pitchFamily="49" charset="-122"/>
                <a:cs typeface="Consolas" panose="020B0609020204030204" pitchFamily="49" charset="0"/>
              </a:rPr>
              <a:t>]&lt;=b[</a:t>
            </a:r>
            <a:r>
              <a:rPr lang="en-US" altLang="zh-CN" sz="2000"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b="1" dirty="0">
                <a:solidFill>
                  <a:srgbClr val="0000FF"/>
                </a:solidFill>
                <a:latin typeface="Consolas" panose="020B0609020204030204" pitchFamily="49" charset="0"/>
                <a:ea typeface="仿宋" panose="02010609060101010101" pitchFamily="49" charset="-122"/>
                <a:cs typeface="Consolas" panose="020B0609020204030204" pitchFamily="49" charset="0"/>
              </a:rPr>
              <a:t>]);</a:t>
            </a:r>
          </a:p>
          <a:p>
            <a:r>
              <a:rPr lang="en-US" altLang="zh-CN" sz="2000" b="1" dirty="0">
                <a:solidFill>
                  <a:srgbClr val="0000FF"/>
                </a:solidFill>
                <a:latin typeface="Consolas" panose="020B0609020204030204" pitchFamily="49" charset="0"/>
                <a:ea typeface="仿宋" panose="02010609060101010101" pitchFamily="49" charset="-122"/>
                <a:cs typeface="Consolas" panose="020B0609020204030204" pitchFamily="49" charset="0"/>
              </a:rPr>
              <a:t>		//a[</a:t>
            </a:r>
            <a:r>
              <a:rPr lang="en-US" altLang="zh-CN" sz="2000"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b="1" dirty="0">
                <a:solidFill>
                  <a:srgbClr val="0000FF"/>
                </a:solidFill>
                <a:latin typeface="Consolas" panose="020B0609020204030204" pitchFamily="49" charset="0"/>
                <a:ea typeface="仿宋" panose="02010609060101010101" pitchFamily="49" charset="-122"/>
                <a:cs typeface="Consolas" panose="020B0609020204030204" pitchFamily="49" charset="0"/>
              </a:rPr>
              <a:t>]&lt;=b[</a:t>
            </a:r>
            <a:r>
              <a:rPr lang="en-US" altLang="zh-CN" sz="2000"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b="1"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b="1" dirty="0">
                <a:solidFill>
                  <a:srgbClr val="0000FF"/>
                </a:solidFill>
                <a:latin typeface="Consolas" panose="020B0609020204030204" pitchFamily="49" charset="0"/>
                <a:ea typeface="仿宋" panose="02010609060101010101" pitchFamily="49" charset="-122"/>
                <a:cs typeface="Consolas" panose="020B0609020204030204" pitchFamily="49" charset="0"/>
              </a:rPr>
              <a:t>对应第</a:t>
            </a:r>
            <a:r>
              <a:rPr lang="en-US" altLang="zh-CN" sz="2000" b="1"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b="1" dirty="0">
                <a:solidFill>
                  <a:srgbClr val="0000FF"/>
                </a:solidFill>
                <a:latin typeface="Consolas" panose="020B0609020204030204" pitchFamily="49" charset="0"/>
                <a:ea typeface="仿宋" panose="02010609060101010101" pitchFamily="49" charset="-122"/>
                <a:cs typeface="Consolas" panose="020B0609020204030204" pitchFamily="49" charset="0"/>
              </a:rPr>
              <a:t>组</a:t>
            </a:r>
            <a:r>
              <a:rPr lang="en-US" altLang="zh-CN" sz="2000" b="1" dirty="0">
                <a:solidFill>
                  <a:srgbClr val="0000FF"/>
                </a:solidFill>
                <a:latin typeface="Consolas" panose="020B0609020204030204" pitchFamily="49" charset="0"/>
                <a:ea typeface="仿宋" panose="02010609060101010101" pitchFamily="49" charset="-122"/>
                <a:cs typeface="Consolas" panose="020B0609020204030204" pitchFamily="49" charset="0"/>
              </a:rPr>
              <a:t>N1,a[</a:t>
            </a:r>
            <a:r>
              <a:rPr lang="en-US" altLang="zh-CN" sz="2000"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b="1" dirty="0">
                <a:solidFill>
                  <a:srgbClr val="0000FF"/>
                </a:solidFill>
                <a:latin typeface="Consolas" panose="020B0609020204030204" pitchFamily="49" charset="0"/>
                <a:ea typeface="仿宋" panose="02010609060101010101" pitchFamily="49" charset="-122"/>
                <a:cs typeface="Consolas" panose="020B0609020204030204" pitchFamily="49" charset="0"/>
              </a:rPr>
              <a:t>]&gt;b[</a:t>
            </a:r>
            <a:r>
              <a:rPr lang="en-US" altLang="zh-CN" sz="2000"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b="1"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b="1" dirty="0">
                <a:solidFill>
                  <a:srgbClr val="0000FF"/>
                </a:solidFill>
                <a:latin typeface="Consolas" panose="020B0609020204030204" pitchFamily="49" charset="0"/>
                <a:ea typeface="仿宋" panose="02010609060101010101" pitchFamily="49" charset="-122"/>
                <a:cs typeface="Consolas" panose="020B0609020204030204" pitchFamily="49" charset="0"/>
              </a:rPr>
              <a:t>对应第</a:t>
            </a:r>
            <a:r>
              <a:rPr lang="en-US" altLang="zh-CN" sz="2000" b="1" dirty="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sz="2000" b="1" dirty="0">
                <a:solidFill>
                  <a:srgbClr val="0000FF"/>
                </a:solidFill>
                <a:latin typeface="Consolas" panose="020B0609020204030204" pitchFamily="49" charset="0"/>
                <a:ea typeface="仿宋" panose="02010609060101010101" pitchFamily="49" charset="-122"/>
                <a:cs typeface="Consolas" panose="020B0609020204030204" pitchFamily="49" charset="0"/>
              </a:rPr>
              <a:t>组</a:t>
            </a:r>
            <a:r>
              <a:rPr lang="en-US" altLang="zh-CN" sz="2000" b="1" dirty="0">
                <a:solidFill>
                  <a:srgbClr val="0000FF"/>
                </a:solidFill>
                <a:latin typeface="Consolas" panose="020B0609020204030204" pitchFamily="49" charset="0"/>
                <a:ea typeface="仿宋" panose="02010609060101010101" pitchFamily="49" charset="-122"/>
                <a:cs typeface="Consolas" panose="020B0609020204030204" pitchFamily="49" charset="0"/>
              </a:rPr>
              <a:t>N2</a:t>
            </a:r>
            <a:endParaRPr lang="zh-CN" altLang="zh-CN" sz="2000" b="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sz="2000" b="1" dirty="0">
                <a:solidFill>
                  <a:srgbClr val="0000FF"/>
                </a:solidFill>
                <a:latin typeface="Consolas" panose="020B0609020204030204" pitchFamily="49" charset="0"/>
                <a:ea typeface="仿宋" panose="02010609060101010101" pitchFamily="49" charset="-122"/>
                <a:cs typeface="Consolas" panose="020B0609020204030204" pitchFamily="49" charset="0"/>
              </a:rPr>
              <a:t>      c[</a:t>
            </a:r>
            <a:r>
              <a:rPr lang="en-US" altLang="zh-CN" sz="2000"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b="1" dirty="0">
                <a:solidFill>
                  <a:srgbClr val="0000FF"/>
                </a:solidFill>
                <a:latin typeface="Consolas" panose="020B0609020204030204" pitchFamily="49" charset="0"/>
                <a:ea typeface="仿宋" panose="02010609060101010101" pitchFamily="49" charset="-122"/>
                <a:cs typeface="Consolas" panose="020B0609020204030204" pitchFamily="49" charset="0"/>
              </a:rPr>
              <a:t>].time=a[</a:t>
            </a:r>
            <a:r>
              <a:rPr lang="en-US" altLang="zh-CN" sz="2000"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b="1" dirty="0">
                <a:solidFill>
                  <a:srgbClr val="0000FF"/>
                </a:solidFill>
                <a:latin typeface="Consolas" panose="020B0609020204030204" pitchFamily="49" charset="0"/>
                <a:ea typeface="仿宋" panose="02010609060101010101" pitchFamily="49" charset="-122"/>
                <a:cs typeface="Consolas" panose="020B0609020204030204" pitchFamily="49" charset="0"/>
              </a:rPr>
              <a:t>]&lt;=b[</a:t>
            </a:r>
            <a:r>
              <a:rPr lang="en-US" altLang="zh-CN" sz="2000"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b="1" dirty="0">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2000"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b="1" dirty="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en-US" altLang="zh-CN" sz="2000"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b="1" dirty="0">
                <a:solidFill>
                  <a:srgbClr val="0000FF"/>
                </a:solidFill>
                <a:latin typeface="Consolas" panose="020B0609020204030204" pitchFamily="49" charset="0"/>
                <a:ea typeface="仿宋" panose="02010609060101010101" pitchFamily="49" charset="-122"/>
                <a:cs typeface="Consolas" panose="020B0609020204030204" pitchFamily="49" charset="0"/>
              </a:rPr>
              <a:t>];</a:t>
            </a:r>
          </a:p>
          <a:p>
            <a:r>
              <a:rPr lang="en-US" altLang="zh-CN" sz="2000" b="1"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b="1" dirty="0">
                <a:solidFill>
                  <a:srgbClr val="0000FF"/>
                </a:solidFill>
                <a:latin typeface="Consolas" panose="020B0609020204030204" pitchFamily="49" charset="0"/>
                <a:ea typeface="仿宋" panose="02010609060101010101" pitchFamily="49" charset="-122"/>
                <a:cs typeface="Consolas" panose="020B0609020204030204" pitchFamily="49" charset="0"/>
              </a:rPr>
              <a:t>第</a:t>
            </a:r>
            <a:r>
              <a:rPr lang="en-US" altLang="zh-CN" sz="2000" b="1"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b="1" dirty="0">
                <a:solidFill>
                  <a:srgbClr val="0000FF"/>
                </a:solidFill>
                <a:latin typeface="Consolas" panose="020B0609020204030204" pitchFamily="49" charset="0"/>
                <a:ea typeface="仿宋" panose="02010609060101010101" pitchFamily="49" charset="-122"/>
                <a:cs typeface="Consolas" panose="020B0609020204030204" pitchFamily="49" charset="0"/>
              </a:rPr>
              <a:t>组存放</a:t>
            </a:r>
            <a:r>
              <a:rPr lang="en-US" altLang="zh-CN" sz="2000" b="1" dirty="0">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2000"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b="1"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b="1" dirty="0">
                <a:solidFill>
                  <a:srgbClr val="0000FF"/>
                </a:solidFill>
                <a:latin typeface="Consolas" panose="020B0609020204030204" pitchFamily="49" charset="0"/>
                <a:ea typeface="仿宋" panose="02010609060101010101" pitchFamily="49" charset="-122"/>
                <a:cs typeface="Consolas" panose="020B0609020204030204" pitchFamily="49" charset="0"/>
              </a:rPr>
              <a:t>第</a:t>
            </a:r>
            <a:r>
              <a:rPr lang="en-US" altLang="zh-CN" sz="2000" b="1" dirty="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sz="2000" b="1" dirty="0">
                <a:solidFill>
                  <a:srgbClr val="0000FF"/>
                </a:solidFill>
                <a:latin typeface="Consolas" panose="020B0609020204030204" pitchFamily="49" charset="0"/>
                <a:ea typeface="仿宋" panose="02010609060101010101" pitchFamily="49" charset="-122"/>
                <a:cs typeface="Consolas" panose="020B0609020204030204" pitchFamily="49" charset="0"/>
              </a:rPr>
              <a:t>组存放</a:t>
            </a:r>
            <a:r>
              <a:rPr lang="en-US" altLang="zh-CN" sz="2000" b="1" dirty="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en-US" altLang="zh-CN" sz="2000"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b="1" dirty="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2000" b="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sz="2000" b="1"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2000" b="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nSpc>
                <a:spcPct val="150000"/>
              </a:lnSpc>
            </a:pPr>
            <a:r>
              <a:rPr lang="en-US" altLang="zh-CN" sz="2000" b="1" dirty="0">
                <a:solidFill>
                  <a:srgbClr val="0000FF"/>
                </a:solidFill>
                <a:latin typeface="Consolas" panose="020B0609020204030204" pitchFamily="49" charset="0"/>
                <a:ea typeface="仿宋" panose="02010609060101010101" pitchFamily="49" charset="-122"/>
                <a:cs typeface="Consolas" panose="020B0609020204030204" pitchFamily="49" charset="0"/>
              </a:rPr>
              <a:t>   sort(</a:t>
            </a:r>
            <a:r>
              <a:rPr lang="en-US" altLang="zh-CN" sz="2000"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c,c+n</a:t>
            </a:r>
            <a:r>
              <a:rPr lang="en-US" altLang="zh-CN" sz="2000" b="1" dirty="0">
                <a:solidFill>
                  <a:srgbClr val="0000FF"/>
                </a:solidFill>
                <a:latin typeface="Consolas" panose="020B0609020204030204" pitchFamily="49" charset="0"/>
                <a:ea typeface="仿宋" panose="02010609060101010101" pitchFamily="49" charset="-122"/>
                <a:cs typeface="Consolas" panose="020B0609020204030204" pitchFamily="49" charset="0"/>
              </a:rPr>
              <a:t>);	//c</a:t>
            </a:r>
            <a:r>
              <a:rPr lang="zh-CN" altLang="zh-CN" sz="2000" b="1" dirty="0">
                <a:solidFill>
                  <a:srgbClr val="0000FF"/>
                </a:solidFill>
                <a:latin typeface="Consolas" panose="020B0609020204030204" pitchFamily="49" charset="0"/>
                <a:ea typeface="仿宋" panose="02010609060101010101" pitchFamily="49" charset="-122"/>
                <a:cs typeface="Consolas" panose="020B0609020204030204" pitchFamily="49" charset="0"/>
              </a:rPr>
              <a:t>元素按</a:t>
            </a:r>
            <a:r>
              <a:rPr lang="en-US" altLang="zh-CN" sz="2000" b="1" dirty="0">
                <a:solidFill>
                  <a:srgbClr val="0000FF"/>
                </a:solidFill>
                <a:latin typeface="Consolas" panose="020B0609020204030204" pitchFamily="49" charset="0"/>
                <a:ea typeface="仿宋" panose="02010609060101010101" pitchFamily="49" charset="-122"/>
                <a:cs typeface="Consolas" panose="020B0609020204030204" pitchFamily="49" charset="0"/>
              </a:rPr>
              <a:t>time</a:t>
            </a:r>
            <a:r>
              <a:rPr lang="zh-CN" altLang="zh-CN" sz="2000" b="1" dirty="0">
                <a:solidFill>
                  <a:srgbClr val="0000FF"/>
                </a:solidFill>
                <a:latin typeface="Consolas" panose="020B0609020204030204" pitchFamily="49" charset="0"/>
                <a:ea typeface="仿宋" panose="02010609060101010101" pitchFamily="49" charset="-122"/>
                <a:cs typeface="Consolas" panose="020B0609020204030204" pitchFamily="49" charset="0"/>
              </a:rPr>
              <a:t>递增排序</a:t>
            </a:r>
          </a:p>
        </p:txBody>
      </p:sp>
    </p:spTree>
  </p:cSld>
  <p:clrMapOvr>
    <a:overrideClrMapping bg1="lt1" tx1="dk1" bg2="lt2" tx2="dk2" accent1="accent1" accent2="accent2" accent3="accent3" accent4="accent4" accent5="accent5" accent6="accent6" hlink="hlink" folHlink="folHlink"/>
  </p:clrMapOvr>
</p:sld>
</file>

<file path=ppt/slides/slide76.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899235" y="1405405"/>
            <a:ext cx="8214360" cy="4616450"/>
          </a:xfrm>
          <a:prstGeom prst="rect">
            <a:avLst/>
          </a:prstGeom>
          <a:solidFill>
            <a:schemeClr val="bg1">
              <a:lumMod val="95000"/>
            </a:schemeClr>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1">
            <a:schemeClr val="accent5"/>
          </a:lnRef>
          <a:fillRef idx="2">
            <a:schemeClr val="accent5"/>
          </a:fillRef>
          <a:effectRef idx="1">
            <a:schemeClr val="accent5"/>
          </a:effectRef>
          <a:fontRef idx="minor">
            <a:schemeClr val="dk1"/>
          </a:fontRef>
        </p:style>
        <p:txBody>
          <a:bodyPr wrap="square" lIns="144000" tIns="144000" bIns="180000" rtlCol="0">
            <a:spAutoFit/>
          </a:bodyPr>
          <a:lstStyle/>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j=0; k=n-1;</a:t>
            </a:r>
            <a:endPar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for(</a:t>
            </a:r>
            <a:r>
              <a:rPr lang="en-US" altLang="zh-CN"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=0;i&lt;</a:t>
            </a:r>
            <a:r>
              <a:rPr lang="en-US" altLang="zh-CN"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n;i</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扫描</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c</a:t>
            </a:r>
            <a:r>
              <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所有元素</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产生最优调度方案</a:t>
            </a: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  if(c[</a:t>
            </a:r>
            <a:r>
              <a:rPr lang="en-US" altLang="zh-CN"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].group==1</a:t>
            </a:r>
            <a:r>
              <a:rPr lang="en-US" altLang="zh-CN" b="1" dirty="0">
                <a:solidFill>
                  <a:srgbClr val="0000FF"/>
                </a:solidFill>
                <a:latin typeface="Consolas" panose="020B0609020204030204" pitchFamily="49" charset="0"/>
                <a:ea typeface="仿宋" panose="02010609060101010101" pitchFamily="49" charset="-122"/>
              </a:rPr>
              <a:t>)  //</a:t>
            </a:r>
            <a:r>
              <a:rPr lang="zh-CN" altLang="zh-CN" b="1" dirty="0">
                <a:solidFill>
                  <a:srgbClr val="0000FF"/>
                </a:solidFill>
                <a:latin typeface="Consolas" panose="020B0609020204030204" pitchFamily="49" charset="0"/>
                <a:ea typeface="仿宋" panose="02010609060101010101" pitchFamily="49" charset="-122"/>
              </a:rPr>
              <a:t>第</a:t>
            </a:r>
            <a:r>
              <a:rPr lang="en-US" altLang="zh-CN" b="1" dirty="0">
                <a:solidFill>
                  <a:srgbClr val="0000FF"/>
                </a:solidFill>
                <a:latin typeface="Consolas" panose="020B0609020204030204" pitchFamily="49" charset="0"/>
                <a:ea typeface="仿宋" panose="02010609060101010101" pitchFamily="49" charset="-122"/>
              </a:rPr>
              <a:t>1</a:t>
            </a:r>
            <a:r>
              <a:rPr lang="zh-CN" altLang="zh-CN" b="1" dirty="0">
                <a:solidFill>
                  <a:srgbClr val="0000FF"/>
                </a:solidFill>
                <a:latin typeface="Consolas" panose="020B0609020204030204" pitchFamily="49" charset="0"/>
                <a:ea typeface="仿宋" panose="02010609060101010101" pitchFamily="49" charset="-122"/>
              </a:rPr>
              <a:t>组</a:t>
            </a:r>
            <a:r>
              <a:rPr lang="en-US" altLang="zh-CN" b="1" dirty="0">
                <a:solidFill>
                  <a:srgbClr val="0000FF"/>
                </a:solidFill>
                <a:latin typeface="Consolas" panose="020B0609020204030204" pitchFamily="49" charset="0"/>
                <a:ea typeface="仿宋" panose="02010609060101010101" pitchFamily="49" charset="-122"/>
              </a:rPr>
              <a:t>,</a:t>
            </a:r>
            <a:r>
              <a:rPr lang="zh-CN" altLang="zh-CN" b="1" dirty="0">
                <a:solidFill>
                  <a:srgbClr val="0000FF"/>
                </a:solidFill>
                <a:latin typeface="Consolas" panose="020B0609020204030204" pitchFamily="49" charset="0"/>
                <a:ea typeface="仿宋" panose="02010609060101010101" pitchFamily="49" charset="-122"/>
              </a:rPr>
              <a:t>按</a:t>
            </a:r>
            <a:r>
              <a:rPr lang="en-US" altLang="zh-CN" b="1" dirty="0">
                <a:solidFill>
                  <a:srgbClr val="0000FF"/>
                </a:solidFill>
                <a:latin typeface="Consolas" panose="020B0609020204030204" pitchFamily="49" charset="0"/>
                <a:ea typeface="仿宋" panose="02010609060101010101" pitchFamily="49" charset="-122"/>
              </a:rPr>
              <a:t>time</a:t>
            </a:r>
            <a:r>
              <a:rPr lang="zh-CN" altLang="zh-CN" b="1" dirty="0">
                <a:solidFill>
                  <a:srgbClr val="0000FF"/>
                </a:solidFill>
                <a:latin typeface="Consolas" panose="020B0609020204030204" pitchFamily="49" charset="0"/>
                <a:ea typeface="仿宋" panose="02010609060101010101" pitchFamily="49" charset="-122"/>
              </a:rPr>
              <a:t>递增排列放在</a:t>
            </a:r>
            <a:r>
              <a:rPr lang="en-US" altLang="zh-CN" b="1" dirty="0">
                <a:solidFill>
                  <a:srgbClr val="0000FF"/>
                </a:solidFill>
                <a:latin typeface="Consolas" panose="020B0609020204030204" pitchFamily="49" charset="0"/>
                <a:ea typeface="仿宋" panose="02010609060101010101" pitchFamily="49" charset="-122"/>
              </a:rPr>
              <a:t>best</a:t>
            </a:r>
            <a:r>
              <a:rPr lang="zh-CN" altLang="zh-CN" b="1" dirty="0">
                <a:solidFill>
                  <a:srgbClr val="0000FF"/>
                </a:solidFill>
                <a:latin typeface="Consolas" panose="020B0609020204030204" pitchFamily="49" charset="0"/>
                <a:ea typeface="仿宋" panose="02010609060101010101" pitchFamily="49" charset="-122"/>
              </a:rPr>
              <a:t>的前面部分</a:t>
            </a:r>
          </a:p>
          <a:p>
            <a:r>
              <a:rPr lang="en-US" altLang="zh-CN" b="1" dirty="0">
                <a:solidFill>
                  <a:srgbClr val="0000FF"/>
                </a:solidFill>
                <a:latin typeface="Consolas" panose="020B0609020204030204" pitchFamily="49" charset="0"/>
                <a:ea typeface="仿宋" panose="02010609060101010101" pitchFamily="49" charset="-122"/>
              </a:rPr>
              <a:t>         best[</a:t>
            </a:r>
            <a:r>
              <a:rPr lang="en-US" altLang="zh-CN" b="1" dirty="0" err="1">
                <a:solidFill>
                  <a:srgbClr val="0000FF"/>
                </a:solidFill>
                <a:latin typeface="Consolas" panose="020B0609020204030204" pitchFamily="49" charset="0"/>
                <a:ea typeface="仿宋" panose="02010609060101010101" pitchFamily="49" charset="-122"/>
              </a:rPr>
              <a:t>j++</a:t>
            </a:r>
            <a:r>
              <a:rPr lang="en-US" altLang="zh-CN" b="1" dirty="0">
                <a:solidFill>
                  <a:srgbClr val="0000FF"/>
                </a:solidFill>
                <a:latin typeface="Consolas" panose="020B0609020204030204" pitchFamily="49" charset="0"/>
                <a:ea typeface="仿宋" panose="02010609060101010101" pitchFamily="49" charset="-122"/>
              </a:rPr>
              <a:t>]=c[</a:t>
            </a:r>
            <a:r>
              <a:rPr lang="en-US" altLang="zh-CN" b="1" dirty="0" err="1">
                <a:solidFill>
                  <a:srgbClr val="0000FF"/>
                </a:solidFill>
                <a:latin typeface="Consolas" panose="020B0609020204030204" pitchFamily="49" charset="0"/>
                <a:ea typeface="仿宋" panose="02010609060101010101" pitchFamily="49" charset="-122"/>
              </a:rPr>
              <a:t>i</a:t>
            </a:r>
            <a:r>
              <a:rPr lang="en-US" altLang="zh-CN" b="1" dirty="0">
                <a:solidFill>
                  <a:srgbClr val="0000FF"/>
                </a:solidFill>
                <a:latin typeface="Consolas" panose="020B0609020204030204" pitchFamily="49" charset="0"/>
                <a:ea typeface="仿宋" panose="02010609060101010101" pitchFamily="49" charset="-122"/>
              </a:rPr>
              <a:t>].no;</a:t>
            </a:r>
            <a:endParaRPr lang="zh-CN" altLang="zh-CN" b="1" dirty="0">
              <a:solidFill>
                <a:srgbClr val="0000FF"/>
              </a:solidFill>
              <a:latin typeface="Consolas" panose="020B0609020204030204" pitchFamily="49" charset="0"/>
              <a:ea typeface="仿宋" panose="02010609060101010101" pitchFamily="49" charset="-122"/>
            </a:endParaRP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else		   </a:t>
            </a:r>
            <a:r>
              <a:rPr lang="en-US" altLang="zh-CN" b="1" dirty="0">
                <a:solidFill>
                  <a:srgbClr val="0000FF"/>
                </a:solidFill>
                <a:latin typeface="Consolas" panose="020B0609020204030204" pitchFamily="49" charset="0"/>
                <a:ea typeface="仿宋" panose="02010609060101010101" pitchFamily="49" charset="-122"/>
              </a:rPr>
              <a:t>//</a:t>
            </a:r>
            <a:r>
              <a:rPr lang="zh-CN" altLang="zh-CN" b="1" dirty="0">
                <a:solidFill>
                  <a:srgbClr val="0000FF"/>
                </a:solidFill>
                <a:latin typeface="Consolas" panose="020B0609020204030204" pitchFamily="49" charset="0"/>
                <a:ea typeface="仿宋" panose="02010609060101010101" pitchFamily="49" charset="-122"/>
              </a:rPr>
              <a:t>第</a:t>
            </a:r>
            <a:r>
              <a:rPr lang="en-US" altLang="zh-CN" b="1" dirty="0">
                <a:solidFill>
                  <a:srgbClr val="0000FF"/>
                </a:solidFill>
                <a:latin typeface="Consolas" panose="020B0609020204030204" pitchFamily="49" charset="0"/>
                <a:ea typeface="仿宋" panose="02010609060101010101" pitchFamily="49" charset="-122"/>
              </a:rPr>
              <a:t>0</a:t>
            </a:r>
            <a:r>
              <a:rPr lang="zh-CN" altLang="zh-CN" b="1" dirty="0">
                <a:solidFill>
                  <a:srgbClr val="0000FF"/>
                </a:solidFill>
                <a:latin typeface="Consolas" panose="020B0609020204030204" pitchFamily="49" charset="0"/>
                <a:ea typeface="仿宋" panose="02010609060101010101" pitchFamily="49" charset="-122"/>
              </a:rPr>
              <a:t>组</a:t>
            </a:r>
            <a:r>
              <a:rPr lang="en-US" altLang="zh-CN" b="1" dirty="0">
                <a:solidFill>
                  <a:srgbClr val="0000FF"/>
                </a:solidFill>
                <a:latin typeface="Consolas" panose="020B0609020204030204" pitchFamily="49" charset="0"/>
                <a:ea typeface="仿宋" panose="02010609060101010101" pitchFamily="49" charset="-122"/>
              </a:rPr>
              <a:t>,</a:t>
            </a:r>
            <a:r>
              <a:rPr lang="zh-CN" altLang="zh-CN" b="1" dirty="0">
                <a:solidFill>
                  <a:srgbClr val="0000FF"/>
                </a:solidFill>
                <a:latin typeface="Consolas" panose="020B0609020204030204" pitchFamily="49" charset="0"/>
                <a:ea typeface="仿宋" panose="02010609060101010101" pitchFamily="49" charset="-122"/>
              </a:rPr>
              <a:t>按</a:t>
            </a:r>
            <a:r>
              <a:rPr lang="en-US" altLang="zh-CN" b="1" dirty="0">
                <a:solidFill>
                  <a:srgbClr val="0000FF"/>
                </a:solidFill>
                <a:latin typeface="Consolas" panose="020B0609020204030204" pitchFamily="49" charset="0"/>
                <a:ea typeface="仿宋" panose="02010609060101010101" pitchFamily="49" charset="-122"/>
              </a:rPr>
              <a:t>time</a:t>
            </a:r>
            <a:r>
              <a:rPr lang="zh-CN" altLang="zh-CN" b="1" dirty="0">
                <a:solidFill>
                  <a:srgbClr val="0000FF"/>
                </a:solidFill>
                <a:latin typeface="Consolas" panose="020B0609020204030204" pitchFamily="49" charset="0"/>
                <a:ea typeface="仿宋" panose="02010609060101010101" pitchFamily="49" charset="-122"/>
              </a:rPr>
              <a:t>递减排列放到</a:t>
            </a:r>
            <a:r>
              <a:rPr lang="en-US" altLang="zh-CN" b="1" dirty="0">
                <a:solidFill>
                  <a:srgbClr val="0000FF"/>
                </a:solidFill>
                <a:latin typeface="Consolas" panose="020B0609020204030204" pitchFamily="49" charset="0"/>
                <a:ea typeface="仿宋" panose="02010609060101010101" pitchFamily="49" charset="-122"/>
              </a:rPr>
              <a:t>best</a:t>
            </a:r>
            <a:r>
              <a:rPr lang="zh-CN" altLang="zh-CN" b="1" dirty="0">
                <a:solidFill>
                  <a:srgbClr val="0000FF"/>
                </a:solidFill>
                <a:latin typeface="Consolas" panose="020B0609020204030204" pitchFamily="49" charset="0"/>
                <a:ea typeface="仿宋" panose="02010609060101010101" pitchFamily="49" charset="-122"/>
              </a:rPr>
              <a:t>的后面部分</a:t>
            </a:r>
          </a:p>
          <a:p>
            <a:r>
              <a:rPr lang="en-US" altLang="zh-CN" b="1" dirty="0">
                <a:solidFill>
                  <a:srgbClr val="0000FF"/>
                </a:solidFill>
                <a:latin typeface="Consolas" panose="020B0609020204030204" pitchFamily="49" charset="0"/>
                <a:ea typeface="仿宋" panose="02010609060101010101" pitchFamily="49" charset="-122"/>
              </a:rPr>
              <a:t>         best[k--]=c[</a:t>
            </a:r>
            <a:r>
              <a:rPr lang="en-US" altLang="zh-CN" b="1" dirty="0" err="1">
                <a:solidFill>
                  <a:srgbClr val="0000FF"/>
                </a:solidFill>
                <a:latin typeface="Consolas" panose="020B0609020204030204" pitchFamily="49" charset="0"/>
                <a:ea typeface="仿宋" panose="02010609060101010101" pitchFamily="49" charset="-122"/>
              </a:rPr>
              <a:t>i</a:t>
            </a:r>
            <a:r>
              <a:rPr lang="en-US" altLang="zh-CN" b="1" dirty="0">
                <a:solidFill>
                  <a:srgbClr val="0000FF"/>
                </a:solidFill>
                <a:latin typeface="Consolas" panose="020B0609020204030204" pitchFamily="49" charset="0"/>
                <a:ea typeface="仿宋" panose="02010609060101010101" pitchFamily="49" charset="-122"/>
              </a:rPr>
              <a:t>].no;</a:t>
            </a:r>
            <a:endParaRPr lang="zh-CN" altLang="zh-CN" b="1" dirty="0">
              <a:solidFill>
                <a:srgbClr val="0000FF"/>
              </a:solidFill>
              <a:latin typeface="Consolas" panose="020B0609020204030204" pitchFamily="49" charset="0"/>
              <a:ea typeface="仿宋" panose="02010609060101010101" pitchFamily="49" charset="-122"/>
            </a:endParaRP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nSpc>
                <a:spcPct val="150000"/>
              </a:lnSpc>
            </a:pPr>
            <a:r>
              <a:rPr lang="en-US" altLang="zh-CN" b="1" dirty="0">
                <a:solidFill>
                  <a:srgbClr val="C00000"/>
                </a:solidFill>
                <a:latin typeface="Consolas" panose="020B0609020204030204" pitchFamily="49" charset="0"/>
                <a:ea typeface="仿宋" panose="02010609060101010101" pitchFamily="49" charset="-122"/>
                <a:cs typeface="Consolas" panose="020B0609020204030204" pitchFamily="49" charset="0"/>
              </a:rPr>
              <a:t>   int f1=0;			</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累计</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M1</a:t>
            </a:r>
            <a:r>
              <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上的执行时间</a:t>
            </a:r>
          </a:p>
          <a:p>
            <a:r>
              <a:rPr lang="en-US" altLang="zh-CN" b="1" dirty="0">
                <a:solidFill>
                  <a:srgbClr val="C00000"/>
                </a:solidFill>
                <a:latin typeface="Consolas" panose="020B0609020204030204" pitchFamily="49" charset="0"/>
                <a:ea typeface="仿宋" panose="02010609060101010101" pitchFamily="49" charset="-122"/>
                <a:cs typeface="Consolas" panose="020B0609020204030204" pitchFamily="49" charset="0"/>
              </a:rPr>
              <a:t>   int f2=0;			</a:t>
            </a:r>
            <a:r>
              <a:rPr lang="en-US" altLang="zh-CN" b="1" dirty="0">
                <a:solidFill>
                  <a:srgbClr val="0000FF"/>
                </a:solidFill>
                <a:latin typeface="Consolas" panose="020B0609020204030204" pitchFamily="49" charset="0"/>
                <a:ea typeface="仿宋" panose="02010609060101010101" pitchFamily="49" charset="-122"/>
              </a:rPr>
              <a:t>//</a:t>
            </a:r>
            <a:r>
              <a:rPr lang="zh-CN" altLang="zh-CN" b="1" dirty="0">
                <a:solidFill>
                  <a:srgbClr val="0000FF"/>
                </a:solidFill>
                <a:latin typeface="Consolas" panose="020B0609020204030204" pitchFamily="49" charset="0"/>
                <a:ea typeface="仿宋" panose="02010609060101010101" pitchFamily="49" charset="-122"/>
              </a:rPr>
              <a:t>最优调度下的消耗总时间</a:t>
            </a:r>
          </a:p>
          <a:p>
            <a:r>
              <a:rPr lang="en-US" altLang="zh-CN" b="1" dirty="0">
                <a:solidFill>
                  <a:srgbClr val="C00000"/>
                </a:solidFill>
                <a:latin typeface="Consolas" panose="020B0609020204030204" pitchFamily="49" charset="0"/>
                <a:ea typeface="仿宋" panose="02010609060101010101" pitchFamily="49" charset="-122"/>
                <a:cs typeface="Consolas" panose="020B0609020204030204" pitchFamily="49" charset="0"/>
              </a:rPr>
              <a:t>   for(</a:t>
            </a:r>
            <a:r>
              <a:rPr lang="en-US" altLang="zh-CN" b="1" dirty="0" err="1">
                <a:solidFill>
                  <a:srgbClr val="C00000"/>
                </a:solidFill>
                <a:latin typeface="Consolas" panose="020B0609020204030204" pitchFamily="49" charset="0"/>
                <a:ea typeface="仿宋" panose="02010609060101010101" pitchFamily="49" charset="-122"/>
                <a:cs typeface="Consolas" panose="020B0609020204030204" pitchFamily="49" charset="0"/>
              </a:rPr>
              <a:t>i</a:t>
            </a:r>
            <a:r>
              <a:rPr lang="en-US" altLang="zh-CN" b="1" dirty="0">
                <a:solidFill>
                  <a:srgbClr val="C00000"/>
                </a:solidFill>
                <a:latin typeface="Consolas" panose="020B0609020204030204" pitchFamily="49" charset="0"/>
                <a:ea typeface="仿宋" panose="02010609060101010101" pitchFamily="49" charset="-122"/>
                <a:cs typeface="Consolas" panose="020B0609020204030204" pitchFamily="49" charset="0"/>
              </a:rPr>
              <a:t>=0;i&lt;</a:t>
            </a:r>
            <a:r>
              <a:rPr lang="en-US" altLang="zh-CN" b="1" dirty="0" err="1">
                <a:solidFill>
                  <a:srgbClr val="C00000"/>
                </a:solidFill>
                <a:latin typeface="Consolas" panose="020B0609020204030204" pitchFamily="49" charset="0"/>
                <a:ea typeface="仿宋" panose="02010609060101010101" pitchFamily="49" charset="-122"/>
                <a:cs typeface="Consolas" panose="020B0609020204030204" pitchFamily="49" charset="0"/>
              </a:rPr>
              <a:t>n;i</a:t>
            </a:r>
            <a:r>
              <a:rPr lang="en-US" altLang="zh-CN" b="1" dirty="0">
                <a:solidFill>
                  <a:srgbClr val="C00000"/>
                </a:solidFill>
                <a:latin typeface="Consolas" panose="020B0609020204030204" pitchFamily="49" charset="0"/>
                <a:ea typeface="仿宋" panose="02010609060101010101" pitchFamily="49" charset="-122"/>
                <a:cs typeface="Consolas" panose="020B0609020204030204" pitchFamily="49" charset="0"/>
              </a:rPr>
              <a:t>++)</a:t>
            </a:r>
            <a:endParaRPr lang="zh-CN" altLang="zh-CN" b="1" dirty="0">
              <a:solidFill>
                <a:srgbClr val="C00000"/>
              </a:solidFill>
              <a:latin typeface="Consolas" panose="020B0609020204030204" pitchFamily="49" charset="0"/>
              <a:ea typeface="仿宋" panose="02010609060101010101" pitchFamily="49" charset="-122"/>
              <a:cs typeface="Consolas" panose="020B0609020204030204" pitchFamily="49" charset="0"/>
            </a:endParaRPr>
          </a:p>
          <a:p>
            <a:r>
              <a:rPr lang="en-US" altLang="zh-CN" b="1" dirty="0">
                <a:solidFill>
                  <a:srgbClr val="C00000"/>
                </a:solidFill>
                <a:latin typeface="Consolas" panose="020B0609020204030204" pitchFamily="49" charset="0"/>
                <a:ea typeface="仿宋" panose="02010609060101010101" pitchFamily="49" charset="-122"/>
                <a:cs typeface="Consolas" panose="020B0609020204030204" pitchFamily="49" charset="0"/>
              </a:rPr>
              <a:t>   {  f1+=a[best[</a:t>
            </a:r>
            <a:r>
              <a:rPr lang="en-US" altLang="zh-CN" b="1" dirty="0" err="1">
                <a:solidFill>
                  <a:srgbClr val="C00000"/>
                </a:solidFill>
                <a:latin typeface="Consolas" panose="020B0609020204030204" pitchFamily="49" charset="0"/>
                <a:ea typeface="仿宋" panose="02010609060101010101" pitchFamily="49" charset="-122"/>
                <a:cs typeface="Consolas" panose="020B0609020204030204" pitchFamily="49" charset="0"/>
              </a:rPr>
              <a:t>i</a:t>
            </a:r>
            <a:r>
              <a:rPr lang="en-US" altLang="zh-CN" b="1" dirty="0">
                <a:solidFill>
                  <a:srgbClr val="C00000"/>
                </a:solidFill>
                <a:latin typeface="Consolas" panose="020B0609020204030204" pitchFamily="49" charset="0"/>
                <a:ea typeface="仿宋" panose="02010609060101010101" pitchFamily="49" charset="-122"/>
                <a:cs typeface="Consolas" panose="020B0609020204030204" pitchFamily="49" charset="0"/>
              </a:rPr>
              <a:t>]];</a:t>
            </a:r>
            <a:endParaRPr lang="zh-CN" altLang="zh-CN" b="1" dirty="0">
              <a:solidFill>
                <a:srgbClr val="C00000"/>
              </a:solidFill>
              <a:latin typeface="Consolas" panose="020B0609020204030204" pitchFamily="49" charset="0"/>
              <a:ea typeface="仿宋" panose="02010609060101010101" pitchFamily="49" charset="-122"/>
              <a:cs typeface="Consolas" panose="020B0609020204030204" pitchFamily="49" charset="0"/>
            </a:endParaRPr>
          </a:p>
          <a:p>
            <a:r>
              <a:rPr lang="en-US" altLang="zh-CN" b="1" dirty="0">
                <a:solidFill>
                  <a:srgbClr val="C00000"/>
                </a:solidFill>
                <a:latin typeface="Consolas" panose="020B0609020204030204" pitchFamily="49" charset="0"/>
                <a:ea typeface="仿宋" panose="02010609060101010101" pitchFamily="49" charset="-122"/>
                <a:cs typeface="Consolas" panose="020B0609020204030204" pitchFamily="49" charset="0"/>
              </a:rPr>
              <a:t>      f2=max(f2,f1)+b[best[</a:t>
            </a:r>
            <a:r>
              <a:rPr lang="en-US" altLang="zh-CN" b="1" dirty="0" err="1">
                <a:solidFill>
                  <a:srgbClr val="C00000"/>
                </a:solidFill>
                <a:latin typeface="Consolas" panose="020B0609020204030204" pitchFamily="49" charset="0"/>
                <a:ea typeface="仿宋" panose="02010609060101010101" pitchFamily="49" charset="-122"/>
                <a:cs typeface="Consolas" panose="020B0609020204030204" pitchFamily="49" charset="0"/>
              </a:rPr>
              <a:t>i</a:t>
            </a:r>
            <a:r>
              <a:rPr lang="en-US" altLang="zh-CN" b="1" dirty="0">
                <a:solidFill>
                  <a:srgbClr val="C00000"/>
                </a:solidFill>
                <a:latin typeface="Consolas" panose="020B0609020204030204" pitchFamily="49" charset="0"/>
                <a:ea typeface="仿宋" panose="02010609060101010101" pitchFamily="49" charset="-122"/>
                <a:cs typeface="Consolas" panose="020B0609020204030204" pitchFamily="49" charset="0"/>
              </a:rPr>
              <a:t>]];</a:t>
            </a:r>
          </a:p>
          <a:p>
            <a:r>
              <a:rPr lang="en-US" altLang="zh-CN" b="1" dirty="0">
                <a:solidFill>
                  <a:srgbClr val="C00000"/>
                </a:solidFill>
                <a:latin typeface="Consolas" panose="020B0609020204030204" pitchFamily="49" charset="0"/>
                <a:ea typeface="仿宋" panose="02010609060101010101" pitchFamily="49" charset="-122"/>
                <a:cs typeface="Consolas" panose="020B0609020204030204" pitchFamily="49" charset="0"/>
              </a:rPr>
              <a:t>   }</a:t>
            </a:r>
            <a:endParaRPr lang="zh-CN" altLang="zh-CN" b="1" dirty="0">
              <a:solidFill>
                <a:srgbClr val="C00000"/>
              </a:solidFill>
              <a:latin typeface="Consolas" panose="020B0609020204030204" pitchFamily="49" charset="0"/>
              <a:ea typeface="仿宋" panose="02010609060101010101" pitchFamily="49" charset="-122"/>
              <a:cs typeface="Consolas" panose="020B0609020204030204" pitchFamily="49" charset="0"/>
            </a:endParaRPr>
          </a:p>
          <a:p>
            <a:r>
              <a:rPr lang="en-US" altLang="zh-CN" b="1" dirty="0">
                <a:solidFill>
                  <a:srgbClr val="C00000"/>
                </a:solidFill>
                <a:latin typeface="Consolas" panose="020B0609020204030204" pitchFamily="49" charset="0"/>
                <a:ea typeface="仿宋" panose="02010609060101010101" pitchFamily="49" charset="-122"/>
                <a:cs typeface="Consolas" panose="020B0609020204030204" pitchFamily="49" charset="0"/>
              </a:rPr>
              <a:t>   return f2;</a:t>
            </a:r>
            <a:endParaRPr lang="zh-CN" altLang="zh-CN" b="1" dirty="0">
              <a:solidFill>
                <a:srgbClr val="C00000"/>
              </a:solidFill>
              <a:latin typeface="Consolas" panose="020B0609020204030204" pitchFamily="49" charset="0"/>
              <a:ea typeface="仿宋" panose="02010609060101010101" pitchFamily="49" charset="-122"/>
              <a:cs typeface="Consolas" panose="020B0609020204030204" pitchFamily="49" charset="0"/>
            </a:endParaRP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Tree>
  </p:cSld>
  <p:clrMapOvr>
    <a:overrideClrMapping bg1="lt1" tx1="dk1" bg2="lt2" tx2="dk2" accent1="accent1" accent2="accent2" accent3="accent3" accent4="accent4" accent5="accent5" accent6="accent6" hlink="hlink" folHlink="folHlink"/>
  </p:clrMapOvr>
</p:sld>
</file>

<file path=ppt/slides/slide77.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1132840" y="1312545"/>
            <a:ext cx="6349365" cy="4052570"/>
          </a:xfrm>
          <a:prstGeom prst="rect">
            <a:avLst/>
          </a:prstGeom>
          <a:solidFill>
            <a:schemeClr val="bg1">
              <a:lumMod val="95000"/>
            </a:schemeClr>
          </a:solidFill>
        </p:spPr>
        <p:style>
          <a:lnRef idx="1">
            <a:schemeClr val="accent5"/>
          </a:lnRef>
          <a:fillRef idx="2">
            <a:schemeClr val="accent5"/>
          </a:fillRef>
          <a:effectRef idx="1">
            <a:schemeClr val="accent5"/>
          </a:effectRef>
          <a:fontRef idx="minor">
            <a:schemeClr val="dk1"/>
          </a:fontRef>
        </p:style>
        <p:txBody>
          <a:bodyPr wrap="square" lIns="216000" tIns="180000" bIns="180000" rtlCol="0">
            <a:spAutoFit/>
          </a:bodyPr>
          <a:lstStyle/>
          <a:p>
            <a:pPr>
              <a:lnSpc>
                <a:spcPct val="150000"/>
              </a:lnSpc>
            </a:pPr>
            <a:r>
              <a:rPr lang="en-US" altLang="zh-CN" sz="2000" b="1">
                <a:solidFill>
                  <a:srgbClr val="0000FF"/>
                </a:solidFill>
                <a:latin typeface="Consolas" panose="020B0609020204030204" pitchFamily="49" charset="0"/>
                <a:ea typeface="仿宋" panose="02010609060101010101" pitchFamily="49" charset="-122"/>
                <a:cs typeface="Consolas" panose="020B0609020204030204" pitchFamily="49" charset="0"/>
              </a:rPr>
              <a:t>void main()</a:t>
            </a:r>
            <a:endParaRPr lang="zh-CN" altLang="zh-CN" sz="2000" b="1">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nSpc>
                <a:spcPct val="150000"/>
              </a:lnSpc>
            </a:pPr>
            <a:r>
              <a:rPr lang="en-US" altLang="zh-CN" sz="2000" b="1">
                <a:solidFill>
                  <a:srgbClr val="0000FF"/>
                </a:solidFill>
                <a:latin typeface="Consolas" panose="020B0609020204030204" pitchFamily="49" charset="0"/>
                <a:ea typeface="仿宋" panose="02010609060101010101" pitchFamily="49" charset="-122"/>
                <a:cs typeface="Consolas" panose="020B0609020204030204" pitchFamily="49" charset="0"/>
              </a:rPr>
              <a:t>{  printf("</a:t>
            </a:r>
            <a:r>
              <a:rPr lang="zh-CN" altLang="zh-CN" sz="2000" b="1">
                <a:solidFill>
                  <a:srgbClr val="0000FF"/>
                </a:solidFill>
                <a:latin typeface="Consolas" panose="020B0609020204030204" pitchFamily="49" charset="0"/>
                <a:ea typeface="仿宋" panose="02010609060101010101" pitchFamily="49" charset="-122"/>
                <a:cs typeface="Consolas" panose="020B0609020204030204" pitchFamily="49" charset="0"/>
              </a:rPr>
              <a:t>求解结果</a:t>
            </a:r>
            <a:r>
              <a:rPr lang="en-US" altLang="zh-CN" sz="2000" b="1">
                <a:solidFill>
                  <a:srgbClr val="0000FF"/>
                </a:solidFill>
                <a:latin typeface="Consolas" panose="020B0609020204030204" pitchFamily="49" charset="0"/>
                <a:ea typeface="仿宋" panose="02010609060101010101" pitchFamily="49" charset="-122"/>
                <a:cs typeface="Consolas" panose="020B0609020204030204" pitchFamily="49" charset="0"/>
              </a:rPr>
              <a:t>\n");</a:t>
            </a:r>
            <a:endParaRPr lang="zh-CN" altLang="zh-CN" sz="2000" b="1">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nSpc>
                <a:spcPct val="150000"/>
              </a:lnSpc>
            </a:pPr>
            <a:r>
              <a:rPr lang="en-US" altLang="zh-CN" sz="2000" b="1">
                <a:solidFill>
                  <a:srgbClr val="0000FF"/>
                </a:solidFill>
                <a:latin typeface="Consolas" panose="020B0609020204030204" pitchFamily="49" charset="0"/>
                <a:ea typeface="仿宋" panose="02010609060101010101" pitchFamily="49" charset="-122"/>
                <a:cs typeface="Consolas" panose="020B0609020204030204" pitchFamily="49" charset="0"/>
              </a:rPr>
              <a:t>   printf("    </a:t>
            </a:r>
            <a:r>
              <a:rPr lang="zh-CN" altLang="zh-CN" sz="2000" b="1">
                <a:solidFill>
                  <a:srgbClr val="0000FF"/>
                </a:solidFill>
                <a:latin typeface="Consolas" panose="020B0609020204030204" pitchFamily="49" charset="0"/>
                <a:ea typeface="仿宋" panose="02010609060101010101" pitchFamily="49" charset="-122"/>
                <a:cs typeface="Consolas" panose="020B0609020204030204" pitchFamily="49" charset="0"/>
              </a:rPr>
              <a:t>总时间</a:t>
            </a:r>
            <a:r>
              <a:rPr lang="en-US" altLang="zh-CN" sz="2000" b="1">
                <a:solidFill>
                  <a:srgbClr val="0000FF"/>
                </a:solidFill>
                <a:latin typeface="Consolas" panose="020B0609020204030204" pitchFamily="49" charset="0"/>
                <a:ea typeface="仿宋" panose="02010609060101010101" pitchFamily="49" charset="-122"/>
                <a:cs typeface="Consolas" panose="020B0609020204030204" pitchFamily="49" charset="0"/>
              </a:rPr>
              <a:t>: %d\n",solve());</a:t>
            </a:r>
            <a:endParaRPr lang="zh-CN" altLang="zh-CN" sz="2000" b="1">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nSpc>
                <a:spcPct val="150000"/>
              </a:lnSpc>
            </a:pPr>
            <a:r>
              <a:rPr lang="en-US" altLang="zh-CN" sz="2000" b="1">
                <a:solidFill>
                  <a:srgbClr val="0000FF"/>
                </a:solidFill>
                <a:latin typeface="Consolas" panose="020B0609020204030204" pitchFamily="49" charset="0"/>
                <a:ea typeface="仿宋" panose="02010609060101010101" pitchFamily="49" charset="-122"/>
                <a:cs typeface="Consolas" panose="020B0609020204030204" pitchFamily="49" charset="0"/>
              </a:rPr>
              <a:t>   printf("    </a:t>
            </a:r>
            <a:r>
              <a:rPr lang="zh-CN" altLang="zh-CN" sz="2000" b="1">
                <a:solidFill>
                  <a:srgbClr val="0000FF"/>
                </a:solidFill>
                <a:latin typeface="Consolas" panose="020B0609020204030204" pitchFamily="49" charset="0"/>
                <a:ea typeface="仿宋" panose="02010609060101010101" pitchFamily="49" charset="-122"/>
                <a:cs typeface="Consolas" panose="020B0609020204030204" pitchFamily="49" charset="0"/>
              </a:rPr>
              <a:t>调度方案</a:t>
            </a:r>
            <a:r>
              <a:rPr lang="en-US" altLang="zh-CN" sz="2000" b="1">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2000" b="1">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nSpc>
                <a:spcPct val="150000"/>
              </a:lnSpc>
            </a:pPr>
            <a:r>
              <a:rPr lang="en-US" altLang="zh-CN" sz="2000" b="1">
                <a:solidFill>
                  <a:srgbClr val="0000FF"/>
                </a:solidFill>
                <a:latin typeface="Consolas" panose="020B0609020204030204" pitchFamily="49" charset="0"/>
                <a:ea typeface="仿宋" panose="02010609060101010101" pitchFamily="49" charset="-122"/>
                <a:cs typeface="Consolas" panose="020B0609020204030204" pitchFamily="49" charset="0"/>
              </a:rPr>
              <a:t>   for(int i=0;i&lt;n;i++)</a:t>
            </a:r>
            <a:endParaRPr lang="zh-CN" altLang="zh-CN" sz="2000" b="1">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nSpc>
                <a:spcPct val="150000"/>
              </a:lnSpc>
            </a:pPr>
            <a:r>
              <a:rPr lang="en-US" altLang="zh-CN" sz="2000" b="1">
                <a:solidFill>
                  <a:srgbClr val="0000FF"/>
                </a:solidFill>
                <a:latin typeface="Consolas" panose="020B0609020204030204" pitchFamily="49" charset="0"/>
                <a:ea typeface="仿宋" panose="02010609060101010101" pitchFamily="49" charset="-122"/>
                <a:cs typeface="Consolas" panose="020B0609020204030204" pitchFamily="49" charset="0"/>
              </a:rPr>
              <a:t>     printf("%d ",best[i]+1);</a:t>
            </a:r>
            <a:endParaRPr lang="zh-CN" altLang="zh-CN" sz="2000" b="1">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nSpc>
                <a:spcPct val="150000"/>
              </a:lnSpc>
            </a:pPr>
            <a:r>
              <a:rPr lang="en-US" altLang="zh-CN" sz="2000" b="1">
                <a:solidFill>
                  <a:srgbClr val="0000FF"/>
                </a:solidFill>
                <a:latin typeface="Consolas" panose="020B0609020204030204" pitchFamily="49" charset="0"/>
                <a:ea typeface="仿宋" panose="02010609060101010101" pitchFamily="49" charset="-122"/>
                <a:cs typeface="Consolas" panose="020B0609020204030204" pitchFamily="49" charset="0"/>
              </a:rPr>
              <a:t>   printf("\n");</a:t>
            </a:r>
            <a:endParaRPr lang="zh-CN" altLang="zh-CN" sz="2000" b="1">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nSpc>
                <a:spcPct val="150000"/>
              </a:lnSpc>
            </a:pPr>
            <a:r>
              <a:rPr lang="en-US" altLang="zh-CN" sz="2000" b="1">
                <a:solidFill>
                  <a:srgbClr val="0000FF"/>
                </a:solidFill>
                <a:latin typeface="Consolas" panose="020B0609020204030204" pitchFamily="49" charset="0"/>
                <a:ea typeface="仿宋" panose="02010609060101010101" pitchFamily="49" charset="-122"/>
                <a:cs typeface="Consolas" panose="020B0609020204030204" pitchFamily="49" charset="0"/>
              </a:rPr>
              <a:t>}</a:t>
            </a:r>
          </a:p>
        </p:txBody>
      </p:sp>
    </p:spTree>
  </p:cSld>
  <p:clrMapOvr>
    <a:overrideClrMapping bg1="lt1" tx1="dk1" bg2="lt2" tx2="dk2" accent1="accent1" accent2="accent2" accent3="accent3" accent4="accent4" accent5="accent5" accent6="accent6" hlink="hlink" folHlink="folHlink"/>
  </p:clrMapOvr>
</p:sld>
</file>

<file path=ppt/slides/slide78.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1071220" y="1275064"/>
          <a:ext cx="6096000" cy="1325880"/>
        </p:xfrm>
        <a:graphic>
          <a:graphicData uri="http://schemas.openxmlformats.org/drawingml/2006/table">
            <a:tbl>
              <a:tblPr firstRow="1" bandRow="1">
                <a:tableStyleId>{E269D01E-BC32-4049-B463-5C60D7B0CCD2}</a:tableStyleId>
              </a:tblPr>
              <a:tblGrid>
                <a:gridCol w="12192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tblGrid>
              <a:tr h="370840">
                <a:tc>
                  <a:txBody>
                    <a:bodyPr/>
                    <a:lstStyle/>
                    <a:p>
                      <a:pPr algn="ctr"/>
                      <a:r>
                        <a:rPr lang="zh-CN" altLang="en-US" sz="2300" b="1">
                          <a:solidFill>
                            <a:srgbClr val="9900FF"/>
                          </a:solidFill>
                          <a:latin typeface="微软雅黑" panose="020B0503020204020204" charset="-122"/>
                          <a:ea typeface="微软雅黑" panose="020B0503020204020204" charset="-122"/>
                          <a:cs typeface="Consolas" panose="020B0609020204030204" pitchFamily="49" charset="0"/>
                        </a:rPr>
                        <a:t>编号</a:t>
                      </a:r>
                    </a:p>
                  </a:txBody>
                  <a:tcPr>
                    <a:solidFill>
                      <a:schemeClr val="bg1">
                        <a:lumMod val="85000"/>
                      </a:schemeClr>
                    </a:solidFill>
                  </a:tcPr>
                </a:tc>
                <a:tc>
                  <a:txBody>
                    <a:bodyPr/>
                    <a:lstStyle/>
                    <a:p>
                      <a:pPr algn="ctr"/>
                      <a:r>
                        <a:rPr lang="en-US" altLang="zh-CN" sz="2300" b="1">
                          <a:solidFill>
                            <a:srgbClr val="9900FF"/>
                          </a:solidFill>
                          <a:latin typeface="微软雅黑" panose="020B0503020204020204" charset="-122"/>
                          <a:ea typeface="微软雅黑" panose="020B0503020204020204" charset="-122"/>
                          <a:cs typeface="Consolas" panose="020B0609020204030204" pitchFamily="49" charset="0"/>
                        </a:rPr>
                        <a:t>1</a:t>
                      </a:r>
                    </a:p>
                  </a:txBody>
                  <a:tcPr>
                    <a:solidFill>
                      <a:schemeClr val="bg1">
                        <a:lumMod val="85000"/>
                      </a:schemeClr>
                    </a:solidFill>
                  </a:tcPr>
                </a:tc>
                <a:tc>
                  <a:txBody>
                    <a:bodyPr/>
                    <a:lstStyle/>
                    <a:p>
                      <a:pPr algn="ctr"/>
                      <a:r>
                        <a:rPr lang="en-US" altLang="zh-CN" sz="2300" b="1">
                          <a:solidFill>
                            <a:srgbClr val="9900FF"/>
                          </a:solidFill>
                          <a:latin typeface="微软雅黑" panose="020B0503020204020204" charset="-122"/>
                          <a:ea typeface="微软雅黑" panose="020B0503020204020204" charset="-122"/>
                          <a:cs typeface="Consolas" panose="020B0609020204030204" pitchFamily="49" charset="0"/>
                        </a:rPr>
                        <a:t>2</a:t>
                      </a:r>
                    </a:p>
                  </a:txBody>
                  <a:tcPr>
                    <a:solidFill>
                      <a:schemeClr val="bg1">
                        <a:lumMod val="85000"/>
                      </a:schemeClr>
                    </a:solidFill>
                  </a:tcPr>
                </a:tc>
                <a:tc>
                  <a:txBody>
                    <a:bodyPr/>
                    <a:lstStyle/>
                    <a:p>
                      <a:pPr algn="ctr"/>
                      <a:r>
                        <a:rPr lang="en-US" altLang="zh-CN" sz="2300" b="1">
                          <a:solidFill>
                            <a:srgbClr val="9900FF"/>
                          </a:solidFill>
                          <a:latin typeface="微软雅黑" panose="020B0503020204020204" charset="-122"/>
                          <a:ea typeface="微软雅黑" panose="020B0503020204020204" charset="-122"/>
                          <a:cs typeface="Consolas" panose="020B0609020204030204" pitchFamily="49" charset="0"/>
                        </a:rPr>
                        <a:t>3</a:t>
                      </a:r>
                    </a:p>
                  </a:txBody>
                  <a:tcPr>
                    <a:solidFill>
                      <a:schemeClr val="bg1">
                        <a:lumMod val="85000"/>
                      </a:schemeClr>
                    </a:solidFill>
                  </a:tcPr>
                </a:tc>
                <a:tc>
                  <a:txBody>
                    <a:bodyPr/>
                    <a:lstStyle/>
                    <a:p>
                      <a:pPr algn="ctr"/>
                      <a:r>
                        <a:rPr lang="en-US" altLang="zh-CN" sz="2300" b="1">
                          <a:solidFill>
                            <a:srgbClr val="9900FF"/>
                          </a:solidFill>
                          <a:latin typeface="微软雅黑" panose="020B0503020204020204" charset="-122"/>
                          <a:ea typeface="微软雅黑" panose="020B0503020204020204" charset="-122"/>
                          <a:cs typeface="Consolas" panose="020B0609020204030204" pitchFamily="49" charset="0"/>
                        </a:rPr>
                        <a:t>4</a:t>
                      </a:r>
                    </a:p>
                  </a:txBody>
                  <a:tcPr>
                    <a:solidFill>
                      <a:schemeClr val="bg1">
                        <a:lumMod val="85000"/>
                      </a:schemeClr>
                    </a:solidFill>
                  </a:tcPr>
                </a:tc>
                <a:extLst>
                  <a:ext uri="{0D108BD9-81ED-4DB2-BD59-A6C34878D82A}">
                    <a16:rowId xmlns:a16="http://schemas.microsoft.com/office/drawing/2014/main" val="10000"/>
                  </a:ext>
                </a:extLst>
              </a:tr>
              <a:tr h="370840">
                <a:tc>
                  <a:txBody>
                    <a:bodyPr/>
                    <a:lstStyle/>
                    <a:p>
                      <a:pPr algn="ctr"/>
                      <a:r>
                        <a:rPr lang="en-US" altLang="zh-CN" sz="2300" b="1">
                          <a:solidFill>
                            <a:srgbClr val="9900FF"/>
                          </a:solidFill>
                          <a:latin typeface="微软雅黑" panose="020B0503020204020204" charset="-122"/>
                          <a:ea typeface="微软雅黑" panose="020B0503020204020204" charset="-122"/>
                          <a:cs typeface="Consolas" panose="020B0609020204030204" pitchFamily="49" charset="0"/>
                        </a:rPr>
                        <a:t>M1</a:t>
                      </a:r>
                    </a:p>
                  </a:txBody>
                  <a:tcPr>
                    <a:solidFill>
                      <a:schemeClr val="bg1">
                        <a:lumMod val="85000"/>
                      </a:schemeClr>
                    </a:solidFill>
                  </a:tcPr>
                </a:tc>
                <a:tc>
                  <a:txBody>
                    <a:bodyPr/>
                    <a:lstStyle/>
                    <a:p>
                      <a:pPr algn="ctr"/>
                      <a:r>
                        <a:rPr lang="en-US" altLang="zh-CN" sz="2300" b="1">
                          <a:solidFill>
                            <a:srgbClr val="9900FF"/>
                          </a:solidFill>
                          <a:latin typeface="微软雅黑" panose="020B0503020204020204" charset="-122"/>
                          <a:ea typeface="微软雅黑" panose="020B0503020204020204" charset="-122"/>
                          <a:cs typeface="Consolas" panose="020B0609020204030204" pitchFamily="49" charset="0"/>
                        </a:rPr>
                        <a:t>5</a:t>
                      </a:r>
                    </a:p>
                  </a:txBody>
                  <a:tcPr>
                    <a:solidFill>
                      <a:schemeClr val="bg1">
                        <a:lumMod val="85000"/>
                      </a:schemeClr>
                    </a:solidFill>
                  </a:tcPr>
                </a:tc>
                <a:tc>
                  <a:txBody>
                    <a:bodyPr/>
                    <a:lstStyle/>
                    <a:p>
                      <a:pPr algn="ctr"/>
                      <a:r>
                        <a:rPr lang="en-US" altLang="zh-CN" sz="2300" b="1">
                          <a:solidFill>
                            <a:srgbClr val="9900FF"/>
                          </a:solidFill>
                          <a:latin typeface="微软雅黑" panose="020B0503020204020204" charset="-122"/>
                          <a:ea typeface="微软雅黑" panose="020B0503020204020204" charset="-122"/>
                          <a:cs typeface="Consolas" panose="020B0609020204030204" pitchFamily="49" charset="0"/>
                        </a:rPr>
                        <a:t>12</a:t>
                      </a:r>
                    </a:p>
                  </a:txBody>
                  <a:tcPr>
                    <a:solidFill>
                      <a:schemeClr val="bg1">
                        <a:lumMod val="85000"/>
                      </a:schemeClr>
                    </a:solidFill>
                  </a:tcPr>
                </a:tc>
                <a:tc>
                  <a:txBody>
                    <a:bodyPr/>
                    <a:lstStyle/>
                    <a:p>
                      <a:pPr algn="ctr"/>
                      <a:r>
                        <a:rPr lang="en-US" altLang="zh-CN" sz="2300" b="1">
                          <a:solidFill>
                            <a:srgbClr val="9900FF"/>
                          </a:solidFill>
                          <a:latin typeface="微软雅黑" panose="020B0503020204020204" charset="-122"/>
                          <a:ea typeface="微软雅黑" panose="020B0503020204020204" charset="-122"/>
                          <a:cs typeface="Consolas" panose="020B0609020204030204" pitchFamily="49" charset="0"/>
                        </a:rPr>
                        <a:t>4</a:t>
                      </a:r>
                    </a:p>
                  </a:txBody>
                  <a:tcPr>
                    <a:solidFill>
                      <a:schemeClr val="bg1">
                        <a:lumMod val="85000"/>
                      </a:schemeClr>
                    </a:solidFill>
                  </a:tcPr>
                </a:tc>
                <a:tc>
                  <a:txBody>
                    <a:bodyPr/>
                    <a:lstStyle/>
                    <a:p>
                      <a:pPr algn="ctr"/>
                      <a:r>
                        <a:rPr lang="en-US" altLang="zh-CN" sz="2300" b="1">
                          <a:solidFill>
                            <a:srgbClr val="9900FF"/>
                          </a:solidFill>
                          <a:latin typeface="微软雅黑" panose="020B0503020204020204" charset="-122"/>
                          <a:ea typeface="微软雅黑" panose="020B0503020204020204" charset="-122"/>
                          <a:cs typeface="Consolas" panose="020B0609020204030204" pitchFamily="49" charset="0"/>
                        </a:rPr>
                        <a:t>8</a:t>
                      </a:r>
                    </a:p>
                  </a:txBody>
                  <a:tcPr>
                    <a:solidFill>
                      <a:schemeClr val="bg1">
                        <a:lumMod val="85000"/>
                      </a:schemeClr>
                    </a:solidFill>
                  </a:tcPr>
                </a:tc>
                <a:extLst>
                  <a:ext uri="{0D108BD9-81ED-4DB2-BD59-A6C34878D82A}">
                    <a16:rowId xmlns:a16="http://schemas.microsoft.com/office/drawing/2014/main" val="10001"/>
                  </a:ext>
                </a:extLst>
              </a:tr>
              <a:tr h="370840">
                <a:tc>
                  <a:txBody>
                    <a:bodyPr/>
                    <a:lstStyle/>
                    <a:p>
                      <a:pPr algn="ctr"/>
                      <a:r>
                        <a:rPr lang="en-US" altLang="zh-CN" sz="2300" b="1">
                          <a:solidFill>
                            <a:srgbClr val="9900FF"/>
                          </a:solidFill>
                          <a:latin typeface="微软雅黑" panose="020B0503020204020204" charset="-122"/>
                          <a:ea typeface="微软雅黑" panose="020B0503020204020204" charset="-122"/>
                          <a:cs typeface="Consolas" panose="020B0609020204030204" pitchFamily="49" charset="0"/>
                        </a:rPr>
                        <a:t>M2</a:t>
                      </a:r>
                    </a:p>
                  </a:txBody>
                  <a:tcPr>
                    <a:solidFill>
                      <a:schemeClr val="bg1">
                        <a:lumMod val="85000"/>
                      </a:schemeClr>
                    </a:solidFill>
                  </a:tcPr>
                </a:tc>
                <a:tc>
                  <a:txBody>
                    <a:bodyPr/>
                    <a:lstStyle/>
                    <a:p>
                      <a:pPr algn="ctr"/>
                      <a:r>
                        <a:rPr lang="en-US" altLang="zh-CN" sz="2300" b="1">
                          <a:solidFill>
                            <a:srgbClr val="9900FF"/>
                          </a:solidFill>
                          <a:latin typeface="微软雅黑" panose="020B0503020204020204" charset="-122"/>
                          <a:ea typeface="微软雅黑" panose="020B0503020204020204" charset="-122"/>
                          <a:cs typeface="Consolas" panose="020B0609020204030204" pitchFamily="49" charset="0"/>
                        </a:rPr>
                        <a:t>6</a:t>
                      </a:r>
                    </a:p>
                  </a:txBody>
                  <a:tcPr>
                    <a:solidFill>
                      <a:schemeClr val="bg1">
                        <a:lumMod val="85000"/>
                      </a:schemeClr>
                    </a:solidFill>
                  </a:tcPr>
                </a:tc>
                <a:tc>
                  <a:txBody>
                    <a:bodyPr/>
                    <a:lstStyle/>
                    <a:p>
                      <a:pPr algn="ctr"/>
                      <a:r>
                        <a:rPr lang="en-US" altLang="zh-CN" sz="2300" b="1">
                          <a:solidFill>
                            <a:srgbClr val="9900FF"/>
                          </a:solidFill>
                          <a:latin typeface="微软雅黑" panose="020B0503020204020204" charset="-122"/>
                          <a:ea typeface="微软雅黑" panose="020B0503020204020204" charset="-122"/>
                          <a:cs typeface="Consolas" panose="020B0609020204030204" pitchFamily="49" charset="0"/>
                        </a:rPr>
                        <a:t>2</a:t>
                      </a:r>
                    </a:p>
                  </a:txBody>
                  <a:tcPr>
                    <a:solidFill>
                      <a:schemeClr val="bg1">
                        <a:lumMod val="85000"/>
                      </a:schemeClr>
                    </a:solidFill>
                  </a:tcPr>
                </a:tc>
                <a:tc>
                  <a:txBody>
                    <a:bodyPr/>
                    <a:lstStyle/>
                    <a:p>
                      <a:pPr algn="ctr"/>
                      <a:r>
                        <a:rPr lang="en-US" altLang="zh-CN" sz="2300" b="1">
                          <a:solidFill>
                            <a:srgbClr val="9900FF"/>
                          </a:solidFill>
                          <a:latin typeface="微软雅黑" panose="020B0503020204020204" charset="-122"/>
                          <a:ea typeface="微软雅黑" panose="020B0503020204020204" charset="-122"/>
                          <a:cs typeface="Consolas" panose="020B0609020204030204" pitchFamily="49" charset="0"/>
                        </a:rPr>
                        <a:t>14</a:t>
                      </a:r>
                    </a:p>
                  </a:txBody>
                  <a:tcPr>
                    <a:solidFill>
                      <a:schemeClr val="bg1">
                        <a:lumMod val="85000"/>
                      </a:schemeClr>
                    </a:solidFill>
                  </a:tcPr>
                </a:tc>
                <a:tc>
                  <a:txBody>
                    <a:bodyPr/>
                    <a:lstStyle/>
                    <a:p>
                      <a:pPr algn="ctr"/>
                      <a:r>
                        <a:rPr lang="en-US" altLang="zh-CN" sz="2300" b="1">
                          <a:solidFill>
                            <a:srgbClr val="9900FF"/>
                          </a:solidFill>
                          <a:latin typeface="微软雅黑" panose="020B0503020204020204" charset="-122"/>
                          <a:ea typeface="微软雅黑" panose="020B0503020204020204" charset="-122"/>
                          <a:cs typeface="Consolas" panose="020B0609020204030204" pitchFamily="49" charset="0"/>
                        </a:rPr>
                        <a:t>7</a:t>
                      </a:r>
                    </a:p>
                  </a:txBody>
                  <a:tcPr>
                    <a:solidFill>
                      <a:schemeClr val="bg1">
                        <a:lumMod val="85000"/>
                      </a:schemeClr>
                    </a:solidFill>
                  </a:tcPr>
                </a:tc>
                <a:extLst>
                  <a:ext uri="{0D108BD9-81ED-4DB2-BD59-A6C34878D82A}">
                    <a16:rowId xmlns:a16="http://schemas.microsoft.com/office/drawing/2014/main" val="10002"/>
                  </a:ext>
                </a:extLst>
              </a:tr>
            </a:tbl>
          </a:graphicData>
        </a:graphic>
      </p:graphicFrame>
      <p:sp>
        <p:nvSpPr>
          <p:cNvPr id="3" name="TextBox 2"/>
          <p:cNvSpPr txBox="1"/>
          <p:nvPr/>
        </p:nvSpPr>
        <p:spPr>
          <a:xfrm>
            <a:off x="2142790" y="3561080"/>
            <a:ext cx="3571900" cy="1684020"/>
          </a:xfrm>
          <a:prstGeom prst="rect">
            <a:avLst/>
          </a:prstGeom>
        </p:spPr>
        <p:style>
          <a:lnRef idx="1">
            <a:schemeClr val="accent2"/>
          </a:lnRef>
          <a:fillRef idx="3">
            <a:schemeClr val="accent2"/>
          </a:fillRef>
          <a:effectRef idx="2">
            <a:schemeClr val="accent2"/>
          </a:effectRef>
          <a:fontRef idx="minor">
            <a:schemeClr val="lt1"/>
          </a:fontRef>
        </p:style>
        <p:txBody>
          <a:bodyPr wrap="square" rtlCol="0">
            <a:spAutoFit/>
          </a:bodyPr>
          <a:lstStyle/>
          <a:p>
            <a:pPr>
              <a:lnSpc>
                <a:spcPct val="150000"/>
              </a:lnSpc>
            </a:pPr>
            <a:r>
              <a:rPr lang="zh-CN" altLang="zh-CN" sz="2300" dirty="0">
                <a:solidFill>
                  <a:prstClr val="white"/>
                </a:solidFill>
                <a:latin typeface="华文楷体" panose="02010600040101010101" pitchFamily="2" charset="-122"/>
                <a:ea typeface="华文楷体" panose="02010600040101010101" pitchFamily="2" charset="-122"/>
                <a:cs typeface="微软雅黑" panose="020B0503020204020204" charset="-122"/>
              </a:rPr>
              <a:t>求解结果</a:t>
            </a:r>
          </a:p>
          <a:p>
            <a:pPr>
              <a:lnSpc>
                <a:spcPct val="150000"/>
              </a:lnSpc>
            </a:pPr>
            <a:r>
              <a:rPr lang="en-US" altLang="zh-CN" sz="2300" dirty="0">
                <a:solidFill>
                  <a:prstClr val="white"/>
                </a:solidFill>
                <a:latin typeface="华文楷体" panose="02010600040101010101" pitchFamily="2" charset="-122"/>
                <a:ea typeface="华文楷体" panose="02010600040101010101" pitchFamily="2" charset="-122"/>
                <a:cs typeface="微软雅黑" panose="020B0503020204020204" charset="-122"/>
              </a:rPr>
              <a:t>    </a:t>
            </a:r>
            <a:r>
              <a:rPr lang="zh-CN" altLang="zh-CN" sz="2300" dirty="0">
                <a:solidFill>
                  <a:prstClr val="white"/>
                </a:solidFill>
                <a:latin typeface="华文楷体" panose="02010600040101010101" pitchFamily="2" charset="-122"/>
                <a:ea typeface="华文楷体" panose="02010600040101010101" pitchFamily="2" charset="-122"/>
                <a:cs typeface="微软雅黑" panose="020B0503020204020204" charset="-122"/>
              </a:rPr>
              <a:t>总时间</a:t>
            </a:r>
            <a:r>
              <a:rPr lang="en-US" altLang="zh-CN" sz="2300" dirty="0">
                <a:solidFill>
                  <a:prstClr val="white"/>
                </a:solidFill>
                <a:latin typeface="华文楷体" panose="02010600040101010101" pitchFamily="2" charset="-122"/>
                <a:ea typeface="华文楷体" panose="02010600040101010101" pitchFamily="2" charset="-122"/>
                <a:cs typeface="微软雅黑" panose="020B0503020204020204" charset="-122"/>
              </a:rPr>
              <a:t>: 33</a:t>
            </a:r>
            <a:endParaRPr lang="zh-CN" altLang="zh-CN" sz="2300" dirty="0">
              <a:solidFill>
                <a:prstClr val="white"/>
              </a:solidFill>
              <a:latin typeface="华文楷体" panose="02010600040101010101" pitchFamily="2" charset="-122"/>
              <a:ea typeface="华文楷体" panose="02010600040101010101" pitchFamily="2" charset="-122"/>
              <a:cs typeface="微软雅黑" panose="020B0503020204020204" charset="-122"/>
            </a:endParaRPr>
          </a:p>
          <a:p>
            <a:pPr>
              <a:lnSpc>
                <a:spcPct val="150000"/>
              </a:lnSpc>
            </a:pPr>
            <a:r>
              <a:rPr lang="en-US" altLang="zh-CN" sz="2300" dirty="0">
                <a:solidFill>
                  <a:prstClr val="white"/>
                </a:solidFill>
                <a:latin typeface="华文楷体" panose="02010600040101010101" pitchFamily="2" charset="-122"/>
                <a:ea typeface="华文楷体" panose="02010600040101010101" pitchFamily="2" charset="-122"/>
                <a:cs typeface="微软雅黑" panose="020B0503020204020204" charset="-122"/>
              </a:rPr>
              <a:t>    </a:t>
            </a:r>
            <a:r>
              <a:rPr lang="zh-CN" altLang="zh-CN" sz="2300" dirty="0">
                <a:solidFill>
                  <a:prstClr val="white"/>
                </a:solidFill>
                <a:latin typeface="华文楷体" panose="02010600040101010101" pitchFamily="2" charset="-122"/>
                <a:ea typeface="华文楷体" panose="02010600040101010101" pitchFamily="2" charset="-122"/>
                <a:cs typeface="微软雅黑" panose="020B0503020204020204" charset="-122"/>
              </a:rPr>
              <a:t>调度方案</a:t>
            </a:r>
            <a:r>
              <a:rPr lang="en-US" altLang="zh-CN" sz="2300" dirty="0">
                <a:solidFill>
                  <a:prstClr val="white"/>
                </a:solidFill>
                <a:latin typeface="华文楷体" panose="02010600040101010101" pitchFamily="2" charset="-122"/>
                <a:ea typeface="华文楷体" panose="02010600040101010101" pitchFamily="2" charset="-122"/>
                <a:cs typeface="微软雅黑" panose="020B0503020204020204" charset="-122"/>
              </a:rPr>
              <a:t>: 3 1 4 2</a:t>
            </a:r>
            <a:endParaRPr lang="zh-CN" altLang="zh-CN" sz="2300" dirty="0">
              <a:solidFill>
                <a:prstClr val="white"/>
              </a:solidFill>
              <a:latin typeface="华文楷体" panose="02010600040101010101" pitchFamily="2" charset="-122"/>
              <a:ea typeface="华文楷体" panose="02010600040101010101" pitchFamily="2" charset="-122"/>
              <a:cs typeface="微软雅黑" panose="020B0503020204020204" charset="-122"/>
            </a:endParaRPr>
          </a:p>
        </p:txBody>
      </p:sp>
      <p:sp>
        <p:nvSpPr>
          <p:cNvPr id="4" name="下箭头 3"/>
          <p:cNvSpPr/>
          <p:nvPr/>
        </p:nvSpPr>
        <p:spPr>
          <a:xfrm>
            <a:off x="3642988" y="2703824"/>
            <a:ext cx="357190" cy="642942"/>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sz="2300" b="1">
              <a:solidFill>
                <a:prstClr val="white"/>
              </a:solidFill>
              <a:latin typeface="微软雅黑" panose="020B0503020204020204" charset="-122"/>
              <a:ea typeface="微软雅黑" panose="020B0503020204020204" charset="-122"/>
            </a:endParaRPr>
          </a:p>
        </p:txBody>
      </p:sp>
    </p:spTree>
  </p:cSld>
  <p:clrMapOvr>
    <a:overrideClrMapping bg1="lt1" tx1="dk1" bg2="lt2" tx2="dk2" accent1="accent1" accent2="accent2" accent3="accent3" accent4="accent4" accent5="accent5" accent6="accent6" hlink="hlink" folHlink="folHlink"/>
  </p:clrMapOvr>
</p:sld>
</file>

<file path=ppt/slides/slide79.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620686" y="1428736"/>
            <a:ext cx="7715304" cy="1684020"/>
          </a:xfrm>
          <a:prstGeom prst="rect">
            <a:avLst/>
          </a:prstGeom>
          <a:noFill/>
        </p:spPr>
        <p:txBody>
          <a:bodyPr wrap="square" rtlCol="0">
            <a:spAutoFit/>
          </a:bodyPr>
          <a:lstStyle/>
          <a:p>
            <a:pPr>
              <a:lnSpc>
                <a:spcPct val="150000"/>
              </a:lnSpc>
            </a:pPr>
            <a:r>
              <a:rPr lang="en-US" altLang="zh-CN" sz="2300" dirty="0">
                <a:solidFill>
                  <a:srgbClr val="0000FF"/>
                </a:solidFill>
                <a:latin typeface="微软雅黑" panose="020B0503020204020204" charset="-122"/>
                <a:ea typeface="微软雅黑" panose="020B0503020204020204" charset="-122"/>
                <a:cs typeface="微软雅黑" panose="020B0503020204020204" charset="-122"/>
              </a:rPr>
              <a:t>    </a:t>
            </a:r>
            <a:r>
              <a:rPr lang="zh-CN" altLang="zh-CN" sz="2300" b="1" dirty="0">
                <a:solidFill>
                  <a:srgbClr val="FF0000"/>
                </a:solidFill>
                <a:latin typeface="华文楷体" panose="02010600040101010101" pitchFamily="2" charset="-122"/>
                <a:ea typeface="华文楷体" panose="02010600040101010101" pitchFamily="2" charset="-122"/>
                <a:cs typeface="微软雅黑" panose="020B0503020204020204" charset="-122"/>
              </a:rPr>
              <a:t>【算法分析】</a:t>
            </a:r>
            <a:r>
              <a:rPr lang="zh-CN"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算法的主要时间花费在排序上，所以时间复杂度为</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O(</a:t>
            </a:r>
            <a:r>
              <a:rPr lang="en-US" altLang="zh-CN" sz="2300" b="1" i="1" dirty="0">
                <a:solidFill>
                  <a:srgbClr val="0000FF"/>
                </a:solidFill>
                <a:latin typeface="华文楷体" panose="02010600040101010101" pitchFamily="2" charset="-122"/>
                <a:ea typeface="华文楷体" panose="02010600040101010101" pitchFamily="2" charset="-122"/>
                <a:cs typeface="微软雅黑" panose="020B0503020204020204" charset="-122"/>
              </a:rPr>
              <a:t>n</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log</a:t>
            </a:r>
            <a:r>
              <a:rPr lang="en-US" altLang="zh-CN" sz="2300" b="1" baseline="-25000" dirty="0">
                <a:solidFill>
                  <a:srgbClr val="0000FF"/>
                </a:solidFill>
                <a:latin typeface="华文楷体" panose="02010600040101010101" pitchFamily="2" charset="-122"/>
                <a:ea typeface="华文楷体" panose="02010600040101010101" pitchFamily="2" charset="-122"/>
                <a:cs typeface="微软雅黑" panose="020B0503020204020204" charset="-122"/>
              </a:rPr>
              <a:t>2</a:t>
            </a:r>
            <a:r>
              <a:rPr lang="en-US" altLang="zh-CN" sz="2300" b="1" i="1" dirty="0">
                <a:solidFill>
                  <a:srgbClr val="0000FF"/>
                </a:solidFill>
                <a:latin typeface="华文楷体" panose="02010600040101010101" pitchFamily="2" charset="-122"/>
                <a:ea typeface="华文楷体" panose="02010600040101010101" pitchFamily="2" charset="-122"/>
                <a:cs typeface="微软雅黑" panose="020B0503020204020204" charset="-122"/>
              </a:rPr>
              <a:t>n</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zh-CN"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。比采用回溯法和分枝限界法求解更高效。</a:t>
            </a:r>
          </a:p>
        </p:txBody>
      </p:sp>
    </p:spTree>
  </p:cSld>
  <p:clrMapOvr>
    <a:overrideClrMapping bg1="lt1" tx1="dk1" bg2="lt2" tx2="dk2" accent1="accent1" accent2="accent2" accent3="accent3" accent4="accent4" accent5="accent5" accent6="accent6" hlink="hlink" folHlink="folHlink"/>
  </p:clrMapOvr>
</p:sld>
</file>

<file path=ppt/slides/slide80.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1488188" y="1208160"/>
            <a:ext cx="7643866" cy="3276600"/>
          </a:xfrm>
          <a:prstGeom prst="rect">
            <a:avLst/>
          </a:prstGeom>
          <a:noFill/>
        </p:spPr>
        <p:txBody>
          <a:bodyPr wrap="square" rtlCol="0">
            <a:spAutoFit/>
          </a:bodyPr>
          <a:lstStyle/>
          <a:p>
            <a:pPr>
              <a:lnSpc>
                <a:spcPct val="150000"/>
              </a:lnSpc>
            </a:pPr>
            <a:r>
              <a:rPr lang="en-US" altLang="zh-CN" sz="2300" dirty="0">
                <a:solidFill>
                  <a:srgbClr val="0000FF"/>
                </a:solidFill>
                <a:latin typeface="微软雅黑" panose="020B0503020204020204" charset="-122"/>
                <a:ea typeface="微软雅黑" panose="020B0503020204020204" charset="-122"/>
                <a:cs typeface="微软雅黑" panose="020B0503020204020204" charset="-122"/>
              </a:rPr>
              <a:t>    </a:t>
            </a:r>
            <a:r>
              <a:rPr lang="zh-CN" altLang="zh-CN" sz="2300" b="1" dirty="0">
                <a:solidFill>
                  <a:srgbClr val="FF0000"/>
                </a:solidFill>
                <a:latin typeface="华文楷体" panose="02010600040101010101" pitchFamily="2" charset="-122"/>
                <a:ea typeface="华文楷体" panose="02010600040101010101" pitchFamily="2" charset="-122"/>
                <a:cs typeface="微软雅黑" panose="020B0503020204020204" charset="-122"/>
              </a:rPr>
              <a:t>【例】</a:t>
            </a:r>
            <a:r>
              <a:rPr lang="zh-CN"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求解</a:t>
            </a:r>
            <a:r>
              <a:rPr lang="zh-CN" altLang="en-US" sz="2300" b="1" dirty="0">
                <a:solidFill>
                  <a:srgbClr val="0000FF"/>
                </a:solidFill>
                <a:latin typeface="华文楷体" panose="02010600040101010101" pitchFamily="2" charset="-122"/>
                <a:ea typeface="华文楷体" panose="02010600040101010101" pitchFamily="2" charset="-122"/>
                <a:sym typeface="Arial" panose="020B0604020202020204" pitchFamily="34" charset="0"/>
              </a:rPr>
              <a:t>畜栏</a:t>
            </a:r>
            <a:r>
              <a:rPr lang="zh-CN"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问题。农场有</a:t>
            </a:r>
            <a:r>
              <a:rPr lang="en-US" altLang="zh-CN" sz="2300" b="1" i="1" dirty="0">
                <a:solidFill>
                  <a:srgbClr val="0000FF"/>
                </a:solidFill>
                <a:latin typeface="华文楷体" panose="02010600040101010101" pitchFamily="2" charset="-122"/>
                <a:ea typeface="华文楷体" panose="02010600040101010101" pitchFamily="2" charset="-122"/>
                <a:cs typeface="微软雅黑" panose="020B0503020204020204" charset="-122"/>
              </a:rPr>
              <a:t>n</a:t>
            </a:r>
            <a:r>
              <a:rPr lang="zh-CN"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头牛，每头牛会有一个特定的时间区间</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i="1" dirty="0">
                <a:solidFill>
                  <a:srgbClr val="0000FF"/>
                </a:solidFill>
                <a:latin typeface="华文楷体" panose="02010600040101010101" pitchFamily="2" charset="-122"/>
                <a:ea typeface="华文楷体" panose="02010600040101010101" pitchFamily="2" charset="-122"/>
                <a:cs typeface="微软雅黑" panose="020B0503020204020204" charset="-122"/>
              </a:rPr>
              <a:t>b</a:t>
            </a:r>
            <a:r>
              <a:rPr lang="zh-CN"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i="1" dirty="0">
                <a:solidFill>
                  <a:srgbClr val="0000FF"/>
                </a:solidFill>
                <a:latin typeface="华文楷体" panose="02010600040101010101" pitchFamily="2" charset="-122"/>
                <a:ea typeface="华文楷体" panose="02010600040101010101" pitchFamily="2" charset="-122"/>
                <a:cs typeface="微软雅黑" panose="020B0503020204020204" charset="-122"/>
              </a:rPr>
              <a:t>e</a:t>
            </a: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zh-CN"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在</a:t>
            </a:r>
            <a:r>
              <a:rPr lang="zh-CN" altLang="en-US" sz="2300" b="1" dirty="0">
                <a:solidFill>
                  <a:srgbClr val="0000FF"/>
                </a:solidFill>
                <a:latin typeface="华文楷体" panose="02010600040101010101" pitchFamily="2" charset="-122"/>
                <a:ea typeface="华文楷体" panose="02010600040101010101" pitchFamily="2" charset="-122"/>
                <a:sym typeface="Arial" panose="020B0604020202020204" pitchFamily="34" charset="0"/>
              </a:rPr>
              <a:t>畜栏</a:t>
            </a:r>
            <a:r>
              <a:rPr lang="zh-CN"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里挤牛奶，并且一个</a:t>
            </a:r>
            <a:r>
              <a:rPr lang="zh-CN" altLang="en-US" sz="2300" b="1" dirty="0">
                <a:solidFill>
                  <a:srgbClr val="0000FF"/>
                </a:solidFill>
                <a:latin typeface="华文楷体" panose="02010600040101010101" pitchFamily="2" charset="-122"/>
                <a:ea typeface="华文楷体" panose="02010600040101010101" pitchFamily="2" charset="-122"/>
                <a:sym typeface="Arial" panose="020B0604020202020204" pitchFamily="34" charset="0"/>
              </a:rPr>
              <a:t>畜栏</a:t>
            </a:r>
            <a:r>
              <a:rPr lang="zh-CN"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里任何时刻只能有一头牛挤奶。</a:t>
            </a:r>
            <a:endPar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endParaRPr>
          </a:p>
          <a:p>
            <a:pPr>
              <a:lnSpc>
                <a:spcPct val="150000"/>
              </a:lnSpc>
            </a:pP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    </a:t>
            </a:r>
            <a:r>
              <a:rPr lang="zh-CN"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现在农场主希望知道最少</a:t>
            </a:r>
            <a:r>
              <a:rPr lang="zh-CN" altLang="en-US" sz="2300" b="1" dirty="0">
                <a:solidFill>
                  <a:srgbClr val="0000FF"/>
                </a:solidFill>
                <a:latin typeface="华文楷体" panose="02010600040101010101" pitchFamily="2" charset="-122"/>
                <a:ea typeface="华文楷体" panose="02010600040101010101" pitchFamily="2" charset="-122"/>
                <a:sym typeface="Arial" panose="020B0604020202020204" pitchFamily="34" charset="0"/>
              </a:rPr>
              <a:t>畜栏</a:t>
            </a:r>
            <a:r>
              <a:rPr lang="zh-CN"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能够满足上述要求，并给出每头牛被安排的方案。对于多种可行方案，输出一种即可。</a:t>
            </a:r>
          </a:p>
        </p:txBody>
      </p:sp>
      <p:sp>
        <p:nvSpPr>
          <p:cNvPr id="3" name="基础扎实 / Strong Preparation">
            <a:extLst>
              <a:ext uri="{FF2B5EF4-FFF2-40B4-BE49-F238E27FC236}">
                <a16:creationId xmlns:a16="http://schemas.microsoft.com/office/drawing/2014/main" id="{71A25F9D-12A3-6FEA-3386-B600CD6BC7FB}"/>
              </a:ext>
            </a:extLst>
          </p:cNvPr>
          <p:cNvSpPr txBox="1"/>
          <p:nvPr/>
        </p:nvSpPr>
        <p:spPr>
          <a:xfrm>
            <a:off x="3161561" y="431896"/>
            <a:ext cx="5868878" cy="561530"/>
          </a:xfrm>
          <a:prstGeom prst="rect">
            <a:avLst/>
          </a:prstGeom>
          <a:noFill/>
          <a:ln>
            <a:noFill/>
          </a:ln>
        </p:spPr>
        <p:txBody>
          <a:bodyPr wrap="square" lIns="68533" tIns="34266" rIns="68533" bIns="34266" rtlCol="0">
            <a:spAutoFit/>
          </a:bodyPr>
          <a:lstStyle/>
          <a:p>
            <a:pPr algn="ctr" defTabSz="950405" fontAlgn="auto">
              <a:spcBef>
                <a:spcPts val="0"/>
              </a:spcBef>
              <a:spcAft>
                <a:spcPts val="0"/>
              </a:spcAft>
              <a:buClr>
                <a:prstClr val="white"/>
              </a:buClr>
              <a:defRPr/>
            </a:pPr>
            <a:r>
              <a:rPr lang="en-US" altLang="zh-CN" sz="3199" b="1" spc="50" dirty="0">
                <a:ln w="11430"/>
                <a:solidFill>
                  <a:srgbClr val="006600"/>
                </a:solidFill>
                <a:latin typeface="华文楷体" panose="02010600040101010101" pitchFamily="2" charset="-122"/>
                <a:ea typeface="华文楷体" panose="02010600040101010101" pitchFamily="2" charset="-122"/>
                <a:sym typeface="Arial" panose="020B0604020202020204" pitchFamily="34" charset="0"/>
              </a:rPr>
              <a:t>6</a:t>
            </a:r>
            <a:r>
              <a:rPr lang="zh-CN" altLang="en-US" sz="3199" b="1" spc="50" dirty="0">
                <a:ln w="11430"/>
                <a:solidFill>
                  <a:srgbClr val="006600"/>
                </a:solidFill>
                <a:latin typeface="华文楷体" panose="02010600040101010101" pitchFamily="2" charset="-122"/>
                <a:ea typeface="华文楷体" panose="02010600040101010101" pitchFamily="2" charset="-122"/>
                <a:sym typeface="Arial" panose="020B0604020202020204" pitchFamily="34" charset="0"/>
              </a:rPr>
              <a:t>.</a:t>
            </a:r>
            <a:r>
              <a:rPr lang="en-US" altLang="zh-CN" sz="3199" b="1" spc="50" dirty="0">
                <a:ln w="11430"/>
                <a:solidFill>
                  <a:srgbClr val="006600"/>
                </a:solidFill>
                <a:latin typeface="华文楷体" panose="02010600040101010101" pitchFamily="2" charset="-122"/>
                <a:ea typeface="华文楷体" panose="02010600040101010101" pitchFamily="2" charset="-122"/>
                <a:sym typeface="Arial" panose="020B0604020202020204" pitchFamily="34" charset="0"/>
              </a:rPr>
              <a:t>7</a:t>
            </a:r>
            <a:r>
              <a:rPr lang="zh-CN" altLang="en-US" sz="3199" b="1" spc="50" dirty="0">
                <a:ln w="11430"/>
                <a:solidFill>
                  <a:srgbClr val="006600"/>
                </a:solidFill>
                <a:latin typeface="华文楷体" panose="02010600040101010101" pitchFamily="2" charset="-122"/>
                <a:ea typeface="华文楷体" panose="02010600040101010101" pitchFamily="2" charset="-122"/>
                <a:sym typeface="Arial" panose="020B0604020202020204" pitchFamily="34" charset="0"/>
              </a:rPr>
              <a:t> 畜栏问题</a:t>
            </a:r>
          </a:p>
        </p:txBody>
      </p:sp>
    </p:spTree>
    <p:extLst>
      <p:ext uri="{BB962C8B-B14F-4D97-AF65-F5344CB8AC3E}">
        <p14:creationId xmlns:p14="http://schemas.microsoft.com/office/powerpoint/2010/main" val="2523843452"/>
      </p:ext>
    </p:extLst>
  </p:cSld>
  <p:clrMapOvr>
    <a:overrideClrMapping bg1="lt1" tx1="dk1" bg2="lt2" tx2="dk2" accent1="accent1" accent2="accent2" accent3="accent3" accent4="accent4" accent5="accent5" accent6="accent6" hlink="hlink" folHlink="folHlink"/>
  </p:clrMapOvr>
</p:sld>
</file>

<file path=ppt/slides/slide81.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graphicFrame>
        <p:nvGraphicFramePr>
          <p:cNvPr id="2" name="表格 1"/>
          <p:cNvGraphicFramePr>
            <a:graphicFrameLocks noGrp="1"/>
          </p:cNvGraphicFramePr>
          <p:nvPr>
            <p:extLst>
              <p:ext uri="{D42A27DB-BD31-4B8C-83A1-F6EECF244321}">
                <p14:modId xmlns:p14="http://schemas.microsoft.com/office/powerpoint/2010/main" val="3859346851"/>
              </p:ext>
            </p:extLst>
          </p:nvPr>
        </p:nvGraphicFramePr>
        <p:xfrm>
          <a:off x="1316179" y="1407359"/>
          <a:ext cx="7429554" cy="1477138"/>
        </p:xfrm>
        <a:graphic>
          <a:graphicData uri="http://schemas.openxmlformats.org/drawingml/2006/table">
            <a:tbl>
              <a:tblPr/>
              <a:tblGrid>
                <a:gridCol w="1806517">
                  <a:extLst>
                    <a:ext uri="{9D8B030D-6E8A-4147-A177-3AD203B41FA5}">
                      <a16:colId xmlns:a16="http://schemas.microsoft.com/office/drawing/2014/main" val="20000"/>
                    </a:ext>
                  </a:extLst>
                </a:gridCol>
                <a:gridCol w="803291">
                  <a:extLst>
                    <a:ext uri="{9D8B030D-6E8A-4147-A177-3AD203B41FA5}">
                      <a16:colId xmlns:a16="http://schemas.microsoft.com/office/drawing/2014/main" val="20001"/>
                    </a:ext>
                  </a:extLst>
                </a:gridCol>
                <a:gridCol w="803275">
                  <a:extLst>
                    <a:ext uri="{9D8B030D-6E8A-4147-A177-3AD203B41FA5}">
                      <a16:colId xmlns:a16="http://schemas.microsoft.com/office/drawing/2014/main" val="20002"/>
                    </a:ext>
                  </a:extLst>
                </a:gridCol>
                <a:gridCol w="803307">
                  <a:extLst>
                    <a:ext uri="{9D8B030D-6E8A-4147-A177-3AD203B41FA5}">
                      <a16:colId xmlns:a16="http://schemas.microsoft.com/office/drawing/2014/main" val="20003"/>
                    </a:ext>
                  </a:extLst>
                </a:gridCol>
                <a:gridCol w="803275">
                  <a:extLst>
                    <a:ext uri="{9D8B030D-6E8A-4147-A177-3AD203B41FA5}">
                      <a16:colId xmlns:a16="http://schemas.microsoft.com/office/drawing/2014/main" val="20004"/>
                    </a:ext>
                  </a:extLst>
                </a:gridCol>
                <a:gridCol w="803307">
                  <a:extLst>
                    <a:ext uri="{9D8B030D-6E8A-4147-A177-3AD203B41FA5}">
                      <a16:colId xmlns:a16="http://schemas.microsoft.com/office/drawing/2014/main" val="20005"/>
                    </a:ext>
                  </a:extLst>
                </a:gridCol>
                <a:gridCol w="803291">
                  <a:extLst>
                    <a:ext uri="{9D8B030D-6E8A-4147-A177-3AD203B41FA5}">
                      <a16:colId xmlns:a16="http://schemas.microsoft.com/office/drawing/2014/main" val="20006"/>
                    </a:ext>
                  </a:extLst>
                </a:gridCol>
                <a:gridCol w="803291">
                  <a:extLst>
                    <a:ext uri="{9D8B030D-6E8A-4147-A177-3AD203B41FA5}">
                      <a16:colId xmlns:a16="http://schemas.microsoft.com/office/drawing/2014/main" val="20007"/>
                    </a:ext>
                  </a:extLst>
                </a:gridCol>
              </a:tblGrid>
              <a:tr h="525780">
                <a:tc>
                  <a:txBody>
                    <a:bodyPr/>
                    <a:lstStyle/>
                    <a:p>
                      <a:pPr indent="0" algn="ctr">
                        <a:lnSpc>
                          <a:spcPct val="150000"/>
                        </a:lnSpc>
                        <a:spcAft>
                          <a:spcPts val="0"/>
                        </a:spcAft>
                      </a:pPr>
                      <a:r>
                        <a:rPr lang="en-US" sz="2300" b="1" i="1" kern="100">
                          <a:solidFill>
                            <a:srgbClr val="00B0F0"/>
                          </a:solidFill>
                          <a:latin typeface="微软雅黑" panose="020B0503020204020204" charset="-122"/>
                          <a:ea typeface="微软雅黑" panose="020B0503020204020204" charset="-122"/>
                          <a:cs typeface="Consolas" panose="020B0609020204030204" pitchFamily="49" charset="0"/>
                        </a:rPr>
                        <a:t>i</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alpha val="0"/>
                      </a:schemeClr>
                    </a:solidFill>
                  </a:tcPr>
                </a:tc>
                <a:tc>
                  <a:txBody>
                    <a:bodyPr/>
                    <a:lstStyle/>
                    <a:p>
                      <a:pPr indent="0" algn="ctr">
                        <a:lnSpc>
                          <a:spcPct val="150000"/>
                        </a:lnSpc>
                        <a:spcAft>
                          <a:spcPts val="0"/>
                        </a:spcAft>
                      </a:pPr>
                      <a:r>
                        <a:rPr lang="en-US" sz="2300" b="1" kern="100">
                          <a:solidFill>
                            <a:srgbClr val="C00000"/>
                          </a:solidFill>
                          <a:latin typeface="微软雅黑" panose="020B0503020204020204" charset="-122"/>
                          <a:ea typeface="微软雅黑" panose="020B0503020204020204" charset="-122"/>
                          <a:cs typeface="Consolas" panose="020B0609020204030204" pitchFamily="49" charset="0"/>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alpha val="0"/>
                      </a:schemeClr>
                    </a:solidFill>
                  </a:tcPr>
                </a:tc>
                <a:tc>
                  <a:txBody>
                    <a:bodyPr/>
                    <a:lstStyle/>
                    <a:p>
                      <a:pPr indent="0" algn="ctr">
                        <a:lnSpc>
                          <a:spcPct val="150000"/>
                        </a:lnSpc>
                        <a:spcAft>
                          <a:spcPts val="0"/>
                        </a:spcAft>
                      </a:pPr>
                      <a:r>
                        <a:rPr lang="en-US" sz="2300" b="1" kern="100" dirty="0">
                          <a:solidFill>
                            <a:srgbClr val="C00000"/>
                          </a:solidFill>
                          <a:latin typeface="微软雅黑" panose="020B0503020204020204" charset="-122"/>
                          <a:ea typeface="微软雅黑" panose="020B0503020204020204" charset="-122"/>
                          <a:cs typeface="Consolas" panose="020B0609020204030204" pitchFamily="49"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alpha val="0"/>
                      </a:schemeClr>
                    </a:solidFill>
                  </a:tcPr>
                </a:tc>
                <a:tc>
                  <a:txBody>
                    <a:bodyPr/>
                    <a:lstStyle/>
                    <a:p>
                      <a:pPr indent="0" algn="ctr">
                        <a:lnSpc>
                          <a:spcPct val="150000"/>
                        </a:lnSpc>
                        <a:spcAft>
                          <a:spcPts val="0"/>
                        </a:spcAft>
                      </a:pPr>
                      <a:r>
                        <a:rPr lang="en-US" sz="2300" b="1" kern="100">
                          <a:solidFill>
                            <a:srgbClr val="C00000"/>
                          </a:solidFill>
                          <a:latin typeface="微软雅黑" panose="020B0503020204020204" charset="-122"/>
                          <a:ea typeface="微软雅黑" panose="020B0503020204020204" charset="-122"/>
                          <a:cs typeface="Consolas" panose="020B0609020204030204" pitchFamily="49" charset="0"/>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alpha val="0"/>
                      </a:schemeClr>
                    </a:solidFill>
                  </a:tcPr>
                </a:tc>
                <a:tc>
                  <a:txBody>
                    <a:bodyPr/>
                    <a:lstStyle/>
                    <a:p>
                      <a:pPr indent="0" algn="ctr">
                        <a:lnSpc>
                          <a:spcPct val="150000"/>
                        </a:lnSpc>
                        <a:spcAft>
                          <a:spcPts val="0"/>
                        </a:spcAft>
                      </a:pPr>
                      <a:r>
                        <a:rPr lang="en-US" sz="2300" b="1" kern="100">
                          <a:solidFill>
                            <a:srgbClr val="C00000"/>
                          </a:solidFill>
                          <a:latin typeface="微软雅黑" panose="020B0503020204020204" charset="-122"/>
                          <a:ea typeface="微软雅黑" panose="020B0503020204020204" charset="-122"/>
                          <a:cs typeface="Consolas" panose="020B0609020204030204" pitchFamily="49" charset="0"/>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alpha val="0"/>
                      </a:schemeClr>
                    </a:solidFill>
                  </a:tcPr>
                </a:tc>
                <a:tc>
                  <a:txBody>
                    <a:bodyPr/>
                    <a:lstStyle/>
                    <a:p>
                      <a:pPr indent="0" algn="ctr">
                        <a:lnSpc>
                          <a:spcPct val="150000"/>
                        </a:lnSpc>
                        <a:spcAft>
                          <a:spcPts val="0"/>
                        </a:spcAft>
                      </a:pPr>
                      <a:r>
                        <a:rPr lang="en-US" sz="2300" b="1" kern="100">
                          <a:solidFill>
                            <a:srgbClr val="C00000"/>
                          </a:solidFill>
                          <a:latin typeface="微软雅黑" panose="020B0503020204020204" charset="-122"/>
                          <a:ea typeface="微软雅黑" panose="020B0503020204020204" charset="-122"/>
                          <a:cs typeface="Consolas" panose="020B0609020204030204" pitchFamily="49" charset="0"/>
                        </a:rPr>
                        <a:t>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alpha val="0"/>
                      </a:schemeClr>
                    </a:solidFill>
                  </a:tcPr>
                </a:tc>
                <a:tc>
                  <a:txBody>
                    <a:bodyPr/>
                    <a:lstStyle/>
                    <a:p>
                      <a:pPr indent="0" algn="ctr">
                        <a:lnSpc>
                          <a:spcPct val="150000"/>
                        </a:lnSpc>
                        <a:spcAft>
                          <a:spcPts val="0"/>
                        </a:spcAft>
                      </a:pPr>
                      <a:r>
                        <a:rPr lang="en-US" sz="2300" b="1" kern="100">
                          <a:solidFill>
                            <a:srgbClr val="C00000"/>
                          </a:solidFill>
                          <a:latin typeface="微软雅黑" panose="020B0503020204020204" charset="-122"/>
                          <a:ea typeface="微软雅黑" panose="020B0503020204020204" charset="-122"/>
                          <a:cs typeface="Consolas" panose="020B0609020204030204" pitchFamily="49" charset="0"/>
                        </a:rPr>
                        <a:t>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alpha val="0"/>
                      </a:schemeClr>
                    </a:solidFill>
                  </a:tcPr>
                </a:tc>
                <a:tc>
                  <a:txBody>
                    <a:bodyPr/>
                    <a:lstStyle/>
                    <a:p>
                      <a:pPr indent="0" algn="ctr">
                        <a:lnSpc>
                          <a:spcPct val="150000"/>
                        </a:lnSpc>
                        <a:spcAft>
                          <a:spcPts val="0"/>
                        </a:spcAft>
                      </a:pPr>
                      <a:r>
                        <a:rPr lang="en-US" sz="2300" b="1" kern="100">
                          <a:solidFill>
                            <a:srgbClr val="C00000"/>
                          </a:solidFill>
                          <a:latin typeface="微软雅黑" panose="020B0503020204020204" charset="-122"/>
                          <a:ea typeface="微软雅黑" panose="020B0503020204020204" charset="-122"/>
                          <a:cs typeface="Consolas" panose="020B0609020204030204" pitchFamily="49" charset="0"/>
                        </a:rPr>
                        <a:t>7</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alpha val="0"/>
                      </a:schemeClr>
                    </a:solidFill>
                  </a:tcPr>
                </a:tc>
                <a:extLst>
                  <a:ext uri="{0D108BD9-81ED-4DB2-BD59-A6C34878D82A}">
                    <a16:rowId xmlns:a16="http://schemas.microsoft.com/office/drawing/2014/main" val="10000"/>
                  </a:ext>
                </a:extLst>
              </a:tr>
              <a:tr h="441327">
                <a:tc>
                  <a:txBody>
                    <a:bodyPr/>
                    <a:lstStyle/>
                    <a:p>
                      <a:pPr indent="0" algn="ctr">
                        <a:lnSpc>
                          <a:spcPct val="150000"/>
                        </a:lnSpc>
                        <a:spcAft>
                          <a:spcPts val="0"/>
                        </a:spcAft>
                      </a:pPr>
                      <a:r>
                        <a:rPr lang="zh-CN" sz="2300" b="1" kern="100" dirty="0">
                          <a:solidFill>
                            <a:srgbClr val="0000FF"/>
                          </a:solidFill>
                          <a:latin typeface="华文楷体" panose="02010600040101010101" pitchFamily="2" charset="-122"/>
                          <a:ea typeface="华文楷体" panose="02010600040101010101" pitchFamily="2" charset="-122"/>
                          <a:cs typeface="Consolas" panose="020B0609020204030204" pitchFamily="49" charset="0"/>
                        </a:rPr>
                        <a:t>开始时间</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alpha val="0"/>
                      </a:schemeClr>
                    </a:solidFill>
                  </a:tcPr>
                </a:tc>
                <a:tc>
                  <a:txBody>
                    <a:bodyPr/>
                    <a:lstStyle/>
                    <a:p>
                      <a:pPr indent="0" algn="ctr">
                        <a:lnSpc>
                          <a:spcPct val="150000"/>
                        </a:lnSpc>
                        <a:spcAft>
                          <a:spcPts val="0"/>
                        </a:spcAft>
                      </a:pPr>
                      <a:r>
                        <a:rPr lang="en-US" sz="2300" b="1" kern="100" dirty="0">
                          <a:solidFill>
                            <a:srgbClr val="0000FF"/>
                          </a:solidFill>
                          <a:latin typeface="微软雅黑" panose="020B0503020204020204" charset="-122"/>
                          <a:ea typeface="微软雅黑" panose="020B0503020204020204" charset="-122"/>
                          <a:cs typeface="Consolas" panose="020B0609020204030204" pitchFamily="49" charset="0"/>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alpha val="0"/>
                      </a:schemeClr>
                    </a:solidFill>
                  </a:tcPr>
                </a:tc>
                <a:tc>
                  <a:txBody>
                    <a:bodyPr/>
                    <a:lstStyle/>
                    <a:p>
                      <a:pPr indent="0" algn="ctr">
                        <a:lnSpc>
                          <a:spcPct val="150000"/>
                        </a:lnSpc>
                        <a:spcAft>
                          <a:spcPts val="0"/>
                        </a:spcAft>
                      </a:pPr>
                      <a:r>
                        <a:rPr lang="en-US" altLang="zh-CN" sz="2300" b="1" kern="100" dirty="0">
                          <a:solidFill>
                            <a:srgbClr val="0000FF"/>
                          </a:solidFill>
                          <a:latin typeface="微软雅黑" panose="020B0503020204020204" charset="-122"/>
                          <a:ea typeface="微软雅黑" panose="020B0503020204020204" charset="-122"/>
                          <a:cs typeface="Consolas" panose="020B0609020204030204" pitchFamily="49"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alpha val="0"/>
                      </a:schemeClr>
                    </a:solidFill>
                  </a:tcPr>
                </a:tc>
                <a:tc>
                  <a:txBody>
                    <a:bodyPr/>
                    <a:lstStyle/>
                    <a:p>
                      <a:pPr indent="0" algn="ctr">
                        <a:lnSpc>
                          <a:spcPct val="150000"/>
                        </a:lnSpc>
                        <a:spcAft>
                          <a:spcPts val="0"/>
                        </a:spcAft>
                      </a:pPr>
                      <a:r>
                        <a:rPr lang="en-US" altLang="zh-CN" sz="2300" b="1" kern="100" dirty="0">
                          <a:solidFill>
                            <a:srgbClr val="0000FF"/>
                          </a:solidFill>
                          <a:latin typeface="微软雅黑" panose="020B0503020204020204" charset="-122"/>
                          <a:ea typeface="微软雅黑" panose="020B0503020204020204" charset="-122"/>
                          <a:cs typeface="Consolas" panose="020B0609020204030204" pitchFamily="49" charset="0"/>
                        </a:rPr>
                        <a:t>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alpha val="0"/>
                      </a:schemeClr>
                    </a:solidFill>
                  </a:tcPr>
                </a:tc>
                <a:tc>
                  <a:txBody>
                    <a:bodyPr/>
                    <a:lstStyle/>
                    <a:p>
                      <a:pPr indent="0" algn="ctr">
                        <a:lnSpc>
                          <a:spcPct val="150000"/>
                        </a:lnSpc>
                        <a:spcAft>
                          <a:spcPts val="0"/>
                        </a:spcAft>
                      </a:pPr>
                      <a:r>
                        <a:rPr lang="en-US" altLang="zh-CN" sz="2300" b="1" kern="100">
                          <a:solidFill>
                            <a:srgbClr val="0000FF"/>
                          </a:solidFill>
                          <a:latin typeface="微软雅黑" panose="020B0503020204020204" charset="-122"/>
                          <a:ea typeface="微软雅黑" panose="020B0503020204020204" charset="-122"/>
                          <a:cs typeface="Consolas" panose="020B0609020204030204" pitchFamily="49" charset="0"/>
                        </a:rPr>
                        <a:t>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alpha val="0"/>
                      </a:schemeClr>
                    </a:solidFill>
                  </a:tcPr>
                </a:tc>
                <a:tc>
                  <a:txBody>
                    <a:bodyPr/>
                    <a:lstStyle/>
                    <a:p>
                      <a:pPr indent="0" algn="ctr">
                        <a:lnSpc>
                          <a:spcPct val="150000"/>
                        </a:lnSpc>
                        <a:spcAft>
                          <a:spcPts val="0"/>
                        </a:spcAft>
                      </a:pPr>
                      <a:r>
                        <a:rPr lang="en-US" altLang="zh-CN" sz="2300" b="1" kern="100">
                          <a:solidFill>
                            <a:srgbClr val="0000FF"/>
                          </a:solidFill>
                          <a:latin typeface="微软雅黑" panose="020B0503020204020204" charset="-122"/>
                          <a:ea typeface="微软雅黑" panose="020B0503020204020204" charset="-122"/>
                          <a:cs typeface="Consolas" panose="020B0609020204030204" pitchFamily="49" charset="0"/>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alpha val="0"/>
                      </a:schemeClr>
                    </a:solidFill>
                  </a:tcPr>
                </a:tc>
                <a:tc>
                  <a:txBody>
                    <a:bodyPr/>
                    <a:lstStyle/>
                    <a:p>
                      <a:pPr indent="0" algn="ctr">
                        <a:lnSpc>
                          <a:spcPct val="150000"/>
                        </a:lnSpc>
                        <a:spcAft>
                          <a:spcPts val="0"/>
                        </a:spcAft>
                      </a:pPr>
                      <a:r>
                        <a:rPr lang="en-US" altLang="zh-CN" sz="2300" b="1" kern="100">
                          <a:solidFill>
                            <a:srgbClr val="0000FF"/>
                          </a:solidFill>
                          <a:latin typeface="微软雅黑" panose="020B0503020204020204" charset="-122"/>
                          <a:ea typeface="微软雅黑" panose="020B0503020204020204" charset="-122"/>
                          <a:cs typeface="Consolas" panose="020B0609020204030204" pitchFamily="49" charset="0"/>
                        </a:rPr>
                        <a:t>12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alpha val="0"/>
                      </a:schemeClr>
                    </a:solidFill>
                  </a:tcPr>
                </a:tc>
                <a:tc>
                  <a:txBody>
                    <a:bodyPr/>
                    <a:lstStyle/>
                    <a:p>
                      <a:pPr indent="0" algn="ctr">
                        <a:lnSpc>
                          <a:spcPct val="150000"/>
                        </a:lnSpc>
                        <a:spcAft>
                          <a:spcPts val="0"/>
                        </a:spcAft>
                      </a:pPr>
                      <a:r>
                        <a:rPr lang="en-US" altLang="zh-CN" sz="2300" b="1" kern="100">
                          <a:solidFill>
                            <a:srgbClr val="0000FF"/>
                          </a:solidFill>
                          <a:latin typeface="微软雅黑" panose="020B0503020204020204" charset="-122"/>
                          <a:ea typeface="微软雅黑" panose="020B0503020204020204" charset="-122"/>
                          <a:cs typeface="Consolas" panose="020B0609020204030204" pitchFamily="49" charset="0"/>
                        </a:rPr>
                        <a:t>11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alpha val="0"/>
                      </a:schemeClr>
                    </a:solidFill>
                  </a:tcPr>
                </a:tc>
                <a:extLst>
                  <a:ext uri="{0D108BD9-81ED-4DB2-BD59-A6C34878D82A}">
                    <a16:rowId xmlns:a16="http://schemas.microsoft.com/office/drawing/2014/main" val="10001"/>
                  </a:ext>
                </a:extLst>
              </a:tr>
              <a:tr h="441327">
                <a:tc>
                  <a:txBody>
                    <a:bodyPr/>
                    <a:lstStyle/>
                    <a:p>
                      <a:pPr indent="0" algn="ctr">
                        <a:lnSpc>
                          <a:spcPct val="150000"/>
                        </a:lnSpc>
                        <a:spcAft>
                          <a:spcPts val="0"/>
                        </a:spcAft>
                      </a:pPr>
                      <a:r>
                        <a:rPr lang="zh-CN" sz="2300" b="1" kern="100" dirty="0">
                          <a:solidFill>
                            <a:srgbClr val="0000FF"/>
                          </a:solidFill>
                          <a:latin typeface="华文楷体" panose="02010600040101010101" pitchFamily="2" charset="-122"/>
                          <a:ea typeface="华文楷体" panose="02010600040101010101" pitchFamily="2" charset="-122"/>
                          <a:cs typeface="Consolas" panose="020B0609020204030204" pitchFamily="49" charset="0"/>
                        </a:rPr>
                        <a:t>结束时间</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alpha val="0"/>
                      </a:schemeClr>
                    </a:solidFill>
                  </a:tcPr>
                </a:tc>
                <a:tc>
                  <a:txBody>
                    <a:bodyPr/>
                    <a:lstStyle/>
                    <a:p>
                      <a:pPr indent="0" algn="ctr">
                        <a:lnSpc>
                          <a:spcPct val="150000"/>
                        </a:lnSpc>
                        <a:spcAft>
                          <a:spcPts val="0"/>
                        </a:spcAft>
                      </a:pPr>
                      <a:r>
                        <a:rPr lang="en-US" sz="2300" b="1" kern="100">
                          <a:solidFill>
                            <a:srgbClr val="0000FF"/>
                          </a:solidFill>
                          <a:latin typeface="微软雅黑" panose="020B0503020204020204" charset="-122"/>
                          <a:ea typeface="微软雅黑" panose="020B0503020204020204" charset="-122"/>
                          <a:cs typeface="Consolas" panose="020B0609020204030204" pitchFamily="49" charset="0"/>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alpha val="0"/>
                      </a:schemeClr>
                    </a:solidFill>
                  </a:tcPr>
                </a:tc>
                <a:tc>
                  <a:txBody>
                    <a:bodyPr/>
                    <a:lstStyle/>
                    <a:p>
                      <a:pPr indent="0" algn="ctr">
                        <a:lnSpc>
                          <a:spcPct val="150000"/>
                        </a:lnSpc>
                        <a:spcAft>
                          <a:spcPts val="0"/>
                        </a:spcAft>
                      </a:pPr>
                      <a:r>
                        <a:rPr lang="en-US" sz="2300" b="1" kern="100">
                          <a:solidFill>
                            <a:srgbClr val="0000FF"/>
                          </a:solidFill>
                          <a:latin typeface="微软雅黑" panose="020B0503020204020204" charset="-122"/>
                          <a:ea typeface="微软雅黑" panose="020B0503020204020204" charset="-122"/>
                          <a:cs typeface="Consolas" panose="020B0609020204030204" pitchFamily="49" charset="0"/>
                        </a:rPr>
                        <a:t>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alpha val="0"/>
                      </a:schemeClr>
                    </a:solidFill>
                  </a:tcPr>
                </a:tc>
                <a:tc>
                  <a:txBody>
                    <a:bodyPr/>
                    <a:lstStyle/>
                    <a:p>
                      <a:pPr indent="0" algn="ctr">
                        <a:lnSpc>
                          <a:spcPct val="150000"/>
                        </a:lnSpc>
                        <a:spcAft>
                          <a:spcPts val="0"/>
                        </a:spcAft>
                      </a:pPr>
                      <a:r>
                        <a:rPr lang="en-US" altLang="zh-CN" sz="2300" b="1" kern="100">
                          <a:solidFill>
                            <a:srgbClr val="0000FF"/>
                          </a:solidFill>
                          <a:latin typeface="微软雅黑" panose="020B0503020204020204" charset="-122"/>
                          <a:ea typeface="微软雅黑" panose="020B0503020204020204" charset="-122"/>
                          <a:cs typeface="Consolas" panose="020B0609020204030204" pitchFamily="49" charset="0"/>
                        </a:rPr>
                        <a:t>7</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alpha val="0"/>
                      </a:schemeClr>
                    </a:solidFill>
                  </a:tcPr>
                </a:tc>
                <a:tc>
                  <a:txBody>
                    <a:bodyPr/>
                    <a:lstStyle/>
                    <a:p>
                      <a:pPr indent="0" algn="ctr">
                        <a:lnSpc>
                          <a:spcPct val="150000"/>
                        </a:lnSpc>
                        <a:spcAft>
                          <a:spcPts val="0"/>
                        </a:spcAft>
                      </a:pPr>
                      <a:r>
                        <a:rPr lang="en-US" altLang="zh-CN" sz="2300" b="1" kern="100" dirty="0">
                          <a:solidFill>
                            <a:srgbClr val="0000FF"/>
                          </a:solidFill>
                          <a:latin typeface="微软雅黑" panose="020B0503020204020204" charset="-122"/>
                          <a:ea typeface="微软雅黑" panose="020B0503020204020204" charset="-122"/>
                          <a:cs typeface="Consolas" panose="020B0609020204030204" pitchFamily="49" charset="0"/>
                        </a:rPr>
                        <a:t>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alpha val="0"/>
                      </a:schemeClr>
                    </a:solidFill>
                  </a:tcPr>
                </a:tc>
                <a:tc>
                  <a:txBody>
                    <a:bodyPr/>
                    <a:lstStyle/>
                    <a:p>
                      <a:pPr indent="0" algn="ctr">
                        <a:lnSpc>
                          <a:spcPct val="150000"/>
                        </a:lnSpc>
                        <a:spcAft>
                          <a:spcPts val="0"/>
                        </a:spcAft>
                      </a:pPr>
                      <a:r>
                        <a:rPr lang="en-US" altLang="zh-CN" sz="2300" b="1" kern="100" dirty="0">
                          <a:solidFill>
                            <a:srgbClr val="0000FF"/>
                          </a:solidFill>
                          <a:latin typeface="微软雅黑" panose="020B0503020204020204" charset="-122"/>
                          <a:ea typeface="微软雅黑" panose="020B0503020204020204" charset="-122"/>
                          <a:cs typeface="Consolas" panose="020B0609020204030204" pitchFamily="49" charset="0"/>
                        </a:rPr>
                        <a:t>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alpha val="0"/>
                      </a:schemeClr>
                    </a:solidFill>
                  </a:tcPr>
                </a:tc>
                <a:tc>
                  <a:txBody>
                    <a:bodyPr/>
                    <a:lstStyle/>
                    <a:p>
                      <a:pPr indent="0" algn="ctr">
                        <a:lnSpc>
                          <a:spcPct val="150000"/>
                        </a:lnSpc>
                        <a:spcAft>
                          <a:spcPts val="0"/>
                        </a:spcAft>
                      </a:pPr>
                      <a:r>
                        <a:rPr lang="en-US" altLang="zh-CN" sz="2300" b="1" kern="100" dirty="0">
                          <a:solidFill>
                            <a:srgbClr val="0000FF"/>
                          </a:solidFill>
                          <a:latin typeface="微软雅黑" panose="020B0503020204020204" charset="-122"/>
                          <a:ea typeface="微软雅黑" panose="020B0503020204020204" charset="-122"/>
                          <a:cs typeface="Consolas" panose="020B0609020204030204" pitchFamily="49" charset="0"/>
                        </a:rPr>
                        <a:t>13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alpha val="0"/>
                      </a:schemeClr>
                    </a:solidFill>
                  </a:tcPr>
                </a:tc>
                <a:tc>
                  <a:txBody>
                    <a:bodyPr/>
                    <a:lstStyle/>
                    <a:p>
                      <a:pPr indent="0" algn="ctr">
                        <a:lnSpc>
                          <a:spcPct val="150000"/>
                        </a:lnSpc>
                        <a:spcAft>
                          <a:spcPts val="0"/>
                        </a:spcAft>
                      </a:pPr>
                      <a:r>
                        <a:rPr lang="en-US" sz="2300" b="1" kern="100" dirty="0">
                          <a:solidFill>
                            <a:srgbClr val="0000FF"/>
                          </a:solidFill>
                          <a:latin typeface="微软雅黑" panose="020B0503020204020204" charset="-122"/>
                          <a:ea typeface="微软雅黑" panose="020B0503020204020204" charset="-122"/>
                          <a:cs typeface="Consolas" panose="020B0609020204030204" pitchFamily="49" charset="0"/>
                        </a:rPr>
                        <a:t>15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alpha val="0"/>
                      </a:schemeClr>
                    </a:solidFill>
                  </a:tcPr>
                </a:tc>
                <a:extLst>
                  <a:ext uri="{0D108BD9-81ED-4DB2-BD59-A6C34878D82A}">
                    <a16:rowId xmlns:a16="http://schemas.microsoft.com/office/drawing/2014/main" val="10002"/>
                  </a:ext>
                </a:extLst>
              </a:tr>
            </a:tbl>
          </a:graphicData>
        </a:graphic>
      </p:graphicFrame>
      <p:graphicFrame>
        <p:nvGraphicFramePr>
          <p:cNvPr id="3" name="表格 2"/>
          <p:cNvGraphicFramePr>
            <a:graphicFrameLocks noGrp="1"/>
          </p:cNvGraphicFramePr>
          <p:nvPr>
            <p:extLst>
              <p:ext uri="{D42A27DB-BD31-4B8C-83A1-F6EECF244321}">
                <p14:modId xmlns:p14="http://schemas.microsoft.com/office/powerpoint/2010/main" val="3385263263"/>
              </p:ext>
            </p:extLst>
          </p:nvPr>
        </p:nvGraphicFramePr>
        <p:xfrm>
          <a:off x="2244873" y="3608892"/>
          <a:ext cx="2857520" cy="1391604"/>
        </p:xfrm>
        <a:graphic>
          <a:graphicData uri="http://schemas.openxmlformats.org/drawingml/2006/table">
            <a:tbl>
              <a:tblPr/>
              <a:tblGrid>
                <a:gridCol w="714380">
                  <a:extLst>
                    <a:ext uri="{9D8B030D-6E8A-4147-A177-3AD203B41FA5}">
                      <a16:colId xmlns:a16="http://schemas.microsoft.com/office/drawing/2014/main" val="20000"/>
                    </a:ext>
                  </a:extLst>
                </a:gridCol>
                <a:gridCol w="714375">
                  <a:extLst>
                    <a:ext uri="{9D8B030D-6E8A-4147-A177-3AD203B41FA5}">
                      <a16:colId xmlns:a16="http://schemas.microsoft.com/office/drawing/2014/main" val="20001"/>
                    </a:ext>
                  </a:extLst>
                </a:gridCol>
                <a:gridCol w="714385">
                  <a:extLst>
                    <a:ext uri="{9D8B030D-6E8A-4147-A177-3AD203B41FA5}">
                      <a16:colId xmlns:a16="http://schemas.microsoft.com/office/drawing/2014/main" val="20002"/>
                    </a:ext>
                  </a:extLst>
                </a:gridCol>
                <a:gridCol w="714380">
                  <a:extLst>
                    <a:ext uri="{9D8B030D-6E8A-4147-A177-3AD203B41FA5}">
                      <a16:colId xmlns:a16="http://schemas.microsoft.com/office/drawing/2014/main" val="20003"/>
                    </a:ext>
                  </a:extLst>
                </a:gridCol>
              </a:tblGrid>
              <a:tr h="441327">
                <a:tc>
                  <a:txBody>
                    <a:bodyPr/>
                    <a:lstStyle/>
                    <a:p>
                      <a:pPr indent="0" algn="ctr">
                        <a:lnSpc>
                          <a:spcPct val="150000"/>
                        </a:lnSpc>
                        <a:spcAft>
                          <a:spcPts val="0"/>
                        </a:spcAft>
                      </a:pPr>
                      <a:r>
                        <a:rPr lang="en-US" sz="2300" b="1" kern="100">
                          <a:solidFill>
                            <a:srgbClr val="C00000"/>
                          </a:solidFill>
                          <a:latin typeface="微软雅黑" panose="020B0503020204020204" charset="-122"/>
                          <a:ea typeface="微软雅黑" panose="020B0503020204020204" charset="-122"/>
                          <a:cs typeface="Consolas" panose="020B0609020204030204" pitchFamily="49" charset="0"/>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alpha val="0"/>
                      </a:schemeClr>
                    </a:solidFill>
                  </a:tcPr>
                </a:tc>
                <a:tc>
                  <a:txBody>
                    <a:bodyPr/>
                    <a:lstStyle/>
                    <a:p>
                      <a:pPr indent="0" algn="ctr">
                        <a:lnSpc>
                          <a:spcPct val="150000"/>
                        </a:lnSpc>
                        <a:spcAft>
                          <a:spcPts val="0"/>
                        </a:spcAft>
                      </a:pPr>
                      <a:r>
                        <a:rPr lang="en-US" sz="2300" b="1" kern="100">
                          <a:solidFill>
                            <a:srgbClr val="C00000"/>
                          </a:solidFill>
                          <a:latin typeface="微软雅黑" panose="020B0503020204020204" charset="-122"/>
                          <a:ea typeface="微软雅黑" panose="020B0503020204020204" charset="-122"/>
                          <a:cs typeface="Consolas" panose="020B0609020204030204" pitchFamily="49" charset="0"/>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alpha val="0"/>
                      </a:schemeClr>
                    </a:solidFill>
                  </a:tcPr>
                </a:tc>
                <a:tc>
                  <a:txBody>
                    <a:bodyPr/>
                    <a:lstStyle/>
                    <a:p>
                      <a:pPr indent="0" algn="ctr">
                        <a:lnSpc>
                          <a:spcPct val="150000"/>
                        </a:lnSpc>
                        <a:spcAft>
                          <a:spcPts val="0"/>
                        </a:spcAft>
                      </a:pPr>
                      <a:r>
                        <a:rPr lang="en-US" sz="2300" b="1" kern="100">
                          <a:solidFill>
                            <a:srgbClr val="C00000"/>
                          </a:solidFill>
                          <a:latin typeface="微软雅黑" panose="020B0503020204020204" charset="-122"/>
                          <a:ea typeface="微软雅黑" panose="020B0503020204020204" charset="-122"/>
                          <a:cs typeface="Consolas" panose="020B0609020204030204" pitchFamily="49" charset="0"/>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alpha val="0"/>
                      </a:schemeClr>
                    </a:solidFill>
                  </a:tcPr>
                </a:tc>
                <a:tc>
                  <a:txBody>
                    <a:bodyPr/>
                    <a:lstStyle/>
                    <a:p>
                      <a:pPr indent="0" algn="ctr">
                        <a:lnSpc>
                          <a:spcPct val="150000"/>
                        </a:lnSpc>
                        <a:spcAft>
                          <a:spcPts val="0"/>
                        </a:spcAft>
                      </a:pPr>
                      <a:r>
                        <a:rPr lang="en-US" sz="2300" b="1" kern="100">
                          <a:solidFill>
                            <a:srgbClr val="C00000"/>
                          </a:solidFill>
                          <a:latin typeface="微软雅黑" panose="020B0503020204020204" charset="-122"/>
                          <a:ea typeface="微软雅黑" panose="020B0503020204020204" charset="-122"/>
                          <a:cs typeface="Consolas" panose="020B0609020204030204" pitchFamily="49" charset="0"/>
                        </a:rPr>
                        <a:t>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alpha val="0"/>
                      </a:schemeClr>
                    </a:solidFill>
                  </a:tcPr>
                </a:tc>
                <a:extLst>
                  <a:ext uri="{0D108BD9-81ED-4DB2-BD59-A6C34878D82A}">
                    <a16:rowId xmlns:a16="http://schemas.microsoft.com/office/drawing/2014/main" val="10000"/>
                  </a:ext>
                </a:extLst>
              </a:tr>
              <a:tr h="441327">
                <a:tc>
                  <a:txBody>
                    <a:bodyPr/>
                    <a:lstStyle/>
                    <a:p>
                      <a:pPr indent="0" algn="ctr">
                        <a:lnSpc>
                          <a:spcPct val="150000"/>
                        </a:lnSpc>
                        <a:spcAft>
                          <a:spcPts val="0"/>
                        </a:spcAft>
                      </a:pPr>
                      <a:r>
                        <a:rPr lang="en-US" sz="2300" b="1" kern="100" dirty="0">
                          <a:solidFill>
                            <a:srgbClr val="0000FF"/>
                          </a:solidFill>
                          <a:latin typeface="微软雅黑" panose="020B0503020204020204" charset="-122"/>
                          <a:ea typeface="微软雅黑" panose="020B0503020204020204" charset="-122"/>
                          <a:cs typeface="Consolas" panose="020B0609020204030204" pitchFamily="49" charset="0"/>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alpha val="0"/>
                      </a:schemeClr>
                    </a:solidFill>
                  </a:tcPr>
                </a:tc>
                <a:tc>
                  <a:txBody>
                    <a:bodyPr/>
                    <a:lstStyle/>
                    <a:p>
                      <a:pPr indent="0" algn="ctr">
                        <a:lnSpc>
                          <a:spcPct val="150000"/>
                        </a:lnSpc>
                        <a:spcAft>
                          <a:spcPts val="0"/>
                        </a:spcAft>
                      </a:pPr>
                      <a:r>
                        <a:rPr lang="en-US" altLang="zh-CN" sz="2300" b="1" kern="100" dirty="0">
                          <a:solidFill>
                            <a:srgbClr val="0000FF"/>
                          </a:solidFill>
                          <a:latin typeface="微软雅黑" panose="020B0503020204020204" charset="-122"/>
                          <a:ea typeface="微软雅黑" panose="020B0503020204020204" charset="-122"/>
                          <a:cs typeface="Consolas" panose="020B0609020204030204" pitchFamily="49" charset="0"/>
                        </a:rPr>
                        <a:t>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alpha val="0"/>
                      </a:schemeClr>
                    </a:solidFill>
                  </a:tcPr>
                </a:tc>
                <a:tc>
                  <a:txBody>
                    <a:bodyPr/>
                    <a:lstStyle/>
                    <a:p>
                      <a:pPr indent="0" algn="ctr">
                        <a:lnSpc>
                          <a:spcPct val="150000"/>
                        </a:lnSpc>
                        <a:spcAft>
                          <a:spcPts val="0"/>
                        </a:spcAft>
                      </a:pPr>
                      <a:r>
                        <a:rPr lang="en-US" altLang="zh-CN" sz="2300" b="1" kern="100">
                          <a:solidFill>
                            <a:srgbClr val="0000FF"/>
                          </a:solidFill>
                          <a:latin typeface="微软雅黑" panose="020B0503020204020204" charset="-122"/>
                          <a:ea typeface="微软雅黑" panose="020B0503020204020204" charset="-122"/>
                          <a:cs typeface="Consolas" panose="020B0609020204030204" pitchFamily="49" charset="0"/>
                        </a:rPr>
                        <a:t>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alpha val="0"/>
                      </a:schemeClr>
                    </a:solidFill>
                  </a:tcPr>
                </a:tc>
                <a:tc>
                  <a:txBody>
                    <a:bodyPr/>
                    <a:lstStyle/>
                    <a:p>
                      <a:pPr indent="0" algn="ctr">
                        <a:lnSpc>
                          <a:spcPct val="150000"/>
                        </a:lnSpc>
                        <a:spcAft>
                          <a:spcPts val="0"/>
                        </a:spcAft>
                      </a:pPr>
                      <a:r>
                        <a:rPr lang="en-US" altLang="zh-CN" sz="2300" b="1" kern="100">
                          <a:solidFill>
                            <a:srgbClr val="0000FF"/>
                          </a:solidFill>
                          <a:latin typeface="微软雅黑" panose="020B0503020204020204" charset="-122"/>
                          <a:ea typeface="微软雅黑" panose="020B0503020204020204" charset="-122"/>
                          <a:cs typeface="Consolas" panose="020B0609020204030204" pitchFamily="49" charset="0"/>
                        </a:rPr>
                        <a:t>12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alpha val="0"/>
                      </a:schemeClr>
                    </a:solidFill>
                  </a:tcPr>
                </a:tc>
                <a:extLst>
                  <a:ext uri="{0D108BD9-81ED-4DB2-BD59-A6C34878D82A}">
                    <a16:rowId xmlns:a16="http://schemas.microsoft.com/office/drawing/2014/main" val="10001"/>
                  </a:ext>
                </a:extLst>
              </a:tr>
              <a:tr h="441327">
                <a:tc>
                  <a:txBody>
                    <a:bodyPr/>
                    <a:lstStyle/>
                    <a:p>
                      <a:pPr indent="0" algn="ctr">
                        <a:lnSpc>
                          <a:spcPct val="150000"/>
                        </a:lnSpc>
                        <a:spcAft>
                          <a:spcPts val="0"/>
                        </a:spcAft>
                      </a:pPr>
                      <a:r>
                        <a:rPr lang="en-US" sz="2300" b="1" kern="100">
                          <a:solidFill>
                            <a:srgbClr val="0000FF"/>
                          </a:solidFill>
                          <a:latin typeface="微软雅黑" panose="020B0503020204020204" charset="-122"/>
                          <a:ea typeface="微软雅黑" panose="020B0503020204020204" charset="-122"/>
                          <a:cs typeface="Consolas" panose="020B0609020204030204" pitchFamily="49" charset="0"/>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alpha val="0"/>
                      </a:schemeClr>
                    </a:solidFill>
                  </a:tcPr>
                </a:tc>
                <a:tc>
                  <a:txBody>
                    <a:bodyPr/>
                    <a:lstStyle/>
                    <a:p>
                      <a:pPr indent="0" algn="ctr">
                        <a:lnSpc>
                          <a:spcPct val="150000"/>
                        </a:lnSpc>
                        <a:spcAft>
                          <a:spcPts val="0"/>
                        </a:spcAft>
                      </a:pPr>
                      <a:r>
                        <a:rPr lang="en-US" altLang="zh-CN" sz="2300" b="1" kern="100">
                          <a:solidFill>
                            <a:srgbClr val="0000FF"/>
                          </a:solidFill>
                          <a:latin typeface="微软雅黑" panose="020B0503020204020204" charset="-122"/>
                          <a:ea typeface="微软雅黑" panose="020B0503020204020204" charset="-122"/>
                          <a:cs typeface="Consolas" panose="020B0609020204030204" pitchFamily="49" charset="0"/>
                        </a:rPr>
                        <a:t>7</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alpha val="0"/>
                      </a:schemeClr>
                    </a:solidFill>
                  </a:tcPr>
                </a:tc>
                <a:tc>
                  <a:txBody>
                    <a:bodyPr/>
                    <a:lstStyle/>
                    <a:p>
                      <a:pPr indent="0" algn="ctr">
                        <a:lnSpc>
                          <a:spcPct val="150000"/>
                        </a:lnSpc>
                        <a:spcAft>
                          <a:spcPts val="0"/>
                        </a:spcAft>
                      </a:pPr>
                      <a:r>
                        <a:rPr lang="en-US" altLang="zh-CN" sz="2300" b="1" kern="100" dirty="0">
                          <a:solidFill>
                            <a:srgbClr val="0000FF"/>
                          </a:solidFill>
                          <a:latin typeface="微软雅黑" panose="020B0503020204020204" charset="-122"/>
                          <a:ea typeface="微软雅黑" panose="020B0503020204020204" charset="-122"/>
                          <a:cs typeface="Consolas" panose="020B0609020204030204" pitchFamily="49" charset="0"/>
                        </a:rPr>
                        <a:t>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alpha val="0"/>
                      </a:schemeClr>
                    </a:solidFill>
                  </a:tcPr>
                </a:tc>
                <a:tc>
                  <a:txBody>
                    <a:bodyPr/>
                    <a:lstStyle/>
                    <a:p>
                      <a:pPr indent="0" algn="ctr">
                        <a:lnSpc>
                          <a:spcPct val="150000"/>
                        </a:lnSpc>
                        <a:spcAft>
                          <a:spcPts val="0"/>
                        </a:spcAft>
                      </a:pPr>
                      <a:r>
                        <a:rPr lang="en-US" altLang="zh-CN" sz="2300" b="1" kern="100" dirty="0">
                          <a:solidFill>
                            <a:srgbClr val="0000FF"/>
                          </a:solidFill>
                          <a:latin typeface="微软雅黑" panose="020B0503020204020204" charset="-122"/>
                          <a:ea typeface="微软雅黑" panose="020B0503020204020204" charset="-122"/>
                          <a:cs typeface="Consolas" panose="020B0609020204030204" pitchFamily="49" charset="0"/>
                        </a:rPr>
                        <a:t>13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alpha val="0"/>
                      </a:schemeClr>
                    </a:solidFill>
                  </a:tcPr>
                </a:tc>
                <a:extLst>
                  <a:ext uri="{0D108BD9-81ED-4DB2-BD59-A6C34878D82A}">
                    <a16:rowId xmlns:a16="http://schemas.microsoft.com/office/drawing/2014/main" val="10002"/>
                  </a:ext>
                </a:extLst>
              </a:tr>
            </a:tbl>
          </a:graphicData>
        </a:graphic>
      </p:graphicFrame>
      <p:graphicFrame>
        <p:nvGraphicFramePr>
          <p:cNvPr id="4" name="表格 3"/>
          <p:cNvGraphicFramePr>
            <a:graphicFrameLocks noGrp="1"/>
          </p:cNvGraphicFramePr>
          <p:nvPr>
            <p:extLst>
              <p:ext uri="{D42A27DB-BD31-4B8C-83A1-F6EECF244321}">
                <p14:modId xmlns:p14="http://schemas.microsoft.com/office/powerpoint/2010/main" val="2730176746"/>
              </p:ext>
            </p:extLst>
          </p:nvPr>
        </p:nvGraphicFramePr>
        <p:xfrm>
          <a:off x="5602459" y="3608892"/>
          <a:ext cx="1428760" cy="1391604"/>
        </p:xfrm>
        <a:graphic>
          <a:graphicData uri="http://schemas.openxmlformats.org/drawingml/2006/table">
            <a:tbl>
              <a:tblPr/>
              <a:tblGrid>
                <a:gridCol w="714380">
                  <a:extLst>
                    <a:ext uri="{9D8B030D-6E8A-4147-A177-3AD203B41FA5}">
                      <a16:colId xmlns:a16="http://schemas.microsoft.com/office/drawing/2014/main" val="20000"/>
                    </a:ext>
                  </a:extLst>
                </a:gridCol>
                <a:gridCol w="714380">
                  <a:extLst>
                    <a:ext uri="{9D8B030D-6E8A-4147-A177-3AD203B41FA5}">
                      <a16:colId xmlns:a16="http://schemas.microsoft.com/office/drawing/2014/main" val="20001"/>
                    </a:ext>
                  </a:extLst>
                </a:gridCol>
              </a:tblGrid>
              <a:tr h="441327">
                <a:tc>
                  <a:txBody>
                    <a:bodyPr/>
                    <a:lstStyle/>
                    <a:p>
                      <a:pPr indent="0" algn="ctr">
                        <a:lnSpc>
                          <a:spcPct val="150000"/>
                        </a:lnSpc>
                        <a:spcAft>
                          <a:spcPts val="0"/>
                        </a:spcAft>
                      </a:pPr>
                      <a:r>
                        <a:rPr lang="en-US" sz="2300" b="1" kern="100">
                          <a:solidFill>
                            <a:srgbClr val="C00000"/>
                          </a:solidFill>
                          <a:latin typeface="微软雅黑" panose="020B0503020204020204" charset="-122"/>
                          <a:ea typeface="微软雅黑" panose="020B0503020204020204" charset="-122"/>
                          <a:cs typeface="Consolas" panose="020B0609020204030204" pitchFamily="49"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alpha val="0"/>
                      </a:schemeClr>
                    </a:solidFill>
                  </a:tcPr>
                </a:tc>
                <a:tc>
                  <a:txBody>
                    <a:bodyPr/>
                    <a:lstStyle/>
                    <a:p>
                      <a:pPr indent="0" algn="ctr">
                        <a:lnSpc>
                          <a:spcPct val="150000"/>
                        </a:lnSpc>
                        <a:spcAft>
                          <a:spcPts val="0"/>
                        </a:spcAft>
                      </a:pPr>
                      <a:r>
                        <a:rPr lang="en-US" altLang="zh-CN" sz="2300" b="1" kern="100">
                          <a:solidFill>
                            <a:srgbClr val="C00000"/>
                          </a:solidFill>
                          <a:latin typeface="微软雅黑" panose="020B0503020204020204" charset="-122"/>
                          <a:ea typeface="微软雅黑" panose="020B0503020204020204" charset="-122"/>
                          <a:cs typeface="Consolas" panose="020B0609020204030204" pitchFamily="49" charset="0"/>
                        </a:rPr>
                        <a:t>7</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alpha val="0"/>
                      </a:schemeClr>
                    </a:solidFill>
                  </a:tcPr>
                </a:tc>
                <a:extLst>
                  <a:ext uri="{0D108BD9-81ED-4DB2-BD59-A6C34878D82A}">
                    <a16:rowId xmlns:a16="http://schemas.microsoft.com/office/drawing/2014/main" val="10000"/>
                  </a:ext>
                </a:extLst>
              </a:tr>
              <a:tr h="441327">
                <a:tc>
                  <a:txBody>
                    <a:bodyPr/>
                    <a:lstStyle/>
                    <a:p>
                      <a:pPr indent="0" algn="ctr">
                        <a:lnSpc>
                          <a:spcPct val="150000"/>
                        </a:lnSpc>
                        <a:spcAft>
                          <a:spcPts val="0"/>
                        </a:spcAft>
                      </a:pPr>
                      <a:r>
                        <a:rPr lang="en-US" sz="2300" b="1" kern="100" dirty="0">
                          <a:solidFill>
                            <a:srgbClr val="0000FF"/>
                          </a:solidFill>
                          <a:latin typeface="微软雅黑" panose="020B0503020204020204" charset="-122"/>
                          <a:ea typeface="微软雅黑" panose="020B0503020204020204" charset="-122"/>
                          <a:cs typeface="Consolas" panose="020B0609020204030204" pitchFamily="49"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alpha val="0"/>
                      </a:schemeClr>
                    </a:solidFill>
                  </a:tcPr>
                </a:tc>
                <a:tc>
                  <a:txBody>
                    <a:bodyPr/>
                    <a:lstStyle/>
                    <a:p>
                      <a:pPr indent="0" algn="ctr">
                        <a:lnSpc>
                          <a:spcPct val="150000"/>
                        </a:lnSpc>
                        <a:spcAft>
                          <a:spcPts val="0"/>
                        </a:spcAft>
                      </a:pPr>
                      <a:r>
                        <a:rPr lang="en-US" altLang="zh-CN" sz="2300" b="1" kern="100" dirty="0">
                          <a:solidFill>
                            <a:srgbClr val="0000FF"/>
                          </a:solidFill>
                          <a:latin typeface="微软雅黑" panose="020B0503020204020204" charset="-122"/>
                          <a:ea typeface="微软雅黑" panose="020B0503020204020204" charset="-122"/>
                          <a:cs typeface="Consolas" panose="020B0609020204030204" pitchFamily="49" charset="0"/>
                        </a:rPr>
                        <a:t>11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alpha val="0"/>
                      </a:schemeClr>
                    </a:solidFill>
                  </a:tcPr>
                </a:tc>
                <a:extLst>
                  <a:ext uri="{0D108BD9-81ED-4DB2-BD59-A6C34878D82A}">
                    <a16:rowId xmlns:a16="http://schemas.microsoft.com/office/drawing/2014/main" val="10001"/>
                  </a:ext>
                </a:extLst>
              </a:tr>
              <a:tr h="441327">
                <a:tc>
                  <a:txBody>
                    <a:bodyPr/>
                    <a:lstStyle/>
                    <a:p>
                      <a:pPr indent="0" algn="ctr">
                        <a:lnSpc>
                          <a:spcPct val="150000"/>
                        </a:lnSpc>
                        <a:spcAft>
                          <a:spcPts val="0"/>
                        </a:spcAft>
                      </a:pPr>
                      <a:r>
                        <a:rPr lang="en-US" altLang="zh-CN" sz="2300" b="1" kern="100">
                          <a:solidFill>
                            <a:srgbClr val="0000FF"/>
                          </a:solidFill>
                          <a:latin typeface="微软雅黑" panose="020B0503020204020204" charset="-122"/>
                          <a:ea typeface="微软雅黑" panose="020B0503020204020204" charset="-122"/>
                          <a:cs typeface="Consolas" panose="020B0609020204030204" pitchFamily="49" charset="0"/>
                        </a:rPr>
                        <a:t>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alpha val="0"/>
                      </a:schemeClr>
                    </a:solidFill>
                  </a:tcPr>
                </a:tc>
                <a:tc>
                  <a:txBody>
                    <a:bodyPr/>
                    <a:lstStyle/>
                    <a:p>
                      <a:pPr indent="0" algn="ctr">
                        <a:lnSpc>
                          <a:spcPct val="150000"/>
                        </a:lnSpc>
                        <a:spcAft>
                          <a:spcPts val="0"/>
                        </a:spcAft>
                      </a:pPr>
                      <a:r>
                        <a:rPr lang="en-US" altLang="zh-CN" sz="2300" b="1" kern="100" dirty="0">
                          <a:solidFill>
                            <a:srgbClr val="0000FF"/>
                          </a:solidFill>
                          <a:latin typeface="微软雅黑" panose="020B0503020204020204" charset="-122"/>
                          <a:ea typeface="微软雅黑" panose="020B0503020204020204" charset="-122"/>
                          <a:cs typeface="Consolas" panose="020B0609020204030204" pitchFamily="49" charset="0"/>
                        </a:rPr>
                        <a:t>15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alpha val="0"/>
                      </a:schemeClr>
                    </a:solidFill>
                  </a:tcPr>
                </a:tc>
                <a:extLst>
                  <a:ext uri="{0D108BD9-81ED-4DB2-BD59-A6C34878D82A}">
                    <a16:rowId xmlns:a16="http://schemas.microsoft.com/office/drawing/2014/main" val="10002"/>
                  </a:ext>
                </a:extLst>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211137272"/>
              </p:ext>
            </p:extLst>
          </p:nvPr>
        </p:nvGraphicFramePr>
        <p:xfrm>
          <a:off x="7531285" y="3608892"/>
          <a:ext cx="714380" cy="1391604"/>
        </p:xfrm>
        <a:graphic>
          <a:graphicData uri="http://schemas.openxmlformats.org/drawingml/2006/table">
            <a:tbl>
              <a:tblPr/>
              <a:tblGrid>
                <a:gridCol w="714380">
                  <a:extLst>
                    <a:ext uri="{9D8B030D-6E8A-4147-A177-3AD203B41FA5}">
                      <a16:colId xmlns:a16="http://schemas.microsoft.com/office/drawing/2014/main" val="20000"/>
                    </a:ext>
                  </a:extLst>
                </a:gridCol>
              </a:tblGrid>
              <a:tr h="441327">
                <a:tc>
                  <a:txBody>
                    <a:bodyPr/>
                    <a:lstStyle/>
                    <a:p>
                      <a:pPr indent="0" algn="ctr">
                        <a:lnSpc>
                          <a:spcPct val="150000"/>
                        </a:lnSpc>
                        <a:spcAft>
                          <a:spcPts val="0"/>
                        </a:spcAft>
                      </a:pPr>
                      <a:r>
                        <a:rPr lang="en-US" sz="2300" b="1" kern="100">
                          <a:solidFill>
                            <a:srgbClr val="C00000"/>
                          </a:solidFill>
                          <a:latin typeface="微软雅黑" panose="020B0503020204020204" charset="-122"/>
                          <a:ea typeface="微软雅黑" panose="020B0503020204020204" charset="-122"/>
                          <a:cs typeface="Consolas" panose="020B0609020204030204" pitchFamily="49" charset="0"/>
                        </a:rPr>
                        <a:t>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alpha val="0"/>
                      </a:schemeClr>
                    </a:solidFill>
                  </a:tcPr>
                </a:tc>
                <a:extLst>
                  <a:ext uri="{0D108BD9-81ED-4DB2-BD59-A6C34878D82A}">
                    <a16:rowId xmlns:a16="http://schemas.microsoft.com/office/drawing/2014/main" val="10000"/>
                  </a:ext>
                </a:extLst>
              </a:tr>
              <a:tr h="441327">
                <a:tc>
                  <a:txBody>
                    <a:bodyPr/>
                    <a:lstStyle/>
                    <a:p>
                      <a:pPr indent="0" algn="ctr">
                        <a:lnSpc>
                          <a:spcPct val="150000"/>
                        </a:lnSpc>
                        <a:spcAft>
                          <a:spcPts val="0"/>
                        </a:spcAft>
                      </a:pPr>
                      <a:r>
                        <a:rPr lang="en-US" sz="2300" b="1" kern="100" dirty="0">
                          <a:solidFill>
                            <a:srgbClr val="0000FF"/>
                          </a:solidFill>
                          <a:latin typeface="微软雅黑" panose="020B0503020204020204" charset="-122"/>
                          <a:ea typeface="微软雅黑" panose="020B0503020204020204" charset="-122"/>
                          <a:cs typeface="Consolas" panose="020B0609020204030204" pitchFamily="49" charset="0"/>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alpha val="0"/>
                      </a:schemeClr>
                    </a:solidFill>
                  </a:tcPr>
                </a:tc>
                <a:extLst>
                  <a:ext uri="{0D108BD9-81ED-4DB2-BD59-A6C34878D82A}">
                    <a16:rowId xmlns:a16="http://schemas.microsoft.com/office/drawing/2014/main" val="10001"/>
                  </a:ext>
                </a:extLst>
              </a:tr>
              <a:tr h="441327">
                <a:tc>
                  <a:txBody>
                    <a:bodyPr/>
                    <a:lstStyle/>
                    <a:p>
                      <a:pPr indent="0" algn="ctr">
                        <a:lnSpc>
                          <a:spcPct val="150000"/>
                        </a:lnSpc>
                        <a:spcAft>
                          <a:spcPts val="0"/>
                        </a:spcAft>
                      </a:pPr>
                      <a:r>
                        <a:rPr lang="en-US" altLang="zh-CN" sz="2300" b="1" kern="100" dirty="0">
                          <a:solidFill>
                            <a:srgbClr val="0000FF"/>
                          </a:solidFill>
                          <a:latin typeface="微软雅黑" panose="020B0503020204020204" charset="-122"/>
                          <a:ea typeface="微软雅黑" panose="020B0503020204020204" charset="-122"/>
                          <a:cs typeface="Consolas" panose="020B0609020204030204" pitchFamily="49" charset="0"/>
                        </a:rPr>
                        <a:t>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alpha val="0"/>
                      </a:schemeClr>
                    </a:solidFill>
                  </a:tcPr>
                </a:tc>
                <a:extLst>
                  <a:ext uri="{0D108BD9-81ED-4DB2-BD59-A6C34878D82A}">
                    <a16:rowId xmlns:a16="http://schemas.microsoft.com/office/drawing/2014/main" val="10002"/>
                  </a:ext>
                </a:extLst>
              </a:tr>
            </a:tbl>
          </a:graphicData>
        </a:graphic>
      </p:graphicFrame>
      <p:sp>
        <p:nvSpPr>
          <p:cNvPr id="6" name="下箭头 5"/>
          <p:cNvSpPr/>
          <p:nvPr/>
        </p:nvSpPr>
        <p:spPr>
          <a:xfrm>
            <a:off x="5316707" y="3054528"/>
            <a:ext cx="214314" cy="500066"/>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sz="2300" b="1">
              <a:solidFill>
                <a:srgbClr val="0000FF"/>
              </a:solidFill>
              <a:latin typeface="华文楷体" panose="02010600040101010101" pitchFamily="2" charset="-122"/>
              <a:ea typeface="华文楷体" panose="02010600040101010101" pitchFamily="2" charset="-122"/>
            </a:endParaRPr>
          </a:p>
        </p:txBody>
      </p:sp>
      <p:grpSp>
        <p:nvGrpSpPr>
          <p:cNvPr id="9" name="组合 8"/>
          <p:cNvGrpSpPr/>
          <p:nvPr/>
        </p:nvGrpSpPr>
        <p:grpSpPr>
          <a:xfrm>
            <a:off x="3459319" y="5238626"/>
            <a:ext cx="4286280" cy="730885"/>
            <a:chOff x="2857488" y="4357694"/>
            <a:chExt cx="4286280" cy="730885"/>
          </a:xfrm>
        </p:grpSpPr>
        <p:sp>
          <p:nvSpPr>
            <p:cNvPr id="7" name="左大括号 6"/>
            <p:cNvSpPr/>
            <p:nvPr/>
          </p:nvSpPr>
          <p:spPr>
            <a:xfrm rot="16200000">
              <a:off x="4929190" y="2285992"/>
              <a:ext cx="142876" cy="4286280"/>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sz="2300" b="1">
                <a:solidFill>
                  <a:srgbClr val="0000FF"/>
                </a:solidFill>
                <a:latin typeface="华文楷体" panose="02010600040101010101" pitchFamily="2" charset="-122"/>
                <a:ea typeface="华文楷体" panose="02010600040101010101" pitchFamily="2" charset="-122"/>
              </a:endParaRPr>
            </a:p>
          </p:txBody>
        </p:sp>
        <p:sp>
          <p:nvSpPr>
            <p:cNvPr id="8" name="TextBox 7"/>
            <p:cNvSpPr txBox="1"/>
            <p:nvPr/>
          </p:nvSpPr>
          <p:spPr>
            <a:xfrm>
              <a:off x="3241028" y="4643444"/>
              <a:ext cx="3625215" cy="445135"/>
            </a:xfrm>
            <a:prstGeom prst="rect">
              <a:avLst/>
            </a:prstGeom>
            <a:noFill/>
          </p:spPr>
          <p:txBody>
            <a:bodyPr wrap="square" rtlCol="0">
              <a:spAutoFit/>
            </a:bodyPr>
            <a:lstStyle/>
            <a:p>
              <a:r>
                <a:rPr lang="zh-CN"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最大兼容活动子集个数为</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3</a:t>
              </a:r>
            </a:p>
          </p:txBody>
        </p:sp>
      </p:grpSp>
    </p:spTree>
    <p:extLst>
      <p:ext uri="{BB962C8B-B14F-4D97-AF65-F5344CB8AC3E}">
        <p14:creationId xmlns:p14="http://schemas.microsoft.com/office/powerpoint/2010/main" val="71794485"/>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82.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1241874" y="1173218"/>
            <a:ext cx="8254365" cy="1245235"/>
          </a:xfrm>
          <a:prstGeom prst="rect">
            <a:avLst/>
          </a:prstGeom>
          <a:solidFill>
            <a:schemeClr val="accent5">
              <a:lumMod val="40000"/>
              <a:lumOff val="60000"/>
            </a:schemeClr>
          </a:solidFill>
        </p:spPr>
        <p:txBody>
          <a:bodyPr wrap="square" rtlCol="0">
            <a:spAutoFit/>
          </a:bodyPr>
          <a:lstStyle/>
          <a:p>
            <a:pPr>
              <a:lnSpc>
                <a:spcPts val="3000"/>
              </a:lnSpc>
            </a:pP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    </a:t>
            </a:r>
            <a:r>
              <a:rPr lang="zh-CN"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解：牛的编号为</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1</a:t>
            </a:r>
            <a:r>
              <a:rPr lang="zh-CN"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i="1">
                <a:solidFill>
                  <a:srgbClr val="0000FF"/>
                </a:solidFill>
                <a:latin typeface="华文楷体" panose="02010600040101010101" pitchFamily="2" charset="-122"/>
                <a:ea typeface="华文楷体" panose="02010600040101010101" pitchFamily="2" charset="-122"/>
                <a:cs typeface="微软雅黑" panose="020B0503020204020204" charset="-122"/>
              </a:rPr>
              <a:t>n</a:t>
            </a:r>
            <a:r>
              <a:rPr lang="zh-CN"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，每头牛的挤奶时间相当于一个活动，与前面活动安排问题不同，这里的活动时间是闭区间，例如</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[2</a:t>
            </a:r>
            <a:r>
              <a:rPr lang="zh-CN"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4]</a:t>
            </a:r>
            <a:r>
              <a:rPr lang="zh-CN"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与</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[4</a:t>
            </a:r>
            <a:r>
              <a:rPr lang="zh-CN"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a:t>
            </a:r>
            <a:r>
              <a:rPr lang="en-US"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7]</a:t>
            </a:r>
            <a:r>
              <a:rPr lang="zh-CN" altLang="zh-CN" sz="2300" b="1">
                <a:solidFill>
                  <a:srgbClr val="0000FF"/>
                </a:solidFill>
                <a:latin typeface="华文楷体" panose="02010600040101010101" pitchFamily="2" charset="-122"/>
                <a:ea typeface="华文楷体" panose="02010600040101010101" pitchFamily="2" charset="-122"/>
                <a:cs typeface="微软雅黑" panose="020B0503020204020204" charset="-122"/>
              </a:rPr>
              <a:t>是交叉的，它们不是兼容活动。</a:t>
            </a:r>
          </a:p>
        </p:txBody>
      </p:sp>
      <p:sp>
        <p:nvSpPr>
          <p:cNvPr id="3" name="TextBox 2"/>
          <p:cNvSpPr txBox="1"/>
          <p:nvPr/>
        </p:nvSpPr>
        <p:spPr>
          <a:xfrm>
            <a:off x="1170754" y="2328283"/>
            <a:ext cx="8181340" cy="4338320"/>
          </a:xfrm>
          <a:prstGeom prst="rect">
            <a:avLst/>
          </a:prstGeom>
          <a:noFill/>
        </p:spPr>
        <p:txBody>
          <a:bodyPr wrap="square" rtlCol="0">
            <a:spAutoFit/>
          </a:bodyPr>
          <a:lstStyle/>
          <a:p>
            <a:pPr>
              <a:lnSpc>
                <a:spcPct val="150000"/>
              </a:lnSpc>
            </a:pPr>
            <a:r>
              <a:rPr lang="en-US"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    </a:t>
            </a:r>
            <a:r>
              <a:rPr lang="zh-CN" altLang="zh-CN" sz="2300" b="1" dirty="0">
                <a:solidFill>
                  <a:srgbClr val="0000FF"/>
                </a:solidFill>
                <a:latin typeface="华文楷体" panose="02010600040101010101" pitchFamily="2" charset="-122"/>
                <a:ea typeface="华文楷体" panose="02010600040101010101" pitchFamily="2" charset="-122"/>
              </a:rPr>
              <a:t>采用与求解活动安排问题类似的贪心思路，将所有活动这样排序：结束时间相同按开始时间递增排序，否则按结束时间递增排序。</a:t>
            </a:r>
            <a:endParaRPr lang="en-US" altLang="zh-CN" sz="2300" b="1" dirty="0">
              <a:solidFill>
                <a:srgbClr val="0000FF"/>
              </a:solidFill>
              <a:latin typeface="华文楷体" panose="02010600040101010101" pitchFamily="2" charset="-122"/>
              <a:ea typeface="华文楷体" panose="02010600040101010101" pitchFamily="2" charset="-122"/>
            </a:endParaRPr>
          </a:p>
          <a:p>
            <a:pPr>
              <a:lnSpc>
                <a:spcPct val="150000"/>
              </a:lnSpc>
            </a:pPr>
            <a:r>
              <a:rPr lang="en-US" altLang="zh-CN" sz="2300" b="1" dirty="0">
                <a:solidFill>
                  <a:srgbClr val="0000FF"/>
                </a:solidFill>
                <a:latin typeface="华文楷体" panose="02010600040101010101" pitchFamily="2" charset="-122"/>
                <a:ea typeface="华文楷体" panose="02010600040101010101" pitchFamily="2" charset="-122"/>
              </a:rPr>
              <a:t>    </a:t>
            </a:r>
            <a:r>
              <a:rPr lang="zh-CN" altLang="zh-CN" sz="2300" b="1" dirty="0">
                <a:solidFill>
                  <a:srgbClr val="0000FF"/>
                </a:solidFill>
                <a:latin typeface="华文楷体" panose="02010600040101010101" pitchFamily="2" charset="-122"/>
                <a:ea typeface="华文楷体" panose="02010600040101010101" pitchFamily="2" charset="-122"/>
              </a:rPr>
              <a:t>求出一个最大兼容活动子集，将它们安排在一个</a:t>
            </a:r>
            <a:r>
              <a:rPr lang="zh-CN" altLang="en-US" sz="2300" b="1" dirty="0">
                <a:solidFill>
                  <a:srgbClr val="0000FF"/>
                </a:solidFill>
                <a:latin typeface="华文楷体" panose="02010600040101010101" pitchFamily="2" charset="-122"/>
                <a:ea typeface="华文楷体" panose="02010600040101010101" pitchFamily="2" charset="-122"/>
                <a:sym typeface="Arial" panose="020B0604020202020204" pitchFamily="34" charset="0"/>
              </a:rPr>
              <a:t>畜栏</a:t>
            </a:r>
            <a:r>
              <a:rPr lang="zh-CN" altLang="zh-CN" sz="2300" b="1" dirty="0">
                <a:solidFill>
                  <a:srgbClr val="0000FF"/>
                </a:solidFill>
                <a:latin typeface="华文楷体" panose="02010600040101010101" pitchFamily="2" charset="-122"/>
                <a:ea typeface="华文楷体" panose="02010600040101010101" pitchFamily="2" charset="-122"/>
              </a:rPr>
              <a:t>中（</a:t>
            </a:r>
            <a:r>
              <a:rPr lang="zh-CN" altLang="en-US" sz="2300" b="1" dirty="0">
                <a:solidFill>
                  <a:srgbClr val="0000FF"/>
                </a:solidFill>
                <a:latin typeface="华文楷体" panose="02010600040101010101" pitchFamily="2" charset="-122"/>
                <a:ea typeface="华文楷体" panose="02010600040101010101" pitchFamily="2" charset="-122"/>
                <a:sym typeface="Arial" panose="020B0604020202020204" pitchFamily="34" charset="0"/>
              </a:rPr>
              <a:t>畜栏</a:t>
            </a:r>
            <a:r>
              <a:rPr lang="zh-CN" altLang="zh-CN" sz="2300" b="1" dirty="0">
                <a:solidFill>
                  <a:srgbClr val="0000FF"/>
                </a:solidFill>
                <a:latin typeface="华文楷体" panose="02010600040101010101" pitchFamily="2" charset="-122"/>
                <a:ea typeface="华文楷体" panose="02010600040101010101" pitchFamily="2" charset="-122"/>
              </a:rPr>
              <a:t>编号为</a:t>
            </a:r>
            <a:r>
              <a:rPr lang="en-US" altLang="zh-CN" sz="2300" b="1" dirty="0">
                <a:solidFill>
                  <a:srgbClr val="0000FF"/>
                </a:solidFill>
                <a:latin typeface="华文楷体" panose="02010600040101010101" pitchFamily="2" charset="-122"/>
                <a:ea typeface="华文楷体" panose="02010600040101010101" pitchFamily="2" charset="-122"/>
              </a:rPr>
              <a:t>1</a:t>
            </a:r>
            <a:r>
              <a:rPr lang="zh-CN" altLang="zh-CN" sz="2300" b="1" dirty="0">
                <a:solidFill>
                  <a:srgbClr val="0000FF"/>
                </a:solidFill>
                <a:latin typeface="华文楷体" panose="02010600040101010101" pitchFamily="2" charset="-122"/>
                <a:ea typeface="华文楷体" panose="02010600040101010101" pitchFamily="2" charset="-122"/>
              </a:rPr>
              <a:t>）；如果没有安排完，再在剩余的活动再求下一个最大兼容活动子集，将它们安排在另一个</a:t>
            </a:r>
            <a:r>
              <a:rPr lang="zh-CN" altLang="en-US" sz="2300" b="1" dirty="0">
                <a:solidFill>
                  <a:srgbClr val="0000FF"/>
                </a:solidFill>
                <a:latin typeface="华文楷体" panose="02010600040101010101" pitchFamily="2" charset="-122"/>
                <a:ea typeface="华文楷体" panose="02010600040101010101" pitchFamily="2" charset="-122"/>
                <a:sym typeface="Arial" panose="020B0604020202020204" pitchFamily="34" charset="0"/>
              </a:rPr>
              <a:t>畜栏</a:t>
            </a:r>
            <a:r>
              <a:rPr lang="zh-CN" altLang="zh-CN" sz="2300" b="1" dirty="0">
                <a:solidFill>
                  <a:srgbClr val="0000FF"/>
                </a:solidFill>
                <a:latin typeface="华文楷体" panose="02010600040101010101" pitchFamily="2" charset="-122"/>
                <a:ea typeface="华文楷体" panose="02010600040101010101" pitchFamily="2" charset="-122"/>
              </a:rPr>
              <a:t>中（</a:t>
            </a:r>
            <a:r>
              <a:rPr lang="zh-CN" altLang="en-US" sz="2300" b="1" dirty="0">
                <a:solidFill>
                  <a:srgbClr val="0000FF"/>
                </a:solidFill>
                <a:latin typeface="华文楷体" panose="02010600040101010101" pitchFamily="2" charset="-122"/>
                <a:ea typeface="华文楷体" panose="02010600040101010101" pitchFamily="2" charset="-122"/>
                <a:sym typeface="Arial" panose="020B0604020202020204" pitchFamily="34" charset="0"/>
              </a:rPr>
              <a:t>畜栏</a:t>
            </a:r>
            <a:r>
              <a:rPr lang="zh-CN" altLang="zh-CN" sz="2300" b="1" dirty="0">
                <a:solidFill>
                  <a:srgbClr val="0000FF"/>
                </a:solidFill>
                <a:latin typeface="华文楷体" panose="02010600040101010101" pitchFamily="2" charset="-122"/>
                <a:ea typeface="华文楷体" panose="02010600040101010101" pitchFamily="2" charset="-122"/>
              </a:rPr>
              <a:t>编号为</a:t>
            </a:r>
            <a:r>
              <a:rPr lang="en-US" altLang="zh-CN" sz="2300" b="1" dirty="0">
                <a:solidFill>
                  <a:srgbClr val="0000FF"/>
                </a:solidFill>
                <a:latin typeface="华文楷体" panose="02010600040101010101" pitchFamily="2" charset="-122"/>
                <a:ea typeface="华文楷体" panose="02010600040101010101" pitchFamily="2" charset="-122"/>
              </a:rPr>
              <a:t>2</a:t>
            </a:r>
            <a:r>
              <a:rPr lang="zh-CN" altLang="zh-CN" sz="2300" b="1" dirty="0">
                <a:solidFill>
                  <a:srgbClr val="0000FF"/>
                </a:solidFill>
                <a:latin typeface="华文楷体" panose="02010600040101010101" pitchFamily="2" charset="-122"/>
                <a:ea typeface="华文楷体" panose="02010600040101010101" pitchFamily="2" charset="-122"/>
              </a:rPr>
              <a:t>），以此类推。</a:t>
            </a:r>
            <a:endParaRPr lang="en-US" altLang="zh-CN" sz="2300" b="1" dirty="0">
              <a:solidFill>
                <a:srgbClr val="0000FF"/>
              </a:solidFill>
              <a:latin typeface="华文楷体" panose="02010600040101010101" pitchFamily="2" charset="-122"/>
              <a:ea typeface="华文楷体" panose="02010600040101010101" pitchFamily="2" charset="-122"/>
            </a:endParaRPr>
          </a:p>
          <a:p>
            <a:pPr>
              <a:lnSpc>
                <a:spcPct val="150000"/>
              </a:lnSpc>
            </a:pPr>
            <a:r>
              <a:rPr lang="en-US" altLang="zh-CN" sz="2300" b="1" dirty="0">
                <a:solidFill>
                  <a:srgbClr val="0000FF"/>
                </a:solidFill>
                <a:latin typeface="华文楷体" panose="02010600040101010101" pitchFamily="2" charset="-122"/>
                <a:ea typeface="华文楷体" panose="02010600040101010101" pitchFamily="2" charset="-122"/>
              </a:rPr>
              <a:t>    </a:t>
            </a:r>
            <a:r>
              <a:rPr lang="zh-CN" altLang="zh-CN" sz="2300" b="1" dirty="0">
                <a:solidFill>
                  <a:srgbClr val="0000FF"/>
                </a:solidFill>
                <a:latin typeface="华文楷体" panose="02010600040101010101" pitchFamily="2" charset="-122"/>
                <a:ea typeface="华文楷体" panose="02010600040101010101" pitchFamily="2" charset="-122"/>
              </a:rPr>
              <a:t>也就是说，最大兼容活动子集</a:t>
            </a:r>
            <a:r>
              <a:rPr lang="zh-CN" altLang="en-US" sz="2300" b="1" dirty="0">
                <a:solidFill>
                  <a:srgbClr val="0000FF"/>
                </a:solidFill>
                <a:latin typeface="华文楷体" panose="02010600040101010101" pitchFamily="2" charset="-122"/>
                <a:ea typeface="华文楷体" panose="02010600040101010101" pitchFamily="2" charset="-122"/>
              </a:rPr>
              <a:t>的</a:t>
            </a:r>
            <a:r>
              <a:rPr lang="zh-CN" altLang="zh-CN" sz="2300" b="1" dirty="0">
                <a:solidFill>
                  <a:srgbClr val="0000FF"/>
                </a:solidFill>
                <a:latin typeface="华文楷体" panose="02010600040101010101" pitchFamily="2" charset="-122"/>
                <a:ea typeface="华文楷体" panose="02010600040101010101" pitchFamily="2" charset="-122"/>
              </a:rPr>
              <a:t>个数就是最少</a:t>
            </a:r>
            <a:r>
              <a:rPr lang="zh-CN" altLang="en-US" sz="2300" b="1" dirty="0">
                <a:solidFill>
                  <a:srgbClr val="0000FF"/>
                </a:solidFill>
                <a:latin typeface="华文楷体" panose="02010600040101010101" pitchFamily="2" charset="-122"/>
                <a:ea typeface="华文楷体" panose="02010600040101010101" pitchFamily="2" charset="-122"/>
                <a:sym typeface="Arial" panose="020B0604020202020204" pitchFamily="34" charset="0"/>
              </a:rPr>
              <a:t>畜栏</a:t>
            </a:r>
            <a:r>
              <a:rPr lang="zh-CN" altLang="zh-CN" sz="2300" b="1" dirty="0">
                <a:solidFill>
                  <a:srgbClr val="0000FF"/>
                </a:solidFill>
                <a:latin typeface="华文楷体" panose="02010600040101010101" pitchFamily="2" charset="-122"/>
                <a:ea typeface="华文楷体" panose="02010600040101010101" pitchFamily="2" charset="-122"/>
              </a:rPr>
              <a:t>个数</a:t>
            </a:r>
            <a:r>
              <a:rPr lang="zh-CN" altLang="zh-CN" sz="2300" b="1" dirty="0">
                <a:solidFill>
                  <a:srgbClr val="0000FF"/>
                </a:solidFill>
                <a:latin typeface="华文楷体" panose="02010600040101010101" pitchFamily="2" charset="-122"/>
                <a:ea typeface="华文楷体" panose="02010600040101010101" pitchFamily="2" charset="-122"/>
                <a:cs typeface="微软雅黑" panose="020B0503020204020204" charset="-122"/>
              </a:rPr>
              <a:t>。</a:t>
            </a:r>
          </a:p>
        </p:txBody>
      </p:sp>
    </p:spTree>
    <p:extLst>
      <p:ext uri="{BB962C8B-B14F-4D97-AF65-F5344CB8AC3E}">
        <p14:creationId xmlns:p14="http://schemas.microsoft.com/office/powerpoint/2010/main" val="1383360472"/>
      </p:ext>
    </p:extLst>
  </p:cSld>
  <p:clrMapOvr>
    <a:overrideClrMapping bg1="lt1" tx1="dk1" bg2="lt2" tx2="dk2" accent1="accent1" accent2="accent2" accent3="accent3" accent4="accent4" accent5="accent5" accent6="accent6" hlink="hlink" folHlink="folHlink"/>
  </p:clrMapOvr>
</p:sld>
</file>

<file path=ppt/slides/slide83.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1184835" y="1234739"/>
            <a:ext cx="8206105" cy="5104130"/>
          </a:xfrm>
          <a:prstGeom prst="rect">
            <a:avLst/>
          </a:prstGeom>
          <a:solidFill>
            <a:schemeClr val="bg1">
              <a:lumMod val="9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5"/>
          </a:lnRef>
          <a:fillRef idx="2">
            <a:schemeClr val="accent5"/>
          </a:fillRef>
          <a:effectRef idx="1">
            <a:schemeClr val="accent5"/>
          </a:effectRef>
          <a:fontRef idx="minor">
            <a:schemeClr val="dk1"/>
          </a:fontRef>
        </p:style>
        <p:txBody>
          <a:bodyPr wrap="square" lIns="180000" tIns="216000" bIns="180000" rtlCol="0">
            <a:spAutoFit/>
          </a:bodyPr>
          <a:lstStyle/>
          <a:p>
            <a:r>
              <a:rPr lang="en-US" altLang="zh-CN" b="1">
                <a:solidFill>
                  <a:srgbClr val="FF0000"/>
                </a:solidFill>
                <a:latin typeface="Consolas" panose="020B0609020204030204" pitchFamily="49" charset="0"/>
                <a:ea typeface="仿宋" panose="02010609060101010101" pitchFamily="49" charset="-122"/>
                <a:cs typeface="Consolas" panose="020B0609020204030204" pitchFamily="49" charset="0"/>
              </a:rPr>
              <a:t>//</a:t>
            </a:r>
            <a:r>
              <a:rPr lang="zh-CN" altLang="zh-CN" b="1">
                <a:solidFill>
                  <a:srgbClr val="FF0000"/>
                </a:solidFill>
                <a:latin typeface="Consolas" panose="020B0609020204030204" pitchFamily="49" charset="0"/>
                <a:ea typeface="仿宋" panose="02010609060101010101" pitchFamily="49" charset="-122"/>
                <a:cs typeface="Consolas" panose="020B0609020204030204" pitchFamily="49" charset="0"/>
              </a:rPr>
              <a:t>问题表示</a:t>
            </a:r>
          </a:p>
          <a:p>
            <a:r>
              <a:rPr lang="en-US"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struct Cow			</a:t>
            </a:r>
            <a:r>
              <a:rPr lang="en-US"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奶牛的类型声明</a:t>
            </a:r>
          </a:p>
          <a:p>
            <a:r>
              <a:rPr lang="en-US"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  int no;			</a:t>
            </a:r>
            <a:r>
              <a:rPr lang="en-US"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牛编号</a:t>
            </a:r>
          </a:p>
          <a:p>
            <a:r>
              <a:rPr lang="en-US"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   int b;			</a:t>
            </a:r>
            <a:r>
              <a:rPr lang="en-US"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起始时间</a:t>
            </a:r>
          </a:p>
          <a:p>
            <a:r>
              <a:rPr lang="en-US"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   int e;			</a:t>
            </a:r>
            <a:r>
              <a:rPr lang="en-US"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结束时间</a:t>
            </a:r>
          </a:p>
          <a:p>
            <a:r>
              <a:rPr lang="en-US"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   bool operator&lt;(const Cow &amp;s) const   </a:t>
            </a:r>
            <a:r>
              <a:rPr lang="en-US"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重载</a:t>
            </a:r>
            <a:r>
              <a:rPr lang="en-US"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&lt;</a:t>
            </a:r>
            <a:r>
              <a:rPr lang="zh-CN"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关系函数</a:t>
            </a:r>
          </a:p>
          <a:p>
            <a:r>
              <a:rPr lang="en-US"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   {  if (e==s.e)		</a:t>
            </a:r>
            <a:r>
              <a:rPr lang="en-US"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结束时间相同按开始时间递增排序</a:t>
            </a:r>
          </a:p>
          <a:p>
            <a:r>
              <a:rPr lang="en-US"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         return b&lt;=s.b;</a:t>
            </a:r>
            <a:endParaRPr lang="zh-CN" altLang="zh-CN" b="1">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      else			</a:t>
            </a:r>
            <a:r>
              <a:rPr lang="en-US"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否则按结束时间递增排序</a:t>
            </a:r>
          </a:p>
          <a:p>
            <a:r>
              <a:rPr lang="en-US"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         return e&lt;=s.e;</a:t>
            </a:r>
            <a:endParaRPr lang="zh-CN" altLang="zh-CN" b="1">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b="1">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b="1">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int n=5;</a:t>
            </a:r>
            <a:endParaRPr lang="zh-CN" altLang="zh-CN" b="1">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Cow A[]={{0},{1,1,10},{2,2,4},{3,3,6},{4,5,8},{5,4,7}};</a:t>
            </a:r>
          </a:p>
          <a:p>
            <a:r>
              <a:rPr lang="en-US"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下标</a:t>
            </a:r>
            <a:r>
              <a:rPr lang="en-US"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0</a:t>
            </a:r>
            <a:r>
              <a:rPr lang="zh-CN"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不用</a:t>
            </a:r>
          </a:p>
          <a:p>
            <a:r>
              <a:rPr lang="en-US" altLang="zh-CN" b="1">
                <a:solidFill>
                  <a:srgbClr val="FF0000"/>
                </a:solidFill>
                <a:latin typeface="Consolas" panose="020B0609020204030204" pitchFamily="49" charset="0"/>
                <a:ea typeface="仿宋" panose="02010609060101010101" pitchFamily="49" charset="-122"/>
                <a:cs typeface="Consolas" panose="020B0609020204030204" pitchFamily="49" charset="0"/>
              </a:rPr>
              <a:t>//</a:t>
            </a:r>
            <a:r>
              <a:rPr lang="zh-CN" altLang="zh-CN" b="1">
                <a:solidFill>
                  <a:srgbClr val="FF0000"/>
                </a:solidFill>
                <a:latin typeface="Consolas" panose="020B0609020204030204" pitchFamily="49" charset="0"/>
                <a:ea typeface="仿宋" panose="02010609060101010101" pitchFamily="49" charset="-122"/>
                <a:cs typeface="Consolas" panose="020B0609020204030204" pitchFamily="49" charset="0"/>
              </a:rPr>
              <a:t>求解结果表示</a:t>
            </a:r>
          </a:p>
          <a:p>
            <a:r>
              <a:rPr lang="en-US" altLang="zh-CN" b="1">
                <a:solidFill>
                  <a:srgbClr val="0000FF"/>
                </a:solidFill>
                <a:latin typeface="Consolas" panose="020B0609020204030204" pitchFamily="49" charset="0"/>
                <a:ea typeface="仿宋" panose="02010609060101010101" pitchFamily="49" charset="-122"/>
                <a:cs typeface="Consolas" panose="020B0609020204030204" pitchFamily="49" charset="0"/>
              </a:rPr>
              <a:t>int ans[MAX];			</a:t>
            </a:r>
            <a:r>
              <a:rPr lang="en-US"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//ans[i]</a:t>
            </a:r>
            <a:r>
              <a:rPr lang="zh-CN"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表示第</a:t>
            </a:r>
            <a:r>
              <a:rPr lang="en-US"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A[i].no</a:t>
            </a:r>
            <a:r>
              <a:rPr lang="zh-CN" altLang="zh-CN" b="1">
                <a:solidFill>
                  <a:srgbClr val="00B0F0"/>
                </a:solidFill>
                <a:latin typeface="Consolas" panose="020B0609020204030204" pitchFamily="49" charset="0"/>
                <a:ea typeface="仿宋" panose="02010609060101010101" pitchFamily="49" charset="-122"/>
                <a:cs typeface="Consolas" panose="020B0609020204030204" pitchFamily="49" charset="0"/>
              </a:rPr>
              <a:t>头牛的蓄栏编号</a:t>
            </a:r>
          </a:p>
        </p:txBody>
      </p:sp>
    </p:spTree>
    <p:extLst>
      <p:ext uri="{BB962C8B-B14F-4D97-AF65-F5344CB8AC3E}">
        <p14:creationId xmlns:p14="http://schemas.microsoft.com/office/powerpoint/2010/main" val="1568270120"/>
      </p:ext>
    </p:extLst>
  </p:cSld>
  <p:clrMapOvr>
    <a:overrideClrMapping bg1="lt1" tx1="dk1" bg2="lt2" tx2="dk2" accent1="accent1" accent2="accent2" accent3="accent3" accent4="accent4" accent5="accent5" accent6="accent6" hlink="hlink" folHlink="folHlink"/>
  </p:clrMapOvr>
</p:sld>
</file>

<file path=ppt/slides/slide84.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908349" y="1201083"/>
            <a:ext cx="8254365" cy="5452745"/>
          </a:xfrm>
          <a:prstGeom prst="rect">
            <a:avLst/>
          </a:prstGeom>
          <a:solidFill>
            <a:schemeClr val="bg1">
              <a:lumMod val="9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5"/>
          </a:lnRef>
          <a:fillRef idx="2">
            <a:schemeClr val="accent5"/>
          </a:fillRef>
          <a:effectRef idx="1">
            <a:schemeClr val="accent5"/>
          </a:effectRef>
          <a:fontRef idx="minor">
            <a:schemeClr val="dk1"/>
          </a:fontRef>
        </p:style>
        <p:txBody>
          <a:bodyPr wrap="square" lIns="180000" tIns="180000" bIns="180000" rtlCol="0">
            <a:noAutofit/>
          </a:bodyPr>
          <a:lstStyle/>
          <a:p>
            <a:r>
              <a:rPr lang="en-US" altLang="zh-CN" b="1" dirty="0">
                <a:solidFill>
                  <a:srgbClr val="FF0000"/>
                </a:solidFill>
                <a:latin typeface="Consolas" panose="020B0609020204030204" pitchFamily="49" charset="0"/>
                <a:ea typeface="仿宋" panose="02010609060101010101" pitchFamily="49" charset="-122"/>
                <a:cs typeface="Consolas" panose="020B0609020204030204" pitchFamily="49" charset="0"/>
              </a:rPr>
              <a:t>void solve()				//</a:t>
            </a:r>
            <a:r>
              <a:rPr lang="zh-CN" altLang="zh-CN" b="1" dirty="0">
                <a:solidFill>
                  <a:srgbClr val="FF0000"/>
                </a:solidFill>
                <a:latin typeface="Consolas" panose="020B0609020204030204" pitchFamily="49" charset="0"/>
                <a:ea typeface="仿宋" panose="02010609060101010101" pitchFamily="49" charset="-122"/>
                <a:cs typeface="Consolas" panose="020B0609020204030204" pitchFamily="49" charset="0"/>
              </a:rPr>
              <a:t>求解最大兼容活动子集</a:t>
            </a:r>
            <a:r>
              <a:rPr lang="zh-CN" altLang="en-US" b="1" dirty="0">
                <a:solidFill>
                  <a:srgbClr val="FF0000"/>
                </a:solidFill>
                <a:latin typeface="Consolas" panose="020B0609020204030204" pitchFamily="49" charset="0"/>
                <a:ea typeface="仿宋" panose="02010609060101010101" pitchFamily="49" charset="-122"/>
                <a:cs typeface="Consolas" panose="020B0609020204030204" pitchFamily="49" charset="0"/>
              </a:rPr>
              <a:t>个数</a:t>
            </a:r>
            <a:endParaRPr lang="zh-CN" altLang="zh-CN" b="1" dirty="0">
              <a:solidFill>
                <a:srgbClr val="FF0000"/>
              </a:solidFill>
              <a:latin typeface="Consolas" panose="020B0609020204030204" pitchFamily="49" charset="0"/>
              <a:ea typeface="仿宋" panose="02010609060101010101" pitchFamily="49" charset="-122"/>
              <a:cs typeface="Consolas" panose="020B0609020204030204" pitchFamily="49" charset="0"/>
            </a:endParaRP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sort(A+1,A+n+1);			</a:t>
            </a:r>
            <a:r>
              <a:rPr lang="en-US" altLang="zh-CN" b="1" dirty="0">
                <a:solidFill>
                  <a:srgbClr val="00B0F0"/>
                </a:solidFill>
                <a:latin typeface="Consolas" panose="020B0609020204030204" pitchFamily="49" charset="0"/>
                <a:ea typeface="仿宋" panose="02010609060101010101" pitchFamily="49" charset="-122"/>
                <a:cs typeface="Consolas" panose="020B0609020204030204" pitchFamily="49" charset="0"/>
              </a:rPr>
              <a:t>//A[1..n]</a:t>
            </a:r>
            <a:r>
              <a:rPr lang="zh-CN" altLang="zh-CN" b="1" dirty="0">
                <a:solidFill>
                  <a:srgbClr val="00B0F0"/>
                </a:solidFill>
                <a:latin typeface="Consolas" panose="020B0609020204030204" pitchFamily="49" charset="0"/>
                <a:ea typeface="仿宋" panose="02010609060101010101" pitchFamily="49" charset="-122"/>
                <a:cs typeface="Consolas" panose="020B0609020204030204" pitchFamily="49" charset="0"/>
              </a:rPr>
              <a:t>按指定方式排序</a:t>
            </a: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memset</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(ans,0,sizeof(</a:t>
            </a:r>
            <a:r>
              <a:rPr lang="en-US" altLang="zh-CN" b="1" dirty="0" err="1">
                <a:solidFill>
                  <a:srgbClr val="9900FF"/>
                </a:solidFill>
                <a:latin typeface="Consolas" panose="020B0609020204030204" pitchFamily="49" charset="0"/>
                <a:ea typeface="仿宋" panose="02010609060101010101" pitchFamily="49" charset="-122"/>
                <a:cs typeface="Consolas" panose="020B0609020204030204" pitchFamily="49" charset="0"/>
              </a:rPr>
              <a:t>ans</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b="1" dirty="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b="1" dirty="0">
                <a:solidFill>
                  <a:srgbClr val="00B0F0"/>
                </a:solidFill>
                <a:latin typeface="Consolas" panose="020B0609020204030204" pitchFamily="49" charset="0"/>
                <a:ea typeface="仿宋" panose="02010609060101010101" pitchFamily="49" charset="-122"/>
                <a:cs typeface="Consolas" panose="020B0609020204030204" pitchFamily="49" charset="0"/>
              </a:rPr>
              <a:t>初始化为</a:t>
            </a:r>
            <a:r>
              <a:rPr lang="en-US" altLang="zh-CN" b="1" dirty="0">
                <a:solidFill>
                  <a:srgbClr val="00B0F0"/>
                </a:solidFill>
                <a:latin typeface="Consolas" panose="020B0609020204030204" pitchFamily="49" charset="0"/>
                <a:ea typeface="仿宋" panose="02010609060101010101" pitchFamily="49" charset="-122"/>
                <a:cs typeface="Consolas" panose="020B0609020204030204" pitchFamily="49" charset="0"/>
              </a:rPr>
              <a:t>0</a:t>
            </a:r>
            <a:endParaRPr lang="zh-CN" altLang="zh-CN" b="1" dirty="0">
              <a:solidFill>
                <a:srgbClr val="00B0F0"/>
              </a:solidFill>
              <a:latin typeface="Consolas" panose="020B0609020204030204" pitchFamily="49" charset="0"/>
              <a:ea typeface="仿宋" panose="02010609060101010101" pitchFamily="49" charset="-122"/>
              <a:cs typeface="Consolas" panose="020B0609020204030204" pitchFamily="49" charset="0"/>
            </a:endParaRP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int num=1;				</a:t>
            </a:r>
            <a:r>
              <a:rPr lang="en-US" altLang="zh-CN" b="1" dirty="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b="1" dirty="0">
                <a:solidFill>
                  <a:srgbClr val="00B0F0"/>
                </a:solidFill>
                <a:latin typeface="Consolas" panose="020B0609020204030204" pitchFamily="49" charset="0"/>
                <a:ea typeface="仿宋" panose="02010609060101010101" pitchFamily="49" charset="-122"/>
                <a:cs typeface="Consolas" panose="020B0609020204030204" pitchFamily="49" charset="0"/>
              </a:rPr>
              <a:t>蓄栏编号</a:t>
            </a:r>
          </a:p>
          <a:p>
            <a:pPr>
              <a:lnSpc>
                <a:spcPct val="200000"/>
              </a:lnSpc>
            </a:pP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for (int </a:t>
            </a:r>
            <a:r>
              <a:rPr lang="en-US" altLang="zh-CN"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=1;i&lt;=</a:t>
            </a:r>
            <a:r>
              <a:rPr lang="en-US" altLang="zh-CN"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n;i</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b="1" dirty="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en-US" altLang="zh-CN" b="1" dirty="0" err="1">
                <a:solidFill>
                  <a:srgbClr val="00B0F0"/>
                </a:solidFill>
                <a:latin typeface="Consolas" panose="020B0609020204030204" pitchFamily="49" charset="0"/>
                <a:ea typeface="仿宋" panose="02010609060101010101" pitchFamily="49" charset="-122"/>
                <a:cs typeface="Consolas" panose="020B0609020204030204" pitchFamily="49" charset="0"/>
              </a:rPr>
              <a:t>i</a:t>
            </a:r>
            <a:r>
              <a:rPr lang="zh-CN" altLang="zh-CN" b="1" dirty="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en-US" altLang="zh-CN" b="1" dirty="0">
                <a:solidFill>
                  <a:srgbClr val="00B0F0"/>
                </a:solidFill>
                <a:latin typeface="Consolas" panose="020B0609020204030204" pitchFamily="49" charset="0"/>
                <a:ea typeface="仿宋" panose="02010609060101010101" pitchFamily="49" charset="-122"/>
                <a:cs typeface="Consolas" panose="020B0609020204030204" pitchFamily="49" charset="0"/>
              </a:rPr>
              <a:t>j</a:t>
            </a:r>
            <a:r>
              <a:rPr lang="zh-CN" altLang="zh-CN" b="1" dirty="0">
                <a:solidFill>
                  <a:srgbClr val="00B0F0"/>
                </a:solidFill>
                <a:latin typeface="Consolas" panose="020B0609020204030204" pitchFamily="49" charset="0"/>
                <a:ea typeface="仿宋" panose="02010609060101010101" pitchFamily="49" charset="-122"/>
                <a:cs typeface="Consolas" panose="020B0609020204030204" pitchFamily="49" charset="0"/>
              </a:rPr>
              <a:t>均为排序后的下标</a:t>
            </a: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  if (</a:t>
            </a:r>
            <a:r>
              <a:rPr lang="en-US" altLang="zh-CN" b="1" dirty="0" err="1">
                <a:solidFill>
                  <a:srgbClr val="9900FF"/>
                </a:solidFill>
                <a:latin typeface="Consolas" panose="020B0609020204030204" pitchFamily="49" charset="0"/>
                <a:ea typeface="仿宋" panose="02010609060101010101" pitchFamily="49" charset="-122"/>
                <a:cs typeface="Consolas" panose="020B0609020204030204" pitchFamily="49" charset="0"/>
              </a:rPr>
              <a:t>ans</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]==0)			</a:t>
            </a:r>
            <a:r>
              <a:rPr lang="en-US" altLang="zh-CN" b="1" dirty="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b="1" dirty="0">
                <a:solidFill>
                  <a:srgbClr val="00B0F0"/>
                </a:solidFill>
                <a:latin typeface="Consolas" panose="020B0609020204030204" pitchFamily="49" charset="0"/>
                <a:ea typeface="仿宋" panose="02010609060101010101" pitchFamily="49" charset="-122"/>
                <a:cs typeface="Consolas" panose="020B0609020204030204" pitchFamily="49" charset="0"/>
              </a:rPr>
              <a:t>第</a:t>
            </a:r>
            <a:r>
              <a:rPr lang="en-US" altLang="zh-CN" b="1" dirty="0" err="1">
                <a:solidFill>
                  <a:srgbClr val="00B0F0"/>
                </a:solidFill>
                <a:latin typeface="Consolas" panose="020B0609020204030204" pitchFamily="49" charset="0"/>
                <a:ea typeface="仿宋" panose="02010609060101010101" pitchFamily="49" charset="-122"/>
                <a:cs typeface="Consolas" panose="020B0609020204030204" pitchFamily="49" charset="0"/>
              </a:rPr>
              <a:t>i</a:t>
            </a:r>
            <a:r>
              <a:rPr lang="zh-CN" altLang="zh-CN" b="1" dirty="0">
                <a:solidFill>
                  <a:srgbClr val="00B0F0"/>
                </a:solidFill>
                <a:latin typeface="Consolas" panose="020B0609020204030204" pitchFamily="49" charset="0"/>
                <a:ea typeface="仿宋" panose="02010609060101010101" pitchFamily="49" charset="-122"/>
                <a:cs typeface="Consolas" panose="020B0609020204030204" pitchFamily="49" charset="0"/>
              </a:rPr>
              <a:t>头牛还没有安排蓄栏</a:t>
            </a: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  </a:t>
            </a:r>
            <a:r>
              <a:rPr lang="en-US" altLang="zh-CN" b="1" dirty="0" err="1">
                <a:solidFill>
                  <a:srgbClr val="9900FF"/>
                </a:solidFill>
                <a:latin typeface="Consolas" panose="020B0609020204030204" pitchFamily="49" charset="0"/>
                <a:ea typeface="仿宋" panose="02010609060101010101" pitchFamily="49" charset="-122"/>
                <a:cs typeface="Consolas" panose="020B0609020204030204" pitchFamily="49" charset="0"/>
              </a:rPr>
              <a:t>ans</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]=num;			</a:t>
            </a:r>
            <a:r>
              <a:rPr lang="en-US" altLang="zh-CN" b="1" dirty="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b="1" dirty="0">
                <a:solidFill>
                  <a:srgbClr val="00B0F0"/>
                </a:solidFill>
                <a:latin typeface="Consolas" panose="020B0609020204030204" pitchFamily="49" charset="0"/>
                <a:ea typeface="仿宋" panose="02010609060101010101" pitchFamily="49" charset="-122"/>
                <a:cs typeface="Consolas" panose="020B0609020204030204" pitchFamily="49" charset="0"/>
              </a:rPr>
              <a:t>第</a:t>
            </a:r>
            <a:r>
              <a:rPr lang="en-US" altLang="zh-CN" b="1" dirty="0" err="1">
                <a:solidFill>
                  <a:srgbClr val="00B0F0"/>
                </a:solidFill>
                <a:latin typeface="Consolas" panose="020B0609020204030204" pitchFamily="49" charset="0"/>
                <a:ea typeface="仿宋" panose="02010609060101010101" pitchFamily="49" charset="-122"/>
                <a:cs typeface="Consolas" panose="020B0609020204030204" pitchFamily="49" charset="0"/>
              </a:rPr>
              <a:t>i</a:t>
            </a:r>
            <a:r>
              <a:rPr lang="zh-CN" altLang="zh-CN" b="1" dirty="0">
                <a:solidFill>
                  <a:srgbClr val="00B0F0"/>
                </a:solidFill>
                <a:latin typeface="Consolas" panose="020B0609020204030204" pitchFamily="49" charset="0"/>
                <a:ea typeface="仿宋" panose="02010609060101010101" pitchFamily="49" charset="-122"/>
                <a:cs typeface="Consolas" panose="020B0609020204030204" pitchFamily="49" charset="0"/>
              </a:rPr>
              <a:t>头牛安排蓄栏</a:t>
            </a:r>
            <a:r>
              <a:rPr lang="en-US" altLang="zh-CN" b="1" dirty="0">
                <a:solidFill>
                  <a:srgbClr val="00B0F0"/>
                </a:solidFill>
                <a:latin typeface="Consolas" panose="020B0609020204030204" pitchFamily="49" charset="0"/>
                <a:ea typeface="仿宋" panose="02010609060101010101" pitchFamily="49" charset="-122"/>
                <a:cs typeface="Consolas" panose="020B0609020204030204" pitchFamily="49" charset="0"/>
              </a:rPr>
              <a:t>num</a:t>
            </a:r>
            <a:endParaRPr lang="zh-CN" altLang="zh-CN" b="1" dirty="0">
              <a:solidFill>
                <a:srgbClr val="00B0F0"/>
              </a:solidFill>
              <a:latin typeface="Consolas" panose="020B0609020204030204" pitchFamily="49" charset="0"/>
              <a:ea typeface="仿宋" panose="02010609060101010101" pitchFamily="49" charset="-122"/>
              <a:cs typeface="Consolas" panose="020B0609020204030204" pitchFamily="49" charset="0"/>
            </a:endParaRP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int </a:t>
            </a:r>
            <a:r>
              <a:rPr lang="en-US" altLang="zh-CN"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preend</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].e;		</a:t>
            </a:r>
            <a:r>
              <a:rPr lang="en-US" altLang="zh-CN" b="1" dirty="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b="1" dirty="0">
                <a:solidFill>
                  <a:srgbClr val="00B0F0"/>
                </a:solidFill>
                <a:latin typeface="Consolas" panose="020B0609020204030204" pitchFamily="49" charset="0"/>
                <a:ea typeface="仿宋" panose="02010609060101010101" pitchFamily="49" charset="-122"/>
                <a:cs typeface="Consolas" panose="020B0609020204030204" pitchFamily="49" charset="0"/>
              </a:rPr>
              <a:t>前一个兼容活动的结束时间</a:t>
            </a: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for (int j=i+1;j&lt;=</a:t>
            </a:r>
            <a:r>
              <a:rPr lang="en-US" altLang="zh-CN"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n;j</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b="1" dirty="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b="1" dirty="0">
                <a:solidFill>
                  <a:srgbClr val="00B0F0"/>
                </a:solidFill>
                <a:latin typeface="Consolas" panose="020B0609020204030204" pitchFamily="49" charset="0"/>
                <a:ea typeface="仿宋" panose="02010609060101010101" pitchFamily="49" charset="-122"/>
                <a:cs typeface="Consolas" panose="020B0609020204030204" pitchFamily="49" charset="0"/>
              </a:rPr>
              <a:t>查找一个最大兼容活动子集</a:t>
            </a: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  if (A[j].b&gt;</a:t>
            </a:r>
            <a:r>
              <a:rPr lang="en-US" altLang="zh-CN"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preend</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&amp;&amp; </a:t>
            </a:r>
            <a:r>
              <a:rPr lang="en-US" altLang="zh-CN" b="1" dirty="0" err="1">
                <a:solidFill>
                  <a:srgbClr val="9900FF"/>
                </a:solidFill>
                <a:latin typeface="Consolas" panose="020B0609020204030204" pitchFamily="49" charset="0"/>
                <a:ea typeface="仿宋" panose="02010609060101010101" pitchFamily="49" charset="-122"/>
                <a:cs typeface="Consolas" panose="020B0609020204030204" pitchFamily="49" charset="0"/>
              </a:rPr>
              <a:t>ans</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[j]==0)</a:t>
            </a:r>
            <a:endPar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  </a:t>
            </a:r>
            <a:r>
              <a:rPr lang="en-US" altLang="zh-CN" b="1" dirty="0" err="1">
                <a:solidFill>
                  <a:srgbClr val="9900FF"/>
                </a:solidFill>
                <a:latin typeface="Consolas" panose="020B0609020204030204" pitchFamily="49" charset="0"/>
                <a:ea typeface="仿宋" panose="02010609060101010101" pitchFamily="49" charset="-122"/>
                <a:cs typeface="Consolas" panose="020B0609020204030204" pitchFamily="49" charset="0"/>
              </a:rPr>
              <a:t>ans</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[j]=num;	</a:t>
            </a:r>
            <a:r>
              <a:rPr lang="en-US" altLang="zh-CN" b="1" dirty="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b="1" dirty="0">
                <a:solidFill>
                  <a:srgbClr val="00B0F0"/>
                </a:solidFill>
                <a:latin typeface="Consolas" panose="020B0609020204030204" pitchFamily="49" charset="0"/>
                <a:ea typeface="仿宋" panose="02010609060101010101" pitchFamily="49" charset="-122"/>
                <a:cs typeface="Consolas" panose="020B0609020204030204" pitchFamily="49" charset="0"/>
              </a:rPr>
              <a:t>将兼容活动子集中活动安排在</a:t>
            </a:r>
            <a:r>
              <a:rPr lang="en-US" altLang="zh-CN" b="1" dirty="0">
                <a:solidFill>
                  <a:srgbClr val="00B0F0"/>
                </a:solidFill>
                <a:latin typeface="Consolas" panose="020B0609020204030204" pitchFamily="49" charset="0"/>
                <a:ea typeface="仿宋" panose="02010609060101010101" pitchFamily="49" charset="-122"/>
                <a:cs typeface="Consolas" panose="020B0609020204030204" pitchFamily="49" charset="0"/>
              </a:rPr>
              <a:t>num</a:t>
            </a:r>
            <a:r>
              <a:rPr lang="zh-CN" altLang="zh-CN" b="1" dirty="0">
                <a:solidFill>
                  <a:srgbClr val="00B0F0"/>
                </a:solidFill>
                <a:latin typeface="Consolas" panose="020B0609020204030204" pitchFamily="49" charset="0"/>
                <a:ea typeface="仿宋" panose="02010609060101010101" pitchFamily="49" charset="-122"/>
                <a:cs typeface="Consolas" panose="020B0609020204030204" pitchFamily="49" charset="0"/>
              </a:rPr>
              <a:t>蓄栏中</a:t>
            </a: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preend</a:t>
            </a:r>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=A[j].e;		</a:t>
            </a:r>
            <a:r>
              <a:rPr lang="en-US" altLang="zh-CN" b="1" dirty="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b="1" dirty="0">
                <a:solidFill>
                  <a:srgbClr val="00B0F0"/>
                </a:solidFill>
                <a:latin typeface="Consolas" panose="020B0609020204030204" pitchFamily="49" charset="0"/>
                <a:ea typeface="仿宋" panose="02010609060101010101" pitchFamily="49" charset="-122"/>
                <a:cs typeface="Consolas" panose="020B0609020204030204" pitchFamily="49" charset="0"/>
              </a:rPr>
              <a:t>更新结束时间</a:t>
            </a: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num++;		</a:t>
            </a:r>
            <a:r>
              <a:rPr lang="en-US" altLang="zh-CN" b="1" dirty="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b="1" dirty="0">
                <a:solidFill>
                  <a:srgbClr val="00B0F0"/>
                </a:solidFill>
                <a:latin typeface="Consolas" panose="020B0609020204030204" pitchFamily="49" charset="0"/>
                <a:ea typeface="仿宋" panose="02010609060101010101" pitchFamily="49" charset="-122"/>
                <a:cs typeface="Consolas" panose="020B0609020204030204" pitchFamily="49" charset="0"/>
              </a:rPr>
              <a:t>查找下一个最大兼容活动子集</a:t>
            </a:r>
            <a:r>
              <a:rPr lang="en-US" altLang="zh-CN" b="1" dirty="0">
                <a:solidFill>
                  <a:srgbClr val="00B0F0"/>
                </a:solidFill>
                <a:latin typeface="Consolas" panose="020B0609020204030204" pitchFamily="49" charset="0"/>
                <a:ea typeface="仿宋" panose="02010609060101010101" pitchFamily="49" charset="-122"/>
                <a:cs typeface="Consolas" panose="020B0609020204030204" pitchFamily="49" charset="0"/>
              </a:rPr>
              <a:t>,num</a:t>
            </a:r>
            <a:r>
              <a:rPr lang="zh-CN" altLang="zh-CN" b="1" dirty="0">
                <a:solidFill>
                  <a:srgbClr val="00B0F0"/>
                </a:solidFill>
                <a:latin typeface="Consolas" panose="020B0609020204030204" pitchFamily="49" charset="0"/>
                <a:ea typeface="仿宋" panose="02010609060101010101" pitchFamily="49" charset="-122"/>
                <a:cs typeface="Consolas" panose="020B0609020204030204" pitchFamily="49" charset="0"/>
              </a:rPr>
              <a:t>增</a:t>
            </a:r>
            <a:r>
              <a:rPr lang="en-US" altLang="zh-CN" b="1" dirty="0">
                <a:solidFill>
                  <a:srgbClr val="00B0F0"/>
                </a:solidFill>
                <a:latin typeface="Consolas" panose="020B0609020204030204" pitchFamily="49" charset="0"/>
                <a:ea typeface="仿宋" panose="02010609060101010101" pitchFamily="49" charset="-122"/>
                <a:cs typeface="Consolas" panose="020B0609020204030204" pitchFamily="49" charset="0"/>
              </a:rPr>
              <a:t>1</a:t>
            </a:r>
            <a:endParaRPr lang="zh-CN" altLang="zh-CN" b="1" dirty="0">
              <a:solidFill>
                <a:srgbClr val="00B0F0"/>
              </a:solidFill>
              <a:latin typeface="Consolas" panose="020B0609020204030204" pitchFamily="49" charset="0"/>
              <a:ea typeface="仿宋" panose="02010609060101010101" pitchFamily="49" charset="-122"/>
              <a:cs typeface="Consolas" panose="020B0609020204030204" pitchFamily="49" charset="0"/>
            </a:endParaRP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b="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Tree>
    <p:extLst>
      <p:ext uri="{BB962C8B-B14F-4D97-AF65-F5344CB8AC3E}">
        <p14:creationId xmlns:p14="http://schemas.microsoft.com/office/powerpoint/2010/main" val="1007954988"/>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11" end="1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12" end="1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13" end="1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14" end="14"/>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xEl>
                                              <p:pRg st="15" end="15"/>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978647" y="1371600"/>
            <a:ext cx="8588935" cy="2431193"/>
          </a:xfrm>
          <a:prstGeom prst="rect">
            <a:avLst/>
          </a:prstGeom>
          <a:solidFill>
            <a:schemeClr val="bg1">
              <a:lumMod val="9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5"/>
          </a:lnRef>
          <a:fillRef idx="2">
            <a:schemeClr val="accent5"/>
          </a:fillRef>
          <a:effectRef idx="1">
            <a:schemeClr val="accent5"/>
          </a:effectRef>
          <a:fontRef idx="minor">
            <a:schemeClr val="dk1"/>
          </a:fontRef>
        </p:style>
        <p:txBody>
          <a:bodyPr wrap="square" lIns="216000" tIns="180000" bIns="216000" rtlCol="0">
            <a:spAutoFit/>
          </a:bodyPr>
          <a:lstStyle/>
          <a:p>
            <a:r>
              <a:rPr lang="en-US" altLang="zh-CN" sz="2200" b="1" dirty="0">
                <a:solidFill>
                  <a:srgbClr val="FF0000"/>
                </a:solidFill>
                <a:latin typeface="Consolas" panose="020B0609020204030204" pitchFamily="49" charset="0"/>
                <a:ea typeface="仿宋" panose="02010609060101010101" pitchFamily="49" charset="-122"/>
                <a:cs typeface="Consolas" panose="020B0609020204030204" pitchFamily="49" charset="0"/>
              </a:rPr>
              <a:t>void main()</a:t>
            </a:r>
            <a:endParaRPr lang="zh-CN" altLang="zh-CN" sz="2200" b="1" dirty="0">
              <a:solidFill>
                <a:srgbClr val="FF0000"/>
              </a:solidFill>
              <a:latin typeface="Consolas" panose="020B0609020204030204" pitchFamily="49" charset="0"/>
              <a:ea typeface="仿宋" panose="02010609060101010101" pitchFamily="49" charset="-122"/>
              <a:cs typeface="Consolas" panose="020B0609020204030204" pitchFamily="49" charset="0"/>
            </a:endParaRPr>
          </a:p>
          <a:p>
            <a:r>
              <a:rPr lang="en-US" altLang="zh-CN" sz="2200" b="1"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2200" b="1" dirty="0">
                <a:solidFill>
                  <a:srgbClr val="FF0000"/>
                </a:solidFill>
                <a:latin typeface="Consolas" panose="020B0609020204030204" pitchFamily="49" charset="0"/>
                <a:ea typeface="仿宋" panose="02010609060101010101" pitchFamily="49" charset="-122"/>
                <a:cs typeface="Consolas" panose="020B0609020204030204" pitchFamily="49" charset="0"/>
              </a:rPr>
              <a:t>solve();</a:t>
            </a:r>
            <a:endParaRPr lang="zh-CN" altLang="zh-CN" sz="2200" b="1" dirty="0">
              <a:solidFill>
                <a:srgbClr val="FF0000"/>
              </a:solidFill>
              <a:latin typeface="Consolas" panose="020B0609020204030204" pitchFamily="49" charset="0"/>
              <a:ea typeface="仿宋" panose="02010609060101010101" pitchFamily="49" charset="-122"/>
              <a:cs typeface="Consolas" panose="020B0609020204030204" pitchFamily="49" charset="0"/>
            </a:endParaRPr>
          </a:p>
          <a:p>
            <a:r>
              <a:rPr lang="en-US" altLang="zh-CN" sz="2200" b="1"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2200"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printf</a:t>
            </a:r>
            <a:r>
              <a:rPr lang="en-US" altLang="zh-CN" sz="2200" b="1"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200" b="1" dirty="0">
                <a:solidFill>
                  <a:srgbClr val="0000FF"/>
                </a:solidFill>
                <a:latin typeface="Consolas" panose="020B0609020204030204" pitchFamily="49" charset="0"/>
                <a:ea typeface="仿宋" panose="02010609060101010101" pitchFamily="49" charset="-122"/>
                <a:cs typeface="Consolas" panose="020B0609020204030204" pitchFamily="49" charset="0"/>
              </a:rPr>
              <a:t>求解结果</a:t>
            </a:r>
            <a:r>
              <a:rPr lang="en-US" altLang="zh-CN" sz="2200" b="1" dirty="0">
                <a:solidFill>
                  <a:srgbClr val="0000FF"/>
                </a:solidFill>
                <a:latin typeface="Consolas" panose="020B0609020204030204" pitchFamily="49" charset="0"/>
                <a:ea typeface="仿宋" panose="02010609060101010101" pitchFamily="49" charset="-122"/>
                <a:cs typeface="Consolas" panose="020B0609020204030204" pitchFamily="49" charset="0"/>
              </a:rPr>
              <a:t>\n");</a:t>
            </a:r>
            <a:endParaRPr lang="zh-CN" altLang="zh-CN" sz="2200" b="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sz="2200" b="1" dirty="0">
                <a:solidFill>
                  <a:srgbClr val="0000FF"/>
                </a:solidFill>
                <a:latin typeface="Consolas" panose="020B0609020204030204" pitchFamily="49" charset="0"/>
                <a:ea typeface="仿宋" panose="02010609060101010101" pitchFamily="49" charset="-122"/>
                <a:cs typeface="Consolas" panose="020B0609020204030204" pitchFamily="49" charset="0"/>
              </a:rPr>
              <a:t>   for (int </a:t>
            </a:r>
            <a:r>
              <a:rPr lang="en-US" altLang="zh-CN" sz="2200"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200" b="1" dirty="0">
                <a:solidFill>
                  <a:srgbClr val="0000FF"/>
                </a:solidFill>
                <a:latin typeface="Consolas" panose="020B0609020204030204" pitchFamily="49" charset="0"/>
                <a:ea typeface="仿宋" panose="02010609060101010101" pitchFamily="49" charset="-122"/>
                <a:cs typeface="Consolas" panose="020B0609020204030204" pitchFamily="49" charset="0"/>
              </a:rPr>
              <a:t>=1;i&lt;=</a:t>
            </a:r>
            <a:r>
              <a:rPr lang="en-US" altLang="zh-CN" sz="2200"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n;i</a:t>
            </a:r>
            <a:r>
              <a:rPr lang="en-US" altLang="zh-CN" sz="2200" b="1" dirty="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2200" b="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sz="2200" b="1"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2200"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printf</a:t>
            </a:r>
            <a:r>
              <a:rPr lang="en-US" altLang="zh-CN" sz="2200" b="1"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200" b="1" dirty="0">
                <a:solidFill>
                  <a:srgbClr val="0000FF"/>
                </a:solidFill>
                <a:latin typeface="Consolas" panose="020B0609020204030204" pitchFamily="49" charset="0"/>
                <a:ea typeface="仿宋" panose="02010609060101010101" pitchFamily="49" charset="-122"/>
                <a:cs typeface="Consolas" panose="020B0609020204030204" pitchFamily="49" charset="0"/>
              </a:rPr>
              <a:t>牛</a:t>
            </a:r>
            <a:r>
              <a:rPr lang="en-US" altLang="zh-CN" sz="2200" b="1" dirty="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zh-CN" altLang="zh-CN" sz="2200" b="1" dirty="0">
                <a:solidFill>
                  <a:srgbClr val="0000FF"/>
                </a:solidFill>
                <a:latin typeface="Consolas" panose="020B0609020204030204" pitchFamily="49" charset="0"/>
                <a:ea typeface="仿宋" panose="02010609060101010101" pitchFamily="49" charset="-122"/>
                <a:cs typeface="Consolas" panose="020B0609020204030204" pitchFamily="49" charset="0"/>
              </a:rPr>
              <a:t>安排的蓄栏</a:t>
            </a:r>
            <a:r>
              <a:rPr lang="en-US" altLang="zh-CN" sz="2200" b="1" dirty="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en-US" altLang="zh-CN" sz="2200"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n",A</a:t>
            </a:r>
            <a:r>
              <a:rPr lang="en-US" altLang="zh-CN" sz="2200" b="1"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200"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200" b="1"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200"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no,ans</a:t>
            </a:r>
            <a:r>
              <a:rPr lang="en-US" altLang="zh-CN" sz="2200" b="1"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200" b="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200" b="1" dirty="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2200" b="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sz="2200" b="1" dirty="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2200" b="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Tree>
    <p:extLst>
      <p:ext uri="{BB962C8B-B14F-4D97-AF65-F5344CB8AC3E}">
        <p14:creationId xmlns:p14="http://schemas.microsoft.com/office/powerpoint/2010/main" val="1696945167"/>
      </p:ext>
    </p:extLst>
  </p:cSld>
  <p:clrMapOvr>
    <a:overrideClrMapping bg1="lt1" tx1="dk1" bg2="lt2" tx2="dk2" accent1="accent1" accent2="accent2" accent3="accent3" accent4="accent4" accent5="accent5" accent6="accent6" hlink="hlink" folHlink="folHlink"/>
  </p:clrMapOvr>
</p:sld>
</file>

<file path=ppt/slides/slide86.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graphicFrame>
        <p:nvGraphicFramePr>
          <p:cNvPr id="2" name="表格 1"/>
          <p:cNvGraphicFramePr>
            <a:graphicFrameLocks noGrp="1"/>
          </p:cNvGraphicFramePr>
          <p:nvPr>
            <p:extLst>
              <p:ext uri="{D42A27DB-BD31-4B8C-83A1-F6EECF244321}">
                <p14:modId xmlns:p14="http://schemas.microsoft.com/office/powerpoint/2010/main" val="3514315113"/>
              </p:ext>
            </p:extLst>
          </p:nvPr>
        </p:nvGraphicFramePr>
        <p:xfrm>
          <a:off x="1835464" y="1192617"/>
          <a:ext cx="5822972" cy="1464692"/>
        </p:xfrm>
        <a:graphic>
          <a:graphicData uri="http://schemas.openxmlformats.org/drawingml/2006/table">
            <a:tbl>
              <a:tblPr/>
              <a:tblGrid>
                <a:gridCol w="1806517">
                  <a:extLst>
                    <a:ext uri="{9D8B030D-6E8A-4147-A177-3AD203B41FA5}">
                      <a16:colId xmlns:a16="http://schemas.microsoft.com/office/drawing/2014/main" val="20000"/>
                    </a:ext>
                  </a:extLst>
                </a:gridCol>
                <a:gridCol w="803291">
                  <a:extLst>
                    <a:ext uri="{9D8B030D-6E8A-4147-A177-3AD203B41FA5}">
                      <a16:colId xmlns:a16="http://schemas.microsoft.com/office/drawing/2014/main" val="20001"/>
                    </a:ext>
                  </a:extLst>
                </a:gridCol>
                <a:gridCol w="803291">
                  <a:extLst>
                    <a:ext uri="{9D8B030D-6E8A-4147-A177-3AD203B41FA5}">
                      <a16:colId xmlns:a16="http://schemas.microsoft.com/office/drawing/2014/main" val="20002"/>
                    </a:ext>
                  </a:extLst>
                </a:gridCol>
                <a:gridCol w="803291">
                  <a:extLst>
                    <a:ext uri="{9D8B030D-6E8A-4147-A177-3AD203B41FA5}">
                      <a16:colId xmlns:a16="http://schemas.microsoft.com/office/drawing/2014/main" val="20003"/>
                    </a:ext>
                  </a:extLst>
                </a:gridCol>
                <a:gridCol w="803291">
                  <a:extLst>
                    <a:ext uri="{9D8B030D-6E8A-4147-A177-3AD203B41FA5}">
                      <a16:colId xmlns:a16="http://schemas.microsoft.com/office/drawing/2014/main" val="20004"/>
                    </a:ext>
                  </a:extLst>
                </a:gridCol>
                <a:gridCol w="803291">
                  <a:extLst>
                    <a:ext uri="{9D8B030D-6E8A-4147-A177-3AD203B41FA5}">
                      <a16:colId xmlns:a16="http://schemas.microsoft.com/office/drawing/2014/main" val="20005"/>
                    </a:ext>
                  </a:extLst>
                </a:gridCol>
              </a:tblGrid>
              <a:tr h="525780">
                <a:tc>
                  <a:txBody>
                    <a:bodyPr/>
                    <a:lstStyle/>
                    <a:p>
                      <a:pPr indent="0" algn="ctr">
                        <a:lnSpc>
                          <a:spcPct val="150000"/>
                        </a:lnSpc>
                        <a:spcAft>
                          <a:spcPts val="0"/>
                        </a:spcAft>
                      </a:pPr>
                      <a:r>
                        <a:rPr lang="en-US" sz="2300" b="1" i="1" kern="100">
                          <a:solidFill>
                            <a:srgbClr val="00B0F0"/>
                          </a:solidFill>
                          <a:latin typeface="Consolas" panose="020B0609020204030204" pitchFamily="49" charset="0"/>
                          <a:ea typeface="楷体" panose="02010609060101010101" pitchFamily="49" charset="-122"/>
                          <a:cs typeface="Consolas" panose="020B0609020204030204" pitchFamily="49" charset="0"/>
                        </a:rPr>
                        <a:t>i</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alpha val="0"/>
                      </a:schemeClr>
                    </a:solidFill>
                  </a:tcPr>
                </a:tc>
                <a:tc>
                  <a:txBody>
                    <a:bodyPr/>
                    <a:lstStyle/>
                    <a:p>
                      <a:pPr indent="0" algn="ctr">
                        <a:lnSpc>
                          <a:spcPct val="150000"/>
                        </a:lnSpc>
                        <a:spcAft>
                          <a:spcPts val="0"/>
                        </a:spcAft>
                      </a:pPr>
                      <a:r>
                        <a:rPr lang="en-US" sz="2300" b="1" kern="100">
                          <a:solidFill>
                            <a:srgbClr val="C00000"/>
                          </a:solidFill>
                          <a:latin typeface="Consolas" panose="020B0609020204030204" pitchFamily="49" charset="0"/>
                          <a:ea typeface="楷体" panose="02010609060101010101" pitchFamily="49" charset="-122"/>
                          <a:cs typeface="Consolas" panose="020B0609020204030204" pitchFamily="49" charset="0"/>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alpha val="0"/>
                      </a:schemeClr>
                    </a:solidFill>
                  </a:tcPr>
                </a:tc>
                <a:tc>
                  <a:txBody>
                    <a:bodyPr/>
                    <a:lstStyle/>
                    <a:p>
                      <a:pPr indent="0" algn="ctr">
                        <a:lnSpc>
                          <a:spcPct val="150000"/>
                        </a:lnSpc>
                        <a:spcAft>
                          <a:spcPts val="0"/>
                        </a:spcAft>
                      </a:pPr>
                      <a:r>
                        <a:rPr lang="en-US" sz="2300" b="1" kern="100">
                          <a:solidFill>
                            <a:srgbClr val="C00000"/>
                          </a:solidFill>
                          <a:latin typeface="Consolas" panose="020B0609020204030204" pitchFamily="49" charset="0"/>
                          <a:ea typeface="楷体" panose="02010609060101010101" pitchFamily="49" charset="-122"/>
                          <a:cs typeface="Consolas" panose="020B0609020204030204" pitchFamily="49"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alpha val="0"/>
                      </a:schemeClr>
                    </a:solidFill>
                  </a:tcPr>
                </a:tc>
                <a:tc>
                  <a:txBody>
                    <a:bodyPr/>
                    <a:lstStyle/>
                    <a:p>
                      <a:pPr indent="0" algn="ctr">
                        <a:lnSpc>
                          <a:spcPct val="150000"/>
                        </a:lnSpc>
                        <a:spcAft>
                          <a:spcPts val="0"/>
                        </a:spcAft>
                      </a:pPr>
                      <a:r>
                        <a:rPr lang="en-US" sz="2300" b="1" kern="100">
                          <a:solidFill>
                            <a:srgbClr val="C00000"/>
                          </a:solidFill>
                          <a:latin typeface="Consolas" panose="020B0609020204030204" pitchFamily="49" charset="0"/>
                          <a:ea typeface="楷体" panose="02010609060101010101" pitchFamily="49" charset="-122"/>
                          <a:cs typeface="Consolas" panose="020B0609020204030204" pitchFamily="49" charset="0"/>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alpha val="0"/>
                      </a:schemeClr>
                    </a:solidFill>
                  </a:tcPr>
                </a:tc>
                <a:tc>
                  <a:txBody>
                    <a:bodyPr/>
                    <a:lstStyle/>
                    <a:p>
                      <a:pPr indent="0" algn="ctr">
                        <a:lnSpc>
                          <a:spcPct val="150000"/>
                        </a:lnSpc>
                        <a:spcAft>
                          <a:spcPts val="0"/>
                        </a:spcAft>
                      </a:pPr>
                      <a:r>
                        <a:rPr lang="en-US" sz="2300" b="1" kern="100">
                          <a:solidFill>
                            <a:srgbClr val="C00000"/>
                          </a:solidFill>
                          <a:latin typeface="Consolas" panose="020B0609020204030204" pitchFamily="49" charset="0"/>
                          <a:ea typeface="楷体" panose="02010609060101010101" pitchFamily="49" charset="-122"/>
                          <a:cs typeface="Consolas" panose="020B0609020204030204" pitchFamily="49" charset="0"/>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alpha val="0"/>
                      </a:schemeClr>
                    </a:solidFill>
                  </a:tcPr>
                </a:tc>
                <a:tc>
                  <a:txBody>
                    <a:bodyPr/>
                    <a:lstStyle/>
                    <a:p>
                      <a:pPr indent="0" algn="ctr">
                        <a:lnSpc>
                          <a:spcPct val="150000"/>
                        </a:lnSpc>
                        <a:spcAft>
                          <a:spcPts val="0"/>
                        </a:spcAft>
                      </a:pPr>
                      <a:r>
                        <a:rPr lang="en-US" sz="2300" b="1" kern="100">
                          <a:solidFill>
                            <a:srgbClr val="C00000"/>
                          </a:solidFill>
                          <a:latin typeface="Consolas" panose="020B0609020204030204" pitchFamily="49" charset="0"/>
                          <a:ea typeface="楷体" panose="02010609060101010101" pitchFamily="49" charset="-122"/>
                          <a:cs typeface="Consolas" panose="020B0609020204030204" pitchFamily="49" charset="0"/>
                        </a:rPr>
                        <a:t>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alpha val="0"/>
                      </a:schemeClr>
                    </a:solidFill>
                  </a:tcPr>
                </a:tc>
                <a:extLst>
                  <a:ext uri="{0D108BD9-81ED-4DB2-BD59-A6C34878D82A}">
                    <a16:rowId xmlns:a16="http://schemas.microsoft.com/office/drawing/2014/main" val="10000"/>
                  </a:ext>
                </a:extLst>
              </a:tr>
              <a:tr h="441327">
                <a:tc>
                  <a:txBody>
                    <a:bodyPr/>
                    <a:lstStyle/>
                    <a:p>
                      <a:pPr indent="0" algn="ctr">
                        <a:lnSpc>
                          <a:spcPct val="150000"/>
                        </a:lnSpc>
                        <a:spcAft>
                          <a:spcPts val="0"/>
                        </a:spcAft>
                      </a:pPr>
                      <a:r>
                        <a:rPr lang="zh-CN" sz="2300" b="1" kern="100">
                          <a:solidFill>
                            <a:srgbClr val="00B0F0"/>
                          </a:solidFill>
                          <a:latin typeface="Consolas" panose="020B0609020204030204" pitchFamily="49" charset="0"/>
                          <a:ea typeface="楷体" panose="02010609060101010101" pitchFamily="49" charset="-122"/>
                          <a:cs typeface="Consolas" panose="020B0609020204030204" pitchFamily="49" charset="0"/>
                        </a:rPr>
                        <a:t>开始时间</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alpha val="0"/>
                      </a:schemeClr>
                    </a:solidFill>
                  </a:tcPr>
                </a:tc>
                <a:tc>
                  <a:txBody>
                    <a:bodyPr/>
                    <a:lstStyle/>
                    <a:p>
                      <a:pPr indent="0" algn="ctr">
                        <a:lnSpc>
                          <a:spcPct val="150000"/>
                        </a:lnSpc>
                        <a:spcAft>
                          <a:spcPts val="0"/>
                        </a:spcAft>
                      </a:pPr>
                      <a:r>
                        <a:rPr lang="en-US" sz="2300" b="1" kern="100">
                          <a:solidFill>
                            <a:srgbClr val="0000FF"/>
                          </a:solidFill>
                          <a:latin typeface="Consolas" panose="020B0609020204030204" pitchFamily="49" charset="0"/>
                          <a:ea typeface="楷体" panose="02010609060101010101" pitchFamily="49" charset="-122"/>
                          <a:cs typeface="Consolas" panose="020B0609020204030204" pitchFamily="49" charset="0"/>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alpha val="0"/>
                      </a:schemeClr>
                    </a:solidFill>
                  </a:tcPr>
                </a:tc>
                <a:tc>
                  <a:txBody>
                    <a:bodyPr/>
                    <a:lstStyle/>
                    <a:p>
                      <a:pPr indent="0" algn="ctr">
                        <a:lnSpc>
                          <a:spcPct val="150000"/>
                        </a:lnSpc>
                        <a:spcAft>
                          <a:spcPts val="0"/>
                        </a:spcAft>
                      </a:pPr>
                      <a:r>
                        <a:rPr lang="en-US" altLang="zh-CN" sz="2300" b="1" kern="100">
                          <a:solidFill>
                            <a:srgbClr val="0000FF"/>
                          </a:solidFill>
                          <a:latin typeface="Consolas" panose="020B0609020204030204" pitchFamily="49" charset="0"/>
                          <a:ea typeface="楷体" panose="02010609060101010101" pitchFamily="49" charset="-122"/>
                          <a:cs typeface="Consolas" panose="020B0609020204030204" pitchFamily="49"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alpha val="0"/>
                      </a:schemeClr>
                    </a:solidFill>
                  </a:tcPr>
                </a:tc>
                <a:tc>
                  <a:txBody>
                    <a:bodyPr/>
                    <a:lstStyle/>
                    <a:p>
                      <a:pPr indent="0" algn="ctr">
                        <a:lnSpc>
                          <a:spcPct val="150000"/>
                        </a:lnSpc>
                        <a:spcAft>
                          <a:spcPts val="0"/>
                        </a:spcAft>
                      </a:pPr>
                      <a:r>
                        <a:rPr lang="en-US" altLang="zh-CN" sz="2300" b="1" kern="100">
                          <a:solidFill>
                            <a:srgbClr val="0000FF"/>
                          </a:solidFill>
                          <a:latin typeface="Consolas" panose="020B0609020204030204" pitchFamily="49" charset="0"/>
                          <a:ea typeface="楷体" panose="02010609060101010101" pitchFamily="49" charset="-122"/>
                          <a:cs typeface="Consolas" panose="020B0609020204030204" pitchFamily="49" charset="0"/>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alpha val="0"/>
                      </a:schemeClr>
                    </a:solidFill>
                  </a:tcPr>
                </a:tc>
                <a:tc>
                  <a:txBody>
                    <a:bodyPr/>
                    <a:lstStyle/>
                    <a:p>
                      <a:pPr indent="0" algn="ctr">
                        <a:lnSpc>
                          <a:spcPct val="150000"/>
                        </a:lnSpc>
                        <a:spcAft>
                          <a:spcPts val="0"/>
                        </a:spcAft>
                      </a:pPr>
                      <a:r>
                        <a:rPr lang="en-US" altLang="zh-CN" sz="2300" b="1" kern="100">
                          <a:solidFill>
                            <a:srgbClr val="0000FF"/>
                          </a:solidFill>
                          <a:latin typeface="Consolas" panose="020B0609020204030204" pitchFamily="49" charset="0"/>
                          <a:ea typeface="楷体" panose="02010609060101010101" pitchFamily="49" charset="-122"/>
                          <a:cs typeface="Consolas" panose="020B0609020204030204" pitchFamily="49" charset="0"/>
                        </a:rPr>
                        <a:t>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alpha val="0"/>
                      </a:schemeClr>
                    </a:solidFill>
                  </a:tcPr>
                </a:tc>
                <a:tc>
                  <a:txBody>
                    <a:bodyPr/>
                    <a:lstStyle/>
                    <a:p>
                      <a:pPr indent="0" algn="ctr">
                        <a:lnSpc>
                          <a:spcPct val="150000"/>
                        </a:lnSpc>
                        <a:spcAft>
                          <a:spcPts val="0"/>
                        </a:spcAft>
                      </a:pPr>
                      <a:r>
                        <a:rPr lang="en-US" altLang="zh-CN" sz="2300" b="1" kern="100">
                          <a:solidFill>
                            <a:srgbClr val="0000FF"/>
                          </a:solidFill>
                          <a:latin typeface="Consolas" panose="020B0609020204030204" pitchFamily="49" charset="0"/>
                          <a:ea typeface="楷体" panose="02010609060101010101" pitchFamily="49" charset="-122"/>
                          <a:cs typeface="Consolas" panose="020B0609020204030204" pitchFamily="49" charset="0"/>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alpha val="0"/>
                      </a:schemeClr>
                    </a:solidFill>
                  </a:tcPr>
                </a:tc>
                <a:extLst>
                  <a:ext uri="{0D108BD9-81ED-4DB2-BD59-A6C34878D82A}">
                    <a16:rowId xmlns:a16="http://schemas.microsoft.com/office/drawing/2014/main" val="10001"/>
                  </a:ext>
                </a:extLst>
              </a:tr>
              <a:tr h="441327">
                <a:tc>
                  <a:txBody>
                    <a:bodyPr/>
                    <a:lstStyle/>
                    <a:p>
                      <a:pPr indent="0" algn="ctr">
                        <a:lnSpc>
                          <a:spcPct val="150000"/>
                        </a:lnSpc>
                        <a:spcAft>
                          <a:spcPts val="0"/>
                        </a:spcAft>
                      </a:pPr>
                      <a:r>
                        <a:rPr lang="zh-CN" sz="2300" b="1" kern="100">
                          <a:solidFill>
                            <a:srgbClr val="00B0F0"/>
                          </a:solidFill>
                          <a:latin typeface="Consolas" panose="020B0609020204030204" pitchFamily="49" charset="0"/>
                          <a:ea typeface="楷体" panose="02010609060101010101" pitchFamily="49" charset="-122"/>
                          <a:cs typeface="Consolas" panose="020B0609020204030204" pitchFamily="49" charset="0"/>
                        </a:rPr>
                        <a:t>结束时间</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alpha val="0"/>
                      </a:schemeClr>
                    </a:solidFill>
                  </a:tcPr>
                </a:tc>
                <a:tc>
                  <a:txBody>
                    <a:bodyPr/>
                    <a:lstStyle/>
                    <a:p>
                      <a:pPr indent="0" algn="ctr">
                        <a:lnSpc>
                          <a:spcPct val="150000"/>
                        </a:lnSpc>
                        <a:spcAft>
                          <a:spcPts val="0"/>
                        </a:spcAft>
                      </a:pPr>
                      <a:r>
                        <a:rPr lang="en-US" altLang="zh-CN" sz="2300" b="1" kern="100">
                          <a:solidFill>
                            <a:srgbClr val="0000FF"/>
                          </a:solidFill>
                          <a:latin typeface="Consolas" panose="020B0609020204030204" pitchFamily="49" charset="0"/>
                          <a:ea typeface="楷体" panose="02010609060101010101" pitchFamily="49" charset="-122"/>
                          <a:cs typeface="Consolas" panose="020B0609020204030204" pitchFamily="49" charset="0"/>
                        </a:rPr>
                        <a:t>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alpha val="0"/>
                      </a:schemeClr>
                    </a:solidFill>
                  </a:tcPr>
                </a:tc>
                <a:tc>
                  <a:txBody>
                    <a:bodyPr/>
                    <a:lstStyle/>
                    <a:p>
                      <a:pPr indent="0" algn="ctr">
                        <a:lnSpc>
                          <a:spcPct val="150000"/>
                        </a:lnSpc>
                        <a:spcAft>
                          <a:spcPts val="0"/>
                        </a:spcAft>
                      </a:pPr>
                      <a:r>
                        <a:rPr lang="en-US" altLang="zh-CN" sz="2300" b="1" kern="100">
                          <a:solidFill>
                            <a:srgbClr val="0000FF"/>
                          </a:solidFill>
                          <a:latin typeface="Consolas" panose="020B0609020204030204" pitchFamily="49" charset="0"/>
                          <a:ea typeface="楷体" panose="02010609060101010101" pitchFamily="49" charset="-122"/>
                          <a:cs typeface="Consolas" panose="020B0609020204030204" pitchFamily="49" charset="0"/>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alpha val="0"/>
                      </a:schemeClr>
                    </a:solidFill>
                  </a:tcPr>
                </a:tc>
                <a:tc>
                  <a:txBody>
                    <a:bodyPr/>
                    <a:lstStyle/>
                    <a:p>
                      <a:pPr indent="0" algn="ctr">
                        <a:lnSpc>
                          <a:spcPct val="150000"/>
                        </a:lnSpc>
                        <a:spcAft>
                          <a:spcPts val="0"/>
                        </a:spcAft>
                      </a:pPr>
                      <a:r>
                        <a:rPr lang="en-US" altLang="zh-CN" sz="2300" b="1" kern="100">
                          <a:solidFill>
                            <a:srgbClr val="0000FF"/>
                          </a:solidFill>
                          <a:latin typeface="Consolas" panose="020B0609020204030204" pitchFamily="49" charset="0"/>
                          <a:ea typeface="楷体" panose="02010609060101010101" pitchFamily="49" charset="-122"/>
                          <a:cs typeface="Consolas" panose="020B0609020204030204" pitchFamily="49" charset="0"/>
                        </a:rPr>
                        <a:t>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alpha val="0"/>
                      </a:schemeClr>
                    </a:solidFill>
                  </a:tcPr>
                </a:tc>
                <a:tc>
                  <a:txBody>
                    <a:bodyPr/>
                    <a:lstStyle/>
                    <a:p>
                      <a:pPr indent="0" algn="ctr">
                        <a:lnSpc>
                          <a:spcPct val="150000"/>
                        </a:lnSpc>
                        <a:spcAft>
                          <a:spcPts val="0"/>
                        </a:spcAft>
                      </a:pPr>
                      <a:r>
                        <a:rPr lang="en-US" altLang="zh-CN" sz="2300" b="1" kern="100">
                          <a:solidFill>
                            <a:srgbClr val="0000FF"/>
                          </a:solidFill>
                          <a:latin typeface="Consolas" panose="020B0609020204030204" pitchFamily="49" charset="0"/>
                          <a:ea typeface="楷体" panose="02010609060101010101" pitchFamily="49" charset="-122"/>
                          <a:cs typeface="Consolas" panose="020B0609020204030204" pitchFamily="49" charset="0"/>
                        </a:rPr>
                        <a:t>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alpha val="0"/>
                      </a:schemeClr>
                    </a:solidFill>
                  </a:tcPr>
                </a:tc>
                <a:tc>
                  <a:txBody>
                    <a:bodyPr/>
                    <a:lstStyle/>
                    <a:p>
                      <a:pPr indent="0" algn="ctr">
                        <a:lnSpc>
                          <a:spcPct val="150000"/>
                        </a:lnSpc>
                        <a:spcAft>
                          <a:spcPts val="0"/>
                        </a:spcAft>
                      </a:pPr>
                      <a:r>
                        <a:rPr lang="en-US" altLang="zh-CN" sz="2300" b="1" kern="100" dirty="0">
                          <a:solidFill>
                            <a:srgbClr val="0000FF"/>
                          </a:solidFill>
                          <a:latin typeface="Consolas" panose="020B0609020204030204" pitchFamily="49" charset="0"/>
                          <a:ea typeface="楷体" panose="02010609060101010101" pitchFamily="49" charset="-122"/>
                          <a:cs typeface="Consolas" panose="020B0609020204030204" pitchFamily="49" charset="0"/>
                        </a:rPr>
                        <a:t>7</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alpha val="0"/>
                      </a:schemeClr>
                    </a:solidFill>
                  </a:tcPr>
                </a:tc>
                <a:extLst>
                  <a:ext uri="{0D108BD9-81ED-4DB2-BD59-A6C34878D82A}">
                    <a16:rowId xmlns:a16="http://schemas.microsoft.com/office/drawing/2014/main" val="10002"/>
                  </a:ext>
                </a:extLst>
              </a:tr>
            </a:tbl>
          </a:graphicData>
        </a:graphic>
      </p:graphicFrame>
      <p:sp>
        <p:nvSpPr>
          <p:cNvPr id="3" name="TextBox 2"/>
          <p:cNvSpPr txBox="1"/>
          <p:nvPr/>
        </p:nvSpPr>
        <p:spPr>
          <a:xfrm>
            <a:off x="2978472" y="3646560"/>
            <a:ext cx="3143272" cy="2214880"/>
          </a:xfrm>
          <a:prstGeom prst="rect">
            <a:avLst/>
          </a:prstGeom>
          <a:blipFill>
            <a:blip r:embed="rId4" cstate="print"/>
            <a:tile tx="0" ty="0" sx="100000" sy="100000" flip="none" algn="tl"/>
          </a:blipFill>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zh-CN" altLang="zh-CN" sz="2300" b="1">
                <a:solidFill>
                  <a:srgbClr val="0000FF"/>
                </a:solidFill>
                <a:latin typeface="Consolas" panose="020B0609020204030204" pitchFamily="49" charset="0"/>
                <a:ea typeface="楷体" panose="02010609060101010101" pitchFamily="49" charset="-122"/>
                <a:cs typeface="Consolas" panose="020B0609020204030204" pitchFamily="49" charset="0"/>
              </a:rPr>
              <a:t>求解结果</a:t>
            </a:r>
          </a:p>
          <a:p>
            <a:r>
              <a:rPr lang="en-US" altLang="zh-CN" sz="2300" b="1">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zh-CN" sz="2300" b="1">
                <a:solidFill>
                  <a:srgbClr val="0000FF"/>
                </a:solidFill>
                <a:latin typeface="Consolas" panose="020B0609020204030204" pitchFamily="49" charset="0"/>
                <a:ea typeface="楷体" panose="02010609060101010101" pitchFamily="49" charset="-122"/>
                <a:cs typeface="Consolas" panose="020B0609020204030204" pitchFamily="49" charset="0"/>
              </a:rPr>
              <a:t>牛</a:t>
            </a:r>
            <a:r>
              <a:rPr lang="en-US" altLang="zh-CN" sz="2300" b="1">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lang="zh-CN" altLang="zh-CN" sz="2300" b="1">
                <a:solidFill>
                  <a:srgbClr val="0000FF"/>
                </a:solidFill>
                <a:latin typeface="Consolas" panose="020B0609020204030204" pitchFamily="49" charset="0"/>
                <a:ea typeface="楷体" panose="02010609060101010101" pitchFamily="49" charset="-122"/>
                <a:cs typeface="Consolas" panose="020B0609020204030204" pitchFamily="49" charset="0"/>
              </a:rPr>
              <a:t>安排的蓄栏</a:t>
            </a:r>
            <a:r>
              <a:rPr lang="en-US" altLang="zh-CN" sz="2300" b="1">
                <a:solidFill>
                  <a:srgbClr val="0000FF"/>
                </a:solidFill>
                <a:latin typeface="Consolas" panose="020B0609020204030204" pitchFamily="49" charset="0"/>
                <a:ea typeface="楷体" panose="02010609060101010101" pitchFamily="49" charset="-122"/>
                <a:cs typeface="Consolas" panose="020B0609020204030204" pitchFamily="49" charset="0"/>
              </a:rPr>
              <a:t>:1</a:t>
            </a:r>
            <a:endParaRPr lang="zh-CN" altLang="zh-CN" sz="2300" b="1">
              <a:solidFill>
                <a:srgbClr val="0000FF"/>
              </a:solidFill>
              <a:latin typeface="Consolas" panose="020B0609020204030204" pitchFamily="49" charset="0"/>
              <a:ea typeface="楷体" panose="02010609060101010101" pitchFamily="49" charset="-122"/>
              <a:cs typeface="Consolas" panose="020B0609020204030204" pitchFamily="49" charset="0"/>
            </a:endParaRPr>
          </a:p>
          <a:p>
            <a:r>
              <a:rPr lang="en-US" altLang="zh-CN" sz="2300" b="1">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zh-CN" sz="2300" b="1">
                <a:solidFill>
                  <a:srgbClr val="0000FF"/>
                </a:solidFill>
                <a:latin typeface="Consolas" panose="020B0609020204030204" pitchFamily="49" charset="0"/>
                <a:ea typeface="楷体" panose="02010609060101010101" pitchFamily="49" charset="-122"/>
                <a:cs typeface="Consolas" panose="020B0609020204030204" pitchFamily="49" charset="0"/>
              </a:rPr>
              <a:t>牛</a:t>
            </a:r>
            <a:r>
              <a:rPr lang="en-US" altLang="zh-CN" sz="2300" b="1">
                <a:solidFill>
                  <a:srgbClr val="0000FF"/>
                </a:solidFill>
                <a:latin typeface="Consolas" panose="020B0609020204030204" pitchFamily="49" charset="0"/>
                <a:ea typeface="楷体" panose="02010609060101010101" pitchFamily="49" charset="-122"/>
                <a:cs typeface="Consolas" panose="020B0609020204030204" pitchFamily="49" charset="0"/>
              </a:rPr>
              <a:t>3</a:t>
            </a:r>
            <a:r>
              <a:rPr lang="zh-CN" altLang="zh-CN" sz="2300" b="1">
                <a:solidFill>
                  <a:srgbClr val="0000FF"/>
                </a:solidFill>
                <a:latin typeface="Consolas" panose="020B0609020204030204" pitchFamily="49" charset="0"/>
                <a:ea typeface="楷体" panose="02010609060101010101" pitchFamily="49" charset="-122"/>
                <a:cs typeface="Consolas" panose="020B0609020204030204" pitchFamily="49" charset="0"/>
              </a:rPr>
              <a:t>安排的蓄栏</a:t>
            </a:r>
            <a:r>
              <a:rPr lang="en-US" altLang="zh-CN" sz="2300" b="1">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zh-CN" sz="2300" b="1">
              <a:solidFill>
                <a:srgbClr val="0000FF"/>
              </a:solidFill>
              <a:latin typeface="Consolas" panose="020B0609020204030204" pitchFamily="49" charset="0"/>
              <a:ea typeface="楷体" panose="02010609060101010101" pitchFamily="49" charset="-122"/>
              <a:cs typeface="Consolas" panose="020B0609020204030204" pitchFamily="49" charset="0"/>
            </a:endParaRPr>
          </a:p>
          <a:p>
            <a:r>
              <a:rPr lang="en-US" altLang="zh-CN" sz="2300" b="1">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zh-CN" sz="2300" b="1">
                <a:solidFill>
                  <a:srgbClr val="0000FF"/>
                </a:solidFill>
                <a:latin typeface="Consolas" panose="020B0609020204030204" pitchFamily="49" charset="0"/>
                <a:ea typeface="楷体" panose="02010609060101010101" pitchFamily="49" charset="-122"/>
                <a:cs typeface="Consolas" panose="020B0609020204030204" pitchFamily="49" charset="0"/>
              </a:rPr>
              <a:t>牛</a:t>
            </a:r>
            <a:r>
              <a:rPr lang="en-US" altLang="zh-CN" sz="2300" b="1">
                <a:solidFill>
                  <a:srgbClr val="0000FF"/>
                </a:solidFill>
                <a:latin typeface="Consolas" panose="020B0609020204030204" pitchFamily="49" charset="0"/>
                <a:ea typeface="楷体" panose="02010609060101010101" pitchFamily="49" charset="-122"/>
                <a:cs typeface="Consolas" panose="020B0609020204030204" pitchFamily="49" charset="0"/>
              </a:rPr>
              <a:t>5</a:t>
            </a:r>
            <a:r>
              <a:rPr lang="zh-CN" altLang="zh-CN" sz="2300" b="1">
                <a:solidFill>
                  <a:srgbClr val="0000FF"/>
                </a:solidFill>
                <a:latin typeface="Consolas" panose="020B0609020204030204" pitchFamily="49" charset="0"/>
                <a:ea typeface="楷体" panose="02010609060101010101" pitchFamily="49" charset="-122"/>
                <a:cs typeface="Consolas" panose="020B0609020204030204" pitchFamily="49" charset="0"/>
              </a:rPr>
              <a:t>安排的蓄栏</a:t>
            </a:r>
            <a:r>
              <a:rPr lang="en-US" altLang="zh-CN" sz="2300" b="1">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zh-CN" sz="2300" b="1">
              <a:solidFill>
                <a:srgbClr val="0000FF"/>
              </a:solidFill>
              <a:latin typeface="Consolas" panose="020B0609020204030204" pitchFamily="49" charset="0"/>
              <a:ea typeface="楷体" panose="02010609060101010101" pitchFamily="49" charset="-122"/>
              <a:cs typeface="Consolas" panose="020B0609020204030204" pitchFamily="49" charset="0"/>
            </a:endParaRPr>
          </a:p>
          <a:p>
            <a:r>
              <a:rPr lang="en-US" altLang="zh-CN" sz="2300" b="1">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zh-CN" sz="2300" b="1">
                <a:solidFill>
                  <a:srgbClr val="0000FF"/>
                </a:solidFill>
                <a:latin typeface="Consolas" panose="020B0609020204030204" pitchFamily="49" charset="0"/>
                <a:ea typeface="楷体" panose="02010609060101010101" pitchFamily="49" charset="-122"/>
                <a:cs typeface="Consolas" panose="020B0609020204030204" pitchFamily="49" charset="0"/>
              </a:rPr>
              <a:t>牛</a:t>
            </a:r>
            <a:r>
              <a:rPr lang="en-US" altLang="zh-CN" sz="2300" b="1">
                <a:solidFill>
                  <a:srgbClr val="0000FF"/>
                </a:solidFill>
                <a:latin typeface="Consolas" panose="020B0609020204030204" pitchFamily="49" charset="0"/>
                <a:ea typeface="楷体" panose="02010609060101010101" pitchFamily="49" charset="-122"/>
                <a:cs typeface="Consolas" panose="020B0609020204030204" pitchFamily="49" charset="0"/>
              </a:rPr>
              <a:t>4</a:t>
            </a:r>
            <a:r>
              <a:rPr lang="zh-CN" altLang="zh-CN" sz="2300" b="1">
                <a:solidFill>
                  <a:srgbClr val="0000FF"/>
                </a:solidFill>
                <a:latin typeface="Consolas" panose="020B0609020204030204" pitchFamily="49" charset="0"/>
                <a:ea typeface="楷体" panose="02010609060101010101" pitchFamily="49" charset="-122"/>
                <a:cs typeface="Consolas" panose="020B0609020204030204" pitchFamily="49" charset="0"/>
              </a:rPr>
              <a:t>安排的蓄栏</a:t>
            </a:r>
            <a:r>
              <a:rPr lang="en-US" altLang="zh-CN" sz="2300" b="1">
                <a:solidFill>
                  <a:srgbClr val="0000FF"/>
                </a:solidFill>
                <a:latin typeface="Consolas" panose="020B0609020204030204" pitchFamily="49" charset="0"/>
                <a:ea typeface="楷体" panose="02010609060101010101" pitchFamily="49" charset="-122"/>
                <a:cs typeface="Consolas" panose="020B0609020204030204" pitchFamily="49" charset="0"/>
              </a:rPr>
              <a:t>:1</a:t>
            </a:r>
            <a:endParaRPr lang="zh-CN" altLang="zh-CN" sz="2300" b="1">
              <a:solidFill>
                <a:srgbClr val="0000FF"/>
              </a:solidFill>
              <a:latin typeface="Consolas" panose="020B0609020204030204" pitchFamily="49" charset="0"/>
              <a:ea typeface="楷体" panose="02010609060101010101" pitchFamily="49" charset="-122"/>
              <a:cs typeface="Consolas" panose="020B0609020204030204" pitchFamily="49" charset="0"/>
            </a:endParaRPr>
          </a:p>
          <a:p>
            <a:r>
              <a:rPr lang="en-US" altLang="zh-CN" sz="2300" b="1">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zh-CN" sz="2300" b="1">
                <a:solidFill>
                  <a:srgbClr val="0000FF"/>
                </a:solidFill>
                <a:latin typeface="Consolas" panose="020B0609020204030204" pitchFamily="49" charset="0"/>
                <a:ea typeface="楷体" panose="02010609060101010101" pitchFamily="49" charset="-122"/>
                <a:cs typeface="Consolas" panose="020B0609020204030204" pitchFamily="49" charset="0"/>
              </a:rPr>
              <a:t>牛</a:t>
            </a:r>
            <a:r>
              <a:rPr lang="en-US" altLang="zh-CN" sz="2300" b="1">
                <a:solidFill>
                  <a:srgbClr val="0000FF"/>
                </a:solidFill>
                <a:latin typeface="Consolas" panose="020B0609020204030204" pitchFamily="49" charset="0"/>
                <a:ea typeface="楷体" panose="02010609060101010101" pitchFamily="49" charset="-122"/>
                <a:cs typeface="Consolas" panose="020B0609020204030204" pitchFamily="49" charset="0"/>
              </a:rPr>
              <a:t>1</a:t>
            </a:r>
            <a:r>
              <a:rPr lang="zh-CN" altLang="zh-CN" sz="2300" b="1">
                <a:solidFill>
                  <a:srgbClr val="0000FF"/>
                </a:solidFill>
                <a:latin typeface="Consolas" panose="020B0609020204030204" pitchFamily="49" charset="0"/>
                <a:ea typeface="楷体" panose="02010609060101010101" pitchFamily="49" charset="-122"/>
                <a:cs typeface="Consolas" panose="020B0609020204030204" pitchFamily="49" charset="0"/>
              </a:rPr>
              <a:t>安排的蓄栏</a:t>
            </a:r>
            <a:r>
              <a:rPr lang="en-US" altLang="zh-CN" sz="2300" b="1">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zh-CN" sz="2300" b="1">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 name="下箭头 3"/>
          <p:cNvSpPr/>
          <p:nvPr/>
        </p:nvSpPr>
        <p:spPr>
          <a:xfrm>
            <a:off x="4264356" y="2789304"/>
            <a:ext cx="214314" cy="642942"/>
          </a:xfrm>
          <a:prstGeom prst="downArrow">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zh-CN" altLang="en-US" sz="2300" b="1">
              <a:solidFill>
                <a:prstClr val="white"/>
              </a:solidFill>
              <a:latin typeface="Franklin Gothic Book" panose="020B0503020102020204"/>
              <a:ea typeface="华文楷体" panose="02010600040101010101" pitchFamily="2" charset="-122"/>
            </a:endParaRPr>
          </a:p>
        </p:txBody>
      </p:sp>
    </p:spTree>
    <p:extLst>
      <p:ext uri="{BB962C8B-B14F-4D97-AF65-F5344CB8AC3E}">
        <p14:creationId xmlns:p14="http://schemas.microsoft.com/office/powerpoint/2010/main" val="2575187862"/>
      </p:ext>
    </p:extLst>
  </p:cSld>
  <p:clrMapOvr>
    <a:overrideClrMapping bg1="lt1" tx1="dk1" bg2="lt2" tx2="dk2" accent1="accent1" accent2="accent2" accent3="accent3" accent4="accent4" accent5="accent5" accent6="accent6" hlink="hlink" folHlink="folHlink"/>
  </p:clrMapOvr>
</p:sld>
</file>

<file path=ppt/slides/slide87.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Tree>
  </p:cSld>
  <p:clrMapOvr>
    <a:overrideClrMapping bg1="lt1" tx1="dk1" bg2="lt2" tx2="dk2" accent1="accent1" accent2="accent2" accent3="accent3" accent4="accent4" accent5="accent5" accent6="accent6" hlink="hlink" folHlink="folHlink"/>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68ad500c-e5a5-437d-bdd2-4091022e2014"/>
  <p:tag name="COMMONDATA" val="eyJoZGlkIjoiZDJjYzhkNjVhNGUzNGIyZDU3YjYzOTk0OGRjM2FlODg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TABLE_ENDDRAG_ORIGIN_RECT" val="652*255"/>
  <p:tag name="TABLE_ENDDRAG_RECT" val="55*171*652*255"/>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TABLE_ENDDRAG_ORIGIN_RECT" val="548*72"/>
  <p:tag name="TABLE_ENDDRAG_RECT" val="58*157*548*72"/>
</p:tagLst>
</file>

<file path=ppt/tags/tag24.xml><?xml version="1.0" encoding="utf-8"?>
<p:tagLst xmlns:a="http://schemas.openxmlformats.org/drawingml/2006/main" xmlns:r="http://schemas.openxmlformats.org/officeDocument/2006/relationships" xmlns:p="http://schemas.openxmlformats.org/presentationml/2006/main">
  <p:tag name="TABLE_ENDDRAG_ORIGIN_RECT" val="548*94"/>
  <p:tag name="TABLE_ENDDRAG_RECT" val="61*339*548*94"/>
</p:tagLst>
</file>

<file path=ppt/tags/tag25.xml><?xml version="1.0" encoding="utf-8"?>
<p:tagLst xmlns:a="http://schemas.openxmlformats.org/drawingml/2006/main" xmlns:r="http://schemas.openxmlformats.org/officeDocument/2006/relationships" xmlns:p="http://schemas.openxmlformats.org/presentationml/2006/main">
  <p:tag name="TABLE_ENDDRAG_ORIGIN_RECT" val="530*124"/>
  <p:tag name="TABLE_ENDDRAG_RECT" val="55*157*530*124"/>
</p:tagLst>
</file>

<file path=ppt/tags/tag26.xml><?xml version="1.0" encoding="utf-8"?>
<p:tagLst xmlns:a="http://schemas.openxmlformats.org/drawingml/2006/main" xmlns:r="http://schemas.openxmlformats.org/officeDocument/2006/relationships" xmlns:p="http://schemas.openxmlformats.org/presentationml/2006/main">
  <p:tag name="TABLE_ENDDRAG_ORIGIN_RECT" val="571*82"/>
  <p:tag name="TABLE_ENDDRAG_RECT" val="247*102*571*82"/>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TABLE_ENDDRAG_ORIGIN_RECT" val="549*124"/>
  <p:tag name="TABLE_ENDDRAG_RECT" val="55*281*549*124"/>
</p:tagLst>
</file>

<file path=ppt/tags/tag30.xml><?xml version="1.0" encoding="utf-8"?>
<p:tagLst xmlns:a="http://schemas.openxmlformats.org/drawingml/2006/main" xmlns:r="http://schemas.openxmlformats.org/officeDocument/2006/relationships" xmlns:p="http://schemas.openxmlformats.org/presentationml/2006/main">
  <p:tag name="TABLE_ENDDRAG_ORIGIN_RECT" val="583*169"/>
  <p:tag name="TABLE_ENDDRAG_RECT" val="91*178*583*169"/>
</p:tagLst>
</file>

<file path=ppt/tags/tag31.xml><?xml version="1.0" encoding="utf-8"?>
<p:tagLst xmlns:a="http://schemas.openxmlformats.org/drawingml/2006/main" xmlns:r="http://schemas.openxmlformats.org/officeDocument/2006/relationships" xmlns:p="http://schemas.openxmlformats.org/presentationml/2006/main">
  <p:tag name="TABLE_ENDDRAG_ORIGIN_RECT" val="584*186"/>
  <p:tag name="TABLE_ENDDRAG_RECT" val="104*319*584*186"/>
</p:tagLst>
</file>

<file path=ppt/tags/tag32.xml><?xml version="1.0" encoding="utf-8"?>
<p:tagLst xmlns:a="http://schemas.openxmlformats.org/drawingml/2006/main" xmlns:r="http://schemas.openxmlformats.org/officeDocument/2006/relationships" xmlns:p="http://schemas.openxmlformats.org/presentationml/2006/main">
  <p:tag name="TABLE_ENDDRAG_ORIGIN_RECT" val="547*144"/>
  <p:tag name="TABLE_ENDDRAG_RECT" val="108*311*547*144"/>
</p:tagLst>
</file>

<file path=ppt/tags/tag33.xml><?xml version="1.0" encoding="utf-8"?>
<p:tagLst xmlns:a="http://schemas.openxmlformats.org/drawingml/2006/main" xmlns:r="http://schemas.openxmlformats.org/officeDocument/2006/relationships" xmlns:p="http://schemas.openxmlformats.org/presentationml/2006/main">
  <p:tag name="TABLE_ENDDRAG_ORIGIN_RECT" val="547*158"/>
  <p:tag name="TABLE_ENDDRAG_RECT" val="108*122*547*158"/>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 name="TABLE_ENDDRAG_ORIGIN_RECT" val="560*168"/>
  <p:tag name="TABLE_ENDDRAG_RECT" val="120*92*560*168"/>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TABLE_ENDDRAG_ORIGIN_RECT" val="570*228"/>
  <p:tag name="TABLE_ENDDRAG_RECT" val="99*323*570*228"/>
</p:tagLst>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跋涉">
  <a:themeElements>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跋涉">
      <a:majorFont>
        <a:latin typeface="Franklin Gothic Medium"/>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Franklin Gothic Book"/>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跋涉">
      <a:fillStyleLst>
        <a:solidFill>
          <a:schemeClr val="phClr"/>
        </a:solidFill>
        <a:gradFill rotWithShape="1">
          <a:gsLst>
            <a:gs pos="0">
              <a:schemeClr val="phClr">
                <a:tint val="30000"/>
                <a:satMod val="250000"/>
              </a:schemeClr>
            </a:gs>
            <a:gs pos="72000">
              <a:schemeClr val="phClr">
                <a:tint val="75000"/>
                <a:satMod val="210000"/>
              </a:schemeClr>
            </a:gs>
            <a:gs pos="100000">
              <a:schemeClr val="phClr">
                <a:tint val="85000"/>
                <a:satMod val="210000"/>
              </a:schemeClr>
            </a:gs>
          </a:gsLst>
          <a:lin ang="5400000" scaled="1"/>
        </a:gradFill>
        <a:gradFill rotWithShape="1">
          <a:gsLst>
            <a:gs pos="0">
              <a:schemeClr val="phClr">
                <a:tint val="75000"/>
                <a:shade val="85000"/>
                <a:satMod val="230000"/>
              </a:schemeClr>
            </a:gs>
            <a:gs pos="25000">
              <a:schemeClr val="phClr">
                <a:tint val="90000"/>
                <a:shade val="70000"/>
                <a:satMod val="220000"/>
              </a:schemeClr>
            </a:gs>
            <a:gs pos="50000">
              <a:schemeClr val="phClr">
                <a:tint val="90000"/>
                <a:shade val="58000"/>
                <a:satMod val="225000"/>
              </a:schemeClr>
            </a:gs>
            <a:gs pos="65000">
              <a:schemeClr val="phClr">
                <a:tint val="90000"/>
                <a:shade val="58000"/>
                <a:satMod val="225000"/>
              </a:schemeClr>
            </a:gs>
            <a:gs pos="80000">
              <a:schemeClr val="phClr">
                <a:tint val="90000"/>
                <a:shade val="69000"/>
                <a:satMod val="220000"/>
              </a:schemeClr>
            </a:gs>
            <a:gs pos="100000">
              <a:schemeClr val="phClr">
                <a:tint val="77000"/>
                <a:shade val="80000"/>
                <a:satMod val="230000"/>
              </a:schemeClr>
            </a:gs>
          </a:gsLst>
          <a:lin ang="5400000" scaled="1"/>
        </a:gradFill>
      </a:fillStyleLst>
      <a:lnStyleLst>
        <a:ln w="100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76200" dist="50800" dir="5400000" rotWithShape="0">
              <a:srgbClr val="4E3B30">
                <a:alpha val="60000"/>
              </a:srgbClr>
            </a:outerShdw>
          </a:effectLst>
        </a:effectStyle>
        <a:effectStyle>
          <a:effectLst>
            <a:outerShdw blurRad="76200" dist="50800" dir="5400000" rotWithShape="0">
              <a:srgbClr val="4E3B30">
                <a:alpha val="60000"/>
              </a:srgbClr>
            </a:outerShdw>
          </a:effectLst>
          <a:scene3d>
            <a:camera prst="orthographicFront">
              <a:rot lat="0" lon="0" rev="0"/>
            </a:camera>
            <a:lightRig rig="threePt" dir="tl">
              <a:rot lat="0" lon="0" rev="0"/>
            </a:lightRig>
          </a:scene3d>
          <a:sp3d prstMaterial="metal">
            <a:bevelT w="10000" h="10000"/>
          </a:sp3d>
        </a:effectStyle>
        <a:effectStyle>
          <a:effectLst>
            <a:outerShdw blurRad="76200" dist="50800" dir="5400000" rotWithShape="0">
              <a:srgbClr val="4E3B30">
                <a:alpha val="60000"/>
              </a:srgbClr>
            </a:outerShdw>
          </a:effectLst>
          <a:scene3d>
            <a:camera prst="obliqueTopLeft" fov="600000">
              <a:rot lat="0" lon="0" rev="0"/>
            </a:camera>
            <a:lightRig rig="balanced" dir="t">
              <a:rot lat="0" lon="0" rev="19200000"/>
            </a:lightRig>
          </a:scene3d>
          <a:sp3d contourW="12700" prstMaterial="matte">
            <a:bevelT w="60000" h="50800"/>
            <a:contourClr>
              <a:schemeClr val="phClr">
                <a:shade val="60000"/>
                <a:satMod val="110000"/>
              </a:schemeClr>
            </a:contourClr>
          </a:sp3d>
        </a:effectStyle>
      </a:effectStyleLst>
      <a:bgFillStyleLst>
        <a:solidFill>
          <a:schemeClr val="phClr"/>
        </a:solidFill>
        <a:blipFill>
          <a:blip xmlns:r="http://schemas.openxmlformats.org/officeDocument/2006/relationships" r:embed="rId1">
            <a:duotone>
              <a:schemeClr val="phClr">
                <a:shade val="90000"/>
                <a:satMod val="150000"/>
              </a:schemeClr>
              <a:schemeClr val="phClr">
                <a:tint val="88000"/>
                <a:satMod val="105000"/>
              </a:schemeClr>
            </a:duotone>
          </a:blip>
          <a:tile tx="0" ty="0" sx="95000" sy="95000" flip="none" algn="t"/>
        </a:blipFill>
        <a:blipFill>
          <a:blip xmlns:r="http://schemas.openxmlformats.org/officeDocument/2006/relationships" r:embed="rId2">
            <a:duotone>
              <a:schemeClr val="phClr">
                <a:shade val="30000"/>
                <a:satMod val="455000"/>
              </a:schemeClr>
              <a:schemeClr val="phClr">
                <a:tint val="95000"/>
                <a:satMod val="120000"/>
              </a:schemeClr>
            </a:duotone>
          </a:blip>
          <a:stretch>
            <a:fillRect/>
          </a:stretch>
        </a:blipFill>
      </a:bgFillStyleLst>
    </a:fmtScheme>
  </a:themeElements>
  <a:objectDefaults>
    <a:txDef>
      <a:spPr>
        <a:noFill/>
      </a:spPr>
      <a:bodyPr wrap="square" rtlCol="0">
        <a:spAutoFit/>
      </a:bodyPr>
      <a:lstStyle>
        <a:defPPr>
          <a:defRPr sz="2000" smtClean="0">
            <a:ea typeface="楷体" pitchFamily="49" charset="-122"/>
            <a:cs typeface="Times New Roman" pitchFamily="18" charset="0"/>
          </a:defRPr>
        </a:defPPr>
      </a:lstStyle>
    </a:txDef>
  </a:objectDefaults>
  <a:extraClrSchemeLst/>
</a:theme>
</file>

<file path=ppt/theme/theme2.xml><?xml version="1.0" encoding="utf-8"?>
<a:theme xmlns:a="http://schemas.openxmlformats.org/drawingml/2006/main" name="1_跋涉">
  <a:themeElements>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跋涉">
      <a:majorFont>
        <a:latin typeface="Franklin Gothic Medium"/>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Franklin Gothic Book"/>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跋涉">
      <a:fillStyleLst>
        <a:solidFill>
          <a:schemeClr val="phClr"/>
        </a:solidFill>
        <a:gradFill rotWithShape="1">
          <a:gsLst>
            <a:gs pos="0">
              <a:schemeClr val="phClr">
                <a:tint val="30000"/>
                <a:satMod val="250000"/>
              </a:schemeClr>
            </a:gs>
            <a:gs pos="72000">
              <a:schemeClr val="phClr">
                <a:tint val="75000"/>
                <a:satMod val="210000"/>
              </a:schemeClr>
            </a:gs>
            <a:gs pos="100000">
              <a:schemeClr val="phClr">
                <a:tint val="85000"/>
                <a:satMod val="210000"/>
              </a:schemeClr>
            </a:gs>
          </a:gsLst>
          <a:lin ang="5400000" scaled="1"/>
        </a:gradFill>
        <a:gradFill rotWithShape="1">
          <a:gsLst>
            <a:gs pos="0">
              <a:schemeClr val="phClr">
                <a:tint val="75000"/>
                <a:shade val="85000"/>
                <a:satMod val="230000"/>
              </a:schemeClr>
            </a:gs>
            <a:gs pos="25000">
              <a:schemeClr val="phClr">
                <a:tint val="90000"/>
                <a:shade val="70000"/>
                <a:satMod val="220000"/>
              </a:schemeClr>
            </a:gs>
            <a:gs pos="50000">
              <a:schemeClr val="phClr">
                <a:tint val="90000"/>
                <a:shade val="58000"/>
                <a:satMod val="225000"/>
              </a:schemeClr>
            </a:gs>
            <a:gs pos="65000">
              <a:schemeClr val="phClr">
                <a:tint val="90000"/>
                <a:shade val="58000"/>
                <a:satMod val="225000"/>
              </a:schemeClr>
            </a:gs>
            <a:gs pos="80000">
              <a:schemeClr val="phClr">
                <a:tint val="90000"/>
                <a:shade val="69000"/>
                <a:satMod val="220000"/>
              </a:schemeClr>
            </a:gs>
            <a:gs pos="100000">
              <a:schemeClr val="phClr">
                <a:tint val="77000"/>
                <a:shade val="80000"/>
                <a:satMod val="230000"/>
              </a:schemeClr>
            </a:gs>
          </a:gsLst>
          <a:lin ang="5400000" scaled="1"/>
        </a:gradFill>
      </a:fillStyleLst>
      <a:lnStyleLst>
        <a:ln w="100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76200" dist="50800" dir="5400000" rotWithShape="0">
              <a:srgbClr val="4E3B30">
                <a:alpha val="60000"/>
              </a:srgbClr>
            </a:outerShdw>
          </a:effectLst>
        </a:effectStyle>
        <a:effectStyle>
          <a:effectLst>
            <a:outerShdw blurRad="76200" dist="50800" dir="5400000" rotWithShape="0">
              <a:srgbClr val="4E3B30">
                <a:alpha val="60000"/>
              </a:srgbClr>
            </a:outerShdw>
          </a:effectLst>
          <a:scene3d>
            <a:camera prst="orthographicFront">
              <a:rot lat="0" lon="0" rev="0"/>
            </a:camera>
            <a:lightRig rig="threePt" dir="tl">
              <a:rot lat="0" lon="0" rev="0"/>
            </a:lightRig>
          </a:scene3d>
          <a:sp3d prstMaterial="metal">
            <a:bevelT w="10000" h="10000"/>
          </a:sp3d>
        </a:effectStyle>
        <a:effectStyle>
          <a:effectLst>
            <a:outerShdw blurRad="76200" dist="50800" dir="5400000" rotWithShape="0">
              <a:srgbClr val="4E3B30">
                <a:alpha val="60000"/>
              </a:srgbClr>
            </a:outerShdw>
          </a:effectLst>
          <a:scene3d>
            <a:camera prst="obliqueTopLeft" fov="600000">
              <a:rot lat="0" lon="0" rev="0"/>
            </a:camera>
            <a:lightRig rig="balanced" dir="t">
              <a:rot lat="0" lon="0" rev="19200000"/>
            </a:lightRig>
          </a:scene3d>
          <a:sp3d contourW="12700" prstMaterial="matte">
            <a:bevelT w="60000" h="50800"/>
            <a:contourClr>
              <a:schemeClr val="phClr">
                <a:shade val="60000"/>
                <a:satMod val="110000"/>
              </a:schemeClr>
            </a:contourClr>
          </a:sp3d>
        </a:effectStyle>
      </a:effectStyleLst>
      <a:bgFillStyleLst>
        <a:solidFill>
          <a:schemeClr val="phClr"/>
        </a:solidFill>
        <a:blipFill>
          <a:blip xmlns:r="http://schemas.openxmlformats.org/officeDocument/2006/relationships" r:embed="rId1">
            <a:duotone>
              <a:schemeClr val="phClr">
                <a:shade val="90000"/>
                <a:satMod val="150000"/>
              </a:schemeClr>
              <a:schemeClr val="phClr">
                <a:tint val="88000"/>
                <a:satMod val="105000"/>
              </a:schemeClr>
            </a:duotone>
          </a:blip>
          <a:tile tx="0" ty="0" sx="95000" sy="95000" flip="none" algn="t"/>
        </a:blipFill>
        <a:blipFill>
          <a:blip xmlns:r="http://schemas.openxmlformats.org/officeDocument/2006/relationships" r:embed="rId2">
            <a:duotone>
              <a:schemeClr val="phClr">
                <a:shade val="30000"/>
                <a:satMod val="455000"/>
              </a:schemeClr>
              <a:schemeClr val="phClr">
                <a:tint val="95000"/>
                <a:satMod val="120000"/>
              </a:schemeClr>
            </a:duotone>
          </a:blip>
          <a:stretch>
            <a:fillRect/>
          </a:stretch>
        </a:blipFill>
      </a:bgFillStyleLst>
    </a:fmtScheme>
  </a:themeElements>
  <a:objectDefaults>
    <a:txDef>
      <a:spPr>
        <a:noFill/>
      </a:spPr>
      <a:bodyPr wrap="square" rtlCol="0">
        <a:spAutoFit/>
      </a:bodyPr>
      <a:lstStyle>
        <a:defPPr>
          <a:defRPr sz="2000" smtClean="0">
            <a:ea typeface="楷体" pitchFamily="49" charset="-122"/>
            <a:cs typeface="Times New Roman" pitchFamily="18" charset="0"/>
          </a:defRPr>
        </a:defPPr>
      </a:lstStyle>
    </a:txDef>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2.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3.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4.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5.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6.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7.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8.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9.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10.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11.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12.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13.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14.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15.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16.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17.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18.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19.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20.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21.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22.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23.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24.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25.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26.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27.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28.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29.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30.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31.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32.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33.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34.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35.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36.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37.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38.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39.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40.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41.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42.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43.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44.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45.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46.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47.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48.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49.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50.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51.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52.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53.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54.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55.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56.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57.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58.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59.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60.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61.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62.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63.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64.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65.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66.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67.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68.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69.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70.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71.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72.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73.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74.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75.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76.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77.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78.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79.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80.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81.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82.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83.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84.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85.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86.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docProps/app.xml><?xml version="1.0" encoding="utf-8"?>
<Properties xmlns="http://schemas.openxmlformats.org/officeDocument/2006/extended-properties" xmlns:vt="http://schemas.openxmlformats.org/officeDocument/2006/docPropsVTypes">
  <TotalTime>4051</TotalTime>
  <Words>9393</Words>
  <Application>Microsoft Office PowerPoint</Application>
  <PresentationFormat>宽屏</PresentationFormat>
  <Paragraphs>1144</Paragraphs>
  <Slides>87</Slides>
  <Notes>20</Notes>
  <HiddenSlides>0</HiddenSlides>
  <MMClips>0</MMClips>
  <ScaleCrop>false</ScaleCrop>
  <HeadingPairs>
    <vt:vector size="8" baseType="variant">
      <vt:variant>
        <vt:lpstr>已用的字体</vt:lpstr>
      </vt:variant>
      <vt:variant>
        <vt:i4>11</vt:i4>
      </vt:variant>
      <vt:variant>
        <vt:lpstr>主题</vt:lpstr>
      </vt:variant>
      <vt:variant>
        <vt:i4>2</vt:i4>
      </vt:variant>
      <vt:variant>
        <vt:lpstr>嵌入 OLE 服务器</vt:lpstr>
      </vt:variant>
      <vt:variant>
        <vt:i4>3</vt:i4>
      </vt:variant>
      <vt:variant>
        <vt:lpstr>幻灯片标题</vt:lpstr>
      </vt:variant>
      <vt:variant>
        <vt:i4>87</vt:i4>
      </vt:variant>
    </vt:vector>
  </HeadingPairs>
  <TitlesOfParts>
    <vt:vector size="103" baseType="lpstr">
      <vt:lpstr>等线</vt:lpstr>
      <vt:lpstr>华文楷体</vt:lpstr>
      <vt:lpstr>楷体</vt:lpstr>
      <vt:lpstr>微软雅黑</vt:lpstr>
      <vt:lpstr>Arial</vt:lpstr>
      <vt:lpstr>Calibri</vt:lpstr>
      <vt:lpstr>Consolas</vt:lpstr>
      <vt:lpstr>Franklin Gothic Book</vt:lpstr>
      <vt:lpstr>Franklin Gothic Medium</vt:lpstr>
      <vt:lpstr>Times New Roman</vt:lpstr>
      <vt:lpstr>Wingdings 2</vt:lpstr>
      <vt:lpstr>跋涉</vt:lpstr>
      <vt:lpstr>1_跋涉</vt:lpstr>
      <vt:lpstr>Microsoft 公式 3.0</vt:lpstr>
      <vt:lpstr>Equation</vt:lpstr>
      <vt:lpstr>公式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西北工业大学网络教育学院</dc:title>
  <dc:subject>网院在线网络课程</dc:subject>
  <dc:creator>Administrator;冯治锋</dc:creator>
  <cp:keywords>FZF</cp:keywords>
  <dc:description>1.3</dc:description>
  <cp:lastModifiedBy>c14794</cp:lastModifiedBy>
  <cp:revision>543</cp:revision>
  <dcterms:created xsi:type="dcterms:W3CDTF">2020-06-08T01:02:00Z</dcterms:created>
  <dcterms:modified xsi:type="dcterms:W3CDTF">2024-08-08T03:54:02Z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0E607A775AE84C859BAFE9AA054D6C5E_12</vt:lpwstr>
  </property>
  <property fmtid="{D5CDD505-2E9C-101B-9397-08002B2CF9AE}" pid="3" name="KSOProductBuildVer">
    <vt:lpwstr>2052-12.1.0.15990</vt:lpwstr>
  </property>
</Properties>
</file>