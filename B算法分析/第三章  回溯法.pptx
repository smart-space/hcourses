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notesSlides/notesSlide2.xml" ContentType="application/vnd.openxmlformats-officedocument.presentationml.notesSlide+xml"/>
  <Override PartName="/ppt/theme/themeOverride4.xml" ContentType="application/vnd.openxmlformats-officedocument.themeOverride+xml"/>
  <Override PartName="/ppt/notesSlides/notesSlide3.xml" ContentType="application/vnd.openxmlformats-officedocument.presentationml.notesSlide+xml"/>
  <Override PartName="/ppt/theme/themeOverride5.xml" ContentType="application/vnd.openxmlformats-officedocument.themeOverride+xml"/>
  <Override PartName="/ppt/notesSlides/notesSlide4.xml" ContentType="application/vnd.openxmlformats-officedocument.presentationml.notesSlide+xml"/>
  <Override PartName="/ppt/theme/themeOverride6.xml" ContentType="application/vnd.openxmlformats-officedocument.themeOverride+xml"/>
  <Override PartName="/ppt/theme/themeOverride7.xml" ContentType="application/vnd.openxmlformats-officedocument.themeOverride+xml"/>
  <Override PartName="/ppt/notesSlides/notesSlide5.xml" ContentType="application/vnd.openxmlformats-officedocument.presentationml.notesSlide+xml"/>
  <Override PartName="/ppt/theme/themeOverride8.xml" ContentType="application/vnd.openxmlformats-officedocument.themeOverride+xml"/>
  <Override PartName="/ppt/notesSlides/notesSlide6.xml" ContentType="application/vnd.openxmlformats-officedocument.presentationml.notesSlide+xml"/>
  <Override PartName="/ppt/theme/themeOverride9.xml" ContentType="application/vnd.openxmlformats-officedocument.themeOverride+xml"/>
  <Override PartName="/ppt/notesSlides/notesSlide7.xml" ContentType="application/vnd.openxmlformats-officedocument.presentationml.notesSlide+xml"/>
  <Override PartName="/ppt/theme/themeOverride10.xml" ContentType="application/vnd.openxmlformats-officedocument.themeOverride+xml"/>
  <Override PartName="/ppt/notesSlides/notesSlide8.xml" ContentType="application/vnd.openxmlformats-officedocument.presentationml.notesSlide+xml"/>
  <Override PartName="/ppt/theme/themeOverride11.xml" ContentType="application/vnd.openxmlformats-officedocument.themeOverride+xml"/>
  <Override PartName="/ppt/notesSlides/notesSlide9.xml" ContentType="application/vnd.openxmlformats-officedocument.presentationml.notesSlide+xml"/>
  <Override PartName="/ppt/theme/themeOverride12.xml" ContentType="application/vnd.openxmlformats-officedocument.themeOverride+xml"/>
  <Override PartName="/ppt/notesSlides/notesSlide10.xml" ContentType="application/vnd.openxmlformats-officedocument.presentationml.notesSlide+xml"/>
  <Override PartName="/ppt/theme/themeOverride13.xml" ContentType="application/vnd.openxmlformats-officedocument.themeOverride+xml"/>
  <Override PartName="/ppt/notesSlides/notesSlide11.xml" ContentType="application/vnd.openxmlformats-officedocument.presentationml.notesSlide+xml"/>
  <Override PartName="/ppt/theme/themeOverride14.xml" ContentType="application/vnd.openxmlformats-officedocument.themeOverride+xml"/>
  <Override PartName="/ppt/theme/themeOverride15.xml" ContentType="application/vnd.openxmlformats-officedocument.themeOverride+xml"/>
  <Override PartName="/ppt/notesSlides/notesSlide12.xml" ContentType="application/vnd.openxmlformats-officedocument.presentationml.notesSl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notesSlides/notesSlide13.xml" ContentType="application/vnd.openxmlformats-officedocument.presentationml.notesSlide+xml"/>
  <Override PartName="/ppt/theme/themeOverride30.xml" ContentType="application/vnd.openxmlformats-officedocument.themeOverride+xml"/>
  <Override PartName="/ppt/notesSlides/notesSlide14.xml" ContentType="application/vnd.openxmlformats-officedocument.presentationml.notesSlide+xml"/>
  <Override PartName="/ppt/theme/themeOverride31.xml" ContentType="application/vnd.openxmlformats-officedocument.themeOverride+xml"/>
  <Override PartName="/ppt/notesSlides/notesSlide15.xml" ContentType="application/vnd.openxmlformats-officedocument.presentationml.notesSlide+xml"/>
  <Override PartName="/ppt/theme/themeOverride32.xml" ContentType="application/vnd.openxmlformats-officedocument.themeOverride+xml"/>
  <Override PartName="/ppt/notesSlides/notesSlide16.xml" ContentType="application/vnd.openxmlformats-officedocument.presentationml.notesSlide+xml"/>
  <Override PartName="/ppt/theme/themeOverride33.xml" ContentType="application/vnd.openxmlformats-officedocument.themeOverride+xml"/>
  <Override PartName="/ppt/notesSlides/notesSlide17.xml" ContentType="application/vnd.openxmlformats-officedocument.presentationml.notesSlide+xml"/>
  <Override PartName="/ppt/theme/themeOverride34.xml" ContentType="application/vnd.openxmlformats-officedocument.themeOverride+xml"/>
  <Override PartName="/ppt/notesSlides/notesSlide18.xml" ContentType="application/vnd.openxmlformats-officedocument.presentationml.notesSlide+xml"/>
  <Override PartName="/ppt/theme/themeOverride35.xml" ContentType="application/vnd.openxmlformats-officedocument.themeOverride+xml"/>
  <Override PartName="/ppt/notesSlides/notesSlide19.xml" ContentType="application/vnd.openxmlformats-officedocument.presentationml.notesSlide+xml"/>
  <Override PartName="/ppt/theme/themeOverride36.xml" ContentType="application/vnd.openxmlformats-officedocument.themeOverride+xml"/>
  <Override PartName="/ppt/notesSlides/notesSlide20.xml" ContentType="application/vnd.openxmlformats-officedocument.presentationml.notesSlide+xml"/>
  <Override PartName="/ppt/theme/themeOverride37.xml" ContentType="application/vnd.openxmlformats-officedocument.themeOverride+xml"/>
  <Override PartName="/ppt/notesSlides/notesSlide21.xml" ContentType="application/vnd.openxmlformats-officedocument.presentationml.notesSlide+xml"/>
  <Override PartName="/ppt/theme/themeOverride38.xml" ContentType="application/vnd.openxmlformats-officedocument.themeOverride+xml"/>
  <Override PartName="/ppt/notesSlides/notesSlide22.xml" ContentType="application/vnd.openxmlformats-officedocument.presentationml.notesSlide+xml"/>
  <Override PartName="/ppt/theme/themeOverride39.xml" ContentType="application/vnd.openxmlformats-officedocument.themeOverride+xml"/>
  <Override PartName="/ppt/theme/themeOverride40.xml" ContentType="application/vnd.openxmlformats-officedocument.themeOverride+xml"/>
  <Override PartName="/ppt/notesSlides/notesSlide23.xml" ContentType="application/vnd.openxmlformats-officedocument.presentationml.notesSlide+xml"/>
  <Override PartName="/ppt/theme/themeOverride41.xml" ContentType="application/vnd.openxmlformats-officedocument.themeOverride+xml"/>
  <Override PartName="/ppt/notesSlides/notesSlide24.xml" ContentType="application/vnd.openxmlformats-officedocument.presentationml.notesSlide+xml"/>
  <Override PartName="/ppt/theme/themeOverride42.xml" ContentType="application/vnd.openxmlformats-officedocument.themeOverride+xml"/>
  <Override PartName="/ppt/notesSlides/notesSlide25.xml" ContentType="application/vnd.openxmlformats-officedocument.presentationml.notesSlide+xml"/>
  <Override PartName="/ppt/theme/themeOverride43.xml" ContentType="application/vnd.openxmlformats-officedocument.themeOverride+xml"/>
  <Override PartName="/ppt/notesSlides/notesSlide26.xml" ContentType="application/vnd.openxmlformats-officedocument.presentationml.notesSlide+xml"/>
  <Override PartName="/ppt/theme/themeOverride44.xml" ContentType="application/vnd.openxmlformats-officedocument.themeOverride+xml"/>
  <Override PartName="/ppt/notesSlides/notesSlide27.xml" ContentType="application/vnd.openxmlformats-officedocument.presentationml.notesSlide+xml"/>
  <Override PartName="/ppt/theme/themeOverride45.xml" ContentType="application/vnd.openxmlformats-officedocument.themeOverride+xml"/>
  <Override PartName="/ppt/theme/themeOverride46.xml" ContentType="application/vnd.openxmlformats-officedocument.themeOverride+xml"/>
  <Override PartName="/ppt/notesSlides/notesSlide28.xml" ContentType="application/vnd.openxmlformats-officedocument.presentationml.notesSlide+xml"/>
  <Override PartName="/ppt/theme/themeOverride47.xml" ContentType="application/vnd.openxmlformats-officedocument.themeOverride+xml"/>
  <Override PartName="/ppt/notesSlides/notesSlide29.xml" ContentType="application/vnd.openxmlformats-officedocument.presentationml.notesSlide+xml"/>
  <Override PartName="/ppt/theme/themeOverride48.xml" ContentType="application/vnd.openxmlformats-officedocument.themeOverride+xml"/>
  <Override PartName="/ppt/notesSlides/notesSlide30.xml" ContentType="application/vnd.openxmlformats-officedocument.presentationml.notesSlide+xml"/>
  <Override PartName="/ppt/theme/themeOverride49.xml" ContentType="application/vnd.openxmlformats-officedocument.themeOverride+xml"/>
  <Override PartName="/ppt/notesSlides/notesSlide31.xml" ContentType="application/vnd.openxmlformats-officedocument.presentationml.notesSlide+xml"/>
  <Override PartName="/ppt/theme/themeOverride50.xml" ContentType="application/vnd.openxmlformats-officedocument.themeOverride+xml"/>
  <Override PartName="/ppt/notesSlides/notesSlide32.xml" ContentType="application/vnd.openxmlformats-officedocument.presentationml.notesSlide+xml"/>
  <Override PartName="/ppt/theme/themeOverride51.xml" ContentType="application/vnd.openxmlformats-officedocument.themeOverride+xml"/>
  <Override PartName="/ppt/theme/themeOverride52.xml" ContentType="application/vnd.openxmlformats-officedocument.themeOverride+xml"/>
  <Override PartName="/ppt/theme/themeOverride53.xml" ContentType="application/vnd.openxmlformats-officedocument.themeOverride+xml"/>
  <Override PartName="/ppt/theme/themeOverride54.xml" ContentType="application/vnd.openxmlformats-officedocument.themeOverride+xml"/>
  <Override PartName="/ppt/notesSlides/notesSlide33.xml" ContentType="application/vnd.openxmlformats-officedocument.presentationml.notesSlide+xml"/>
  <Override PartName="/ppt/theme/themeOverride55.xml" ContentType="application/vnd.openxmlformats-officedocument.themeOverride+xml"/>
  <Override PartName="/ppt/notesSlides/notesSlide34.xml" ContentType="application/vnd.openxmlformats-officedocument.presentationml.notesSlide+xml"/>
  <Override PartName="/ppt/theme/themeOverride56.xml" ContentType="application/vnd.openxmlformats-officedocument.themeOverride+xml"/>
  <Override PartName="/ppt/notesSlides/notesSlide35.xml" ContentType="application/vnd.openxmlformats-officedocument.presentationml.notesSlide+xml"/>
  <Override PartName="/ppt/theme/themeOverride57.xml" ContentType="application/vnd.openxmlformats-officedocument.themeOverride+xml"/>
  <Override PartName="/ppt/notesSlides/notesSlide36.xml" ContentType="application/vnd.openxmlformats-officedocument.presentationml.notesSlide+xml"/>
  <Override PartName="/ppt/theme/themeOverride58.xml" ContentType="application/vnd.openxmlformats-officedocument.themeOverride+xml"/>
  <Override PartName="/ppt/notesSlides/notesSlide37.xml" ContentType="application/vnd.openxmlformats-officedocument.presentationml.notesSlide+xml"/>
  <Override PartName="/ppt/theme/themeOverride59.xml" ContentType="application/vnd.openxmlformats-officedocument.themeOverride+xml"/>
  <Override PartName="/ppt/notesSlides/notesSlide38.xml" ContentType="application/vnd.openxmlformats-officedocument.presentationml.notesSlide+xml"/>
  <Override PartName="/ppt/theme/themeOverride60.xml" ContentType="application/vnd.openxmlformats-officedocument.themeOverride+xml"/>
  <Override PartName="/ppt/notesSlides/notesSlide39.xml" ContentType="application/vnd.openxmlformats-officedocument.presentationml.notesSlide+xml"/>
  <Override PartName="/ppt/theme/themeOverride61.xml" ContentType="application/vnd.openxmlformats-officedocument.themeOverride+xml"/>
  <Override PartName="/ppt/theme/themeOverride62.xml" ContentType="application/vnd.openxmlformats-officedocument.themeOverride+xml"/>
  <Override PartName="/ppt/theme/themeOverride63.xml" ContentType="application/vnd.openxmlformats-officedocument.themeOverride+xml"/>
  <Override PartName="/ppt/theme/themeOverride64.xml" ContentType="application/vnd.openxmlformats-officedocument.themeOverride+xml"/>
  <Override PartName="/ppt/theme/themeOverride65.xml" ContentType="application/vnd.openxmlformats-officedocument.themeOverride+xml"/>
  <Override PartName="/ppt/notesSlides/notesSlide40.xml" ContentType="application/vnd.openxmlformats-officedocument.presentationml.notesSlide+xml"/>
  <Override PartName="/ppt/theme/themeOverride66.xml" ContentType="application/vnd.openxmlformats-officedocument.themeOverr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 id="2147483756" r:id="rId2"/>
  </p:sldMasterIdLst>
  <p:notesMasterIdLst>
    <p:notesMasterId r:id="rId70"/>
  </p:notesMasterIdLst>
  <p:sldIdLst>
    <p:sldId id="563" r:id="rId3"/>
    <p:sldId id="257" r:id="rId4"/>
    <p:sldId id="259" r:id="rId5"/>
    <p:sldId id="260" r:id="rId6"/>
    <p:sldId id="262" r:id="rId7"/>
    <p:sldId id="263" r:id="rId8"/>
    <p:sldId id="346" r:id="rId9"/>
    <p:sldId id="264" r:id="rId10"/>
    <p:sldId id="265" r:id="rId11"/>
    <p:sldId id="266" r:id="rId12"/>
    <p:sldId id="267" r:id="rId13"/>
    <p:sldId id="268" r:id="rId14"/>
    <p:sldId id="269" r:id="rId15"/>
    <p:sldId id="270" r:id="rId16"/>
    <p:sldId id="331" r:id="rId17"/>
    <p:sldId id="336" r:id="rId18"/>
    <p:sldId id="337" r:id="rId19"/>
    <p:sldId id="332" r:id="rId20"/>
    <p:sldId id="333" r:id="rId21"/>
    <p:sldId id="334" r:id="rId22"/>
    <p:sldId id="335" r:id="rId23"/>
    <p:sldId id="285" r:id="rId24"/>
    <p:sldId id="338" r:id="rId25"/>
    <p:sldId id="339" r:id="rId26"/>
    <p:sldId id="342" r:id="rId27"/>
    <p:sldId id="340" r:id="rId28"/>
    <p:sldId id="341" r:id="rId29"/>
    <p:sldId id="344" r:id="rId30"/>
    <p:sldId id="343" r:id="rId31"/>
    <p:sldId id="290" r:id="rId32"/>
    <p:sldId id="291" r:id="rId33"/>
    <p:sldId id="292" r:id="rId34"/>
    <p:sldId id="293" r:id="rId35"/>
    <p:sldId id="294" r:id="rId36"/>
    <p:sldId id="296" r:id="rId37"/>
    <p:sldId id="297" r:id="rId38"/>
    <p:sldId id="298" r:id="rId39"/>
    <p:sldId id="299" r:id="rId40"/>
    <p:sldId id="300" r:id="rId41"/>
    <p:sldId id="301" r:id="rId42"/>
    <p:sldId id="302" r:id="rId43"/>
    <p:sldId id="303" r:id="rId44"/>
    <p:sldId id="305" r:id="rId45"/>
    <p:sldId id="306" r:id="rId46"/>
    <p:sldId id="307" r:id="rId47"/>
    <p:sldId id="308" r:id="rId48"/>
    <p:sldId id="309" r:id="rId49"/>
    <p:sldId id="310" r:id="rId50"/>
    <p:sldId id="311" r:id="rId51"/>
    <p:sldId id="312" r:id="rId52"/>
    <p:sldId id="345" r:id="rId53"/>
    <p:sldId id="314" r:id="rId54"/>
    <p:sldId id="315" r:id="rId55"/>
    <p:sldId id="316" r:id="rId56"/>
    <p:sldId id="317" r:id="rId57"/>
    <p:sldId id="318" r:id="rId58"/>
    <p:sldId id="319" r:id="rId59"/>
    <p:sldId id="320" r:id="rId60"/>
    <p:sldId id="321" r:id="rId61"/>
    <p:sldId id="322" r:id="rId62"/>
    <p:sldId id="323" r:id="rId63"/>
    <p:sldId id="325" r:id="rId64"/>
    <p:sldId id="326" r:id="rId65"/>
    <p:sldId id="327" r:id="rId66"/>
    <p:sldId id="328" r:id="rId67"/>
    <p:sldId id="329" r:id="rId68"/>
    <p:sldId id="330" r:id="rId69"/>
  </p:sldIdLst>
  <p:sldSz cx="12190413" cy="6859588"/>
  <p:notesSz cx="6858000" cy="9144000"/>
  <p:defaultTextStyle>
    <a:defPPr>
      <a:defRPr lang="zh-CN"/>
    </a:defPPr>
    <a:lvl1pPr marL="0" algn="l" defTabSz="1088502" rtl="0" eaLnBrk="1" latinLnBrk="0" hangingPunct="1">
      <a:defRPr sz="2100" kern="1200">
        <a:solidFill>
          <a:schemeClr val="tx1"/>
        </a:solidFill>
        <a:latin typeface="+mn-lt"/>
        <a:ea typeface="+mn-ea"/>
        <a:cs typeface="+mn-cs"/>
      </a:defRPr>
    </a:lvl1pPr>
    <a:lvl2pPr marL="544251" algn="l" defTabSz="1088502" rtl="0" eaLnBrk="1" latinLnBrk="0" hangingPunct="1">
      <a:defRPr sz="2100" kern="1200">
        <a:solidFill>
          <a:schemeClr val="tx1"/>
        </a:solidFill>
        <a:latin typeface="+mn-lt"/>
        <a:ea typeface="+mn-ea"/>
        <a:cs typeface="+mn-cs"/>
      </a:defRPr>
    </a:lvl2pPr>
    <a:lvl3pPr marL="1088502" algn="l" defTabSz="1088502" rtl="0" eaLnBrk="1" latinLnBrk="0" hangingPunct="1">
      <a:defRPr sz="2100" kern="1200">
        <a:solidFill>
          <a:schemeClr val="tx1"/>
        </a:solidFill>
        <a:latin typeface="+mn-lt"/>
        <a:ea typeface="+mn-ea"/>
        <a:cs typeface="+mn-cs"/>
      </a:defRPr>
    </a:lvl3pPr>
    <a:lvl4pPr marL="1632753" algn="l" defTabSz="1088502" rtl="0" eaLnBrk="1" latinLnBrk="0" hangingPunct="1">
      <a:defRPr sz="2100" kern="1200">
        <a:solidFill>
          <a:schemeClr val="tx1"/>
        </a:solidFill>
        <a:latin typeface="+mn-lt"/>
        <a:ea typeface="+mn-ea"/>
        <a:cs typeface="+mn-cs"/>
      </a:defRPr>
    </a:lvl4pPr>
    <a:lvl5pPr marL="2177004" algn="l" defTabSz="1088502" rtl="0" eaLnBrk="1" latinLnBrk="0" hangingPunct="1">
      <a:defRPr sz="2100" kern="1200">
        <a:solidFill>
          <a:schemeClr val="tx1"/>
        </a:solidFill>
        <a:latin typeface="+mn-lt"/>
        <a:ea typeface="+mn-ea"/>
        <a:cs typeface="+mn-cs"/>
      </a:defRPr>
    </a:lvl5pPr>
    <a:lvl6pPr marL="2721254" algn="l" defTabSz="1088502" rtl="0" eaLnBrk="1" latinLnBrk="0" hangingPunct="1">
      <a:defRPr sz="2100" kern="1200">
        <a:solidFill>
          <a:schemeClr val="tx1"/>
        </a:solidFill>
        <a:latin typeface="+mn-lt"/>
        <a:ea typeface="+mn-ea"/>
        <a:cs typeface="+mn-cs"/>
      </a:defRPr>
    </a:lvl6pPr>
    <a:lvl7pPr marL="3265505" algn="l" defTabSz="1088502" rtl="0" eaLnBrk="1" latinLnBrk="0" hangingPunct="1">
      <a:defRPr sz="2100" kern="1200">
        <a:solidFill>
          <a:schemeClr val="tx1"/>
        </a:solidFill>
        <a:latin typeface="+mn-lt"/>
        <a:ea typeface="+mn-ea"/>
        <a:cs typeface="+mn-cs"/>
      </a:defRPr>
    </a:lvl7pPr>
    <a:lvl8pPr marL="3809756" algn="l" defTabSz="1088502" rtl="0" eaLnBrk="1" latinLnBrk="0" hangingPunct="1">
      <a:defRPr sz="2100" kern="1200">
        <a:solidFill>
          <a:schemeClr val="tx1"/>
        </a:solidFill>
        <a:latin typeface="+mn-lt"/>
        <a:ea typeface="+mn-ea"/>
        <a:cs typeface="+mn-cs"/>
      </a:defRPr>
    </a:lvl8pPr>
    <a:lvl9pPr marL="4354007" algn="l" defTabSz="1088502"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161">
          <p15:clr>
            <a:srgbClr val="A4A3A4"/>
          </p15:clr>
        </p15:guide>
        <p15:guide id="4"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30" autoAdjust="0"/>
  </p:normalViewPr>
  <p:slideViewPr>
    <p:cSldViewPr>
      <p:cViewPr varScale="1">
        <p:scale>
          <a:sx n="93" d="100"/>
          <a:sy n="93" d="100"/>
        </p:scale>
        <p:origin x="207" y="60"/>
      </p:cViewPr>
      <p:guideLst>
        <p:guide orient="horz" pos="2160"/>
        <p:guide pos="2880"/>
        <p:guide orient="horz" pos="216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400740-C5CD-4BDB-ADA3-F17BF29496B2}" type="datetimeFigureOut">
              <a:rPr lang="zh-CN" altLang="en-US" smtClean="0"/>
              <a:t>2024/8/6</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4365C7-DB03-4887-B683-9635F1650C19}" type="slidenum">
              <a:rPr lang="zh-CN" altLang="en-US" smtClean="0"/>
              <a:t>‹#›</a:t>
            </a:fld>
            <a:endParaRPr lang="zh-CN" altLang="en-US"/>
          </a:p>
        </p:txBody>
      </p:sp>
    </p:spTree>
    <p:extLst>
      <p:ext uri="{BB962C8B-B14F-4D97-AF65-F5344CB8AC3E}">
        <p14:creationId xmlns:p14="http://schemas.microsoft.com/office/powerpoint/2010/main" val="1885272492"/>
      </p:ext>
    </p:extLst>
  </p:cSld>
  <p:clrMap bg1="lt1" tx1="dk1" bg2="lt2" tx2="dk2" accent1="accent1" accent2="accent2" accent3="accent3" accent4="accent4" accent5="accent5" accent6="accent6" hlink="hlink" folHlink="folHlink"/>
  <p:notesStyle>
    <a:lvl1pPr marL="0" algn="l" defTabSz="1088502" rtl="0" eaLnBrk="1" latinLnBrk="0" hangingPunct="1">
      <a:defRPr sz="1400" kern="1200">
        <a:solidFill>
          <a:schemeClr val="tx1"/>
        </a:solidFill>
        <a:latin typeface="+mn-lt"/>
        <a:ea typeface="+mn-ea"/>
        <a:cs typeface="+mn-cs"/>
      </a:defRPr>
    </a:lvl1pPr>
    <a:lvl2pPr marL="544251" algn="l" defTabSz="1088502" rtl="0" eaLnBrk="1" latinLnBrk="0" hangingPunct="1">
      <a:defRPr sz="1400" kern="1200">
        <a:solidFill>
          <a:schemeClr val="tx1"/>
        </a:solidFill>
        <a:latin typeface="+mn-lt"/>
        <a:ea typeface="+mn-ea"/>
        <a:cs typeface="+mn-cs"/>
      </a:defRPr>
    </a:lvl2pPr>
    <a:lvl3pPr marL="1088502" algn="l" defTabSz="1088502" rtl="0" eaLnBrk="1" latinLnBrk="0" hangingPunct="1">
      <a:defRPr sz="1400" kern="1200">
        <a:solidFill>
          <a:schemeClr val="tx1"/>
        </a:solidFill>
        <a:latin typeface="+mn-lt"/>
        <a:ea typeface="+mn-ea"/>
        <a:cs typeface="+mn-cs"/>
      </a:defRPr>
    </a:lvl3pPr>
    <a:lvl4pPr marL="1632753" algn="l" defTabSz="1088502" rtl="0" eaLnBrk="1" latinLnBrk="0" hangingPunct="1">
      <a:defRPr sz="1400" kern="1200">
        <a:solidFill>
          <a:schemeClr val="tx1"/>
        </a:solidFill>
        <a:latin typeface="+mn-lt"/>
        <a:ea typeface="+mn-ea"/>
        <a:cs typeface="+mn-cs"/>
      </a:defRPr>
    </a:lvl4pPr>
    <a:lvl5pPr marL="2177004" algn="l" defTabSz="1088502" rtl="0" eaLnBrk="1" latinLnBrk="0" hangingPunct="1">
      <a:defRPr sz="1400" kern="1200">
        <a:solidFill>
          <a:schemeClr val="tx1"/>
        </a:solidFill>
        <a:latin typeface="+mn-lt"/>
        <a:ea typeface="+mn-ea"/>
        <a:cs typeface="+mn-cs"/>
      </a:defRPr>
    </a:lvl5pPr>
    <a:lvl6pPr marL="2721254" algn="l" defTabSz="1088502" rtl="0" eaLnBrk="1" latinLnBrk="0" hangingPunct="1">
      <a:defRPr sz="1400" kern="1200">
        <a:solidFill>
          <a:schemeClr val="tx1"/>
        </a:solidFill>
        <a:latin typeface="+mn-lt"/>
        <a:ea typeface="+mn-ea"/>
        <a:cs typeface="+mn-cs"/>
      </a:defRPr>
    </a:lvl6pPr>
    <a:lvl7pPr marL="3265505" algn="l" defTabSz="1088502" rtl="0" eaLnBrk="1" latinLnBrk="0" hangingPunct="1">
      <a:defRPr sz="1400" kern="1200">
        <a:solidFill>
          <a:schemeClr val="tx1"/>
        </a:solidFill>
        <a:latin typeface="+mn-lt"/>
        <a:ea typeface="+mn-ea"/>
        <a:cs typeface="+mn-cs"/>
      </a:defRPr>
    </a:lvl7pPr>
    <a:lvl8pPr marL="3809756" algn="l" defTabSz="1088502" rtl="0" eaLnBrk="1" latinLnBrk="0" hangingPunct="1">
      <a:defRPr sz="1400" kern="1200">
        <a:solidFill>
          <a:schemeClr val="tx1"/>
        </a:solidFill>
        <a:latin typeface="+mn-lt"/>
        <a:ea typeface="+mn-ea"/>
        <a:cs typeface="+mn-cs"/>
      </a:defRPr>
    </a:lvl8pPr>
    <a:lvl9pPr marL="4354007" algn="l" defTabSz="1088502"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A58E4953-1C93-460A-8083-2C463417532A}" type="slidenum">
              <a:rPr lang="zh-CN" altLang="en-US" sz="1200" smtClean="0">
                <a:latin typeface="Times New Roman" charset="0"/>
                <a:ea typeface="宋体" pitchFamily="2" charset="-122"/>
              </a:rPr>
              <a:pPr eaLnBrk="1" hangingPunct="1"/>
              <a:t>3</a:t>
            </a:fld>
            <a:endParaRPr lang="en-US" altLang="zh-CN" sz="1200">
              <a:latin typeface="Times New Roman" charset="0"/>
              <a:ea typeface="宋体" pitchFamily="2" charset="-122"/>
            </a:endParaRPr>
          </a:p>
        </p:txBody>
      </p:sp>
      <p:sp>
        <p:nvSpPr>
          <p:cNvPr id="78851" name="Rectangle 2"/>
          <p:cNvSpPr>
            <a:spLocks noGrp="1" noRot="1" noChangeAspect="1" noChangeArrowheads="1" noTextEdit="1"/>
          </p:cNvSpPr>
          <p:nvPr>
            <p:ph type="sldImg"/>
          </p:nvPr>
        </p:nvSpPr>
        <p:spPr>
          <a:xfrm>
            <a:off x="382588" y="685800"/>
            <a:ext cx="6092825" cy="3429000"/>
          </a:xfrm>
          <a:ln/>
        </p:spPr>
      </p:sp>
      <p:sp>
        <p:nvSpPr>
          <p:cNvPr id="78852"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E7DA7DA4-E4A7-4F93-A840-DFCAD7CEC06D}" type="slidenum">
              <a:rPr lang="zh-CN" altLang="en-US" sz="1200" smtClean="0">
                <a:latin typeface="Times New Roman" charset="0"/>
                <a:ea typeface="宋体" pitchFamily="2" charset="-122"/>
              </a:rPr>
              <a:pPr eaLnBrk="1" hangingPunct="1"/>
              <a:t>4</a:t>
            </a:fld>
            <a:endParaRPr lang="en-US" altLang="zh-CN" sz="1200">
              <a:latin typeface="Times New Roman" charset="0"/>
              <a:ea typeface="宋体" pitchFamily="2" charset="-122"/>
            </a:endParaRPr>
          </a:p>
        </p:txBody>
      </p:sp>
      <p:sp>
        <p:nvSpPr>
          <p:cNvPr id="79875" name="Rectangle 2"/>
          <p:cNvSpPr>
            <a:spLocks noGrp="1" noRot="1" noChangeAspect="1" noChangeArrowheads="1" noTextEdit="1"/>
          </p:cNvSpPr>
          <p:nvPr>
            <p:ph type="sldImg"/>
          </p:nvPr>
        </p:nvSpPr>
        <p:spPr>
          <a:xfrm>
            <a:off x="382588" y="685800"/>
            <a:ext cx="6092825" cy="3429000"/>
          </a:xfrm>
          <a:ln/>
        </p:spPr>
      </p:sp>
      <p:sp>
        <p:nvSpPr>
          <p:cNvPr id="7987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33949B4C-241D-47F8-A24F-067074D7E846}" type="slidenum">
              <a:rPr lang="zh-CN" altLang="en-US" sz="1200" smtClean="0">
                <a:latin typeface="Times New Roman" charset="0"/>
                <a:ea typeface="宋体" pitchFamily="2" charset="-122"/>
              </a:rPr>
              <a:pPr eaLnBrk="1" hangingPunct="1"/>
              <a:t>5</a:t>
            </a:fld>
            <a:endParaRPr lang="en-US" altLang="zh-CN" sz="1200">
              <a:latin typeface="Times New Roman" charset="0"/>
              <a:ea typeface="宋体" pitchFamily="2" charset="-122"/>
            </a:endParaRPr>
          </a:p>
        </p:txBody>
      </p:sp>
      <p:sp>
        <p:nvSpPr>
          <p:cNvPr id="81923" name="Rectangle 2"/>
          <p:cNvSpPr>
            <a:spLocks noGrp="1" noRot="1" noChangeAspect="1" noChangeArrowheads="1" noTextEdit="1"/>
          </p:cNvSpPr>
          <p:nvPr>
            <p:ph type="sldImg"/>
          </p:nvPr>
        </p:nvSpPr>
        <p:spPr>
          <a:xfrm>
            <a:off x="382588" y="685800"/>
            <a:ext cx="6092825" cy="3429000"/>
          </a:xfrm>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33FA9B5F-F0BB-4F5E-844E-8D51B75FA999}" type="slidenum">
              <a:rPr lang="zh-CN" altLang="en-US" sz="1200" smtClean="0">
                <a:latin typeface="Times New Roman" charset="0"/>
                <a:ea typeface="宋体" pitchFamily="2" charset="-122"/>
              </a:rPr>
              <a:pPr eaLnBrk="1" hangingPunct="1"/>
              <a:t>6</a:t>
            </a:fld>
            <a:endParaRPr lang="en-US" altLang="zh-CN" sz="1200">
              <a:latin typeface="Times New Roman" charset="0"/>
              <a:ea typeface="宋体" pitchFamily="2" charset="-122"/>
            </a:endParaRPr>
          </a:p>
        </p:txBody>
      </p:sp>
      <p:sp>
        <p:nvSpPr>
          <p:cNvPr id="82947" name="Rectangle 2"/>
          <p:cNvSpPr>
            <a:spLocks noGrp="1" noRot="1" noChangeAspect="1" noChangeArrowheads="1" noTextEdit="1"/>
          </p:cNvSpPr>
          <p:nvPr>
            <p:ph type="sldImg"/>
          </p:nvPr>
        </p:nvSpPr>
        <p:spPr>
          <a:xfrm>
            <a:off x="382588" y="685800"/>
            <a:ext cx="6092825" cy="3429000"/>
          </a:xfrm>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99BAF0CC-8DC4-46D4-8CA5-A2676322813A}" type="slidenum">
              <a:rPr lang="zh-CN" altLang="en-US" sz="1200" smtClean="0">
                <a:latin typeface="Times New Roman" charset="0"/>
                <a:ea typeface="宋体" pitchFamily="2" charset="-122"/>
              </a:rPr>
              <a:pPr eaLnBrk="1" hangingPunct="1"/>
              <a:t>8</a:t>
            </a:fld>
            <a:endParaRPr lang="en-US" altLang="zh-CN" sz="1200">
              <a:latin typeface="Times New Roman" charset="0"/>
              <a:ea typeface="宋体" pitchFamily="2" charset="-122"/>
            </a:endParaRPr>
          </a:p>
        </p:txBody>
      </p:sp>
      <p:sp>
        <p:nvSpPr>
          <p:cNvPr id="83971" name="Rectangle 2"/>
          <p:cNvSpPr>
            <a:spLocks noGrp="1" noRot="1" noChangeAspect="1" noChangeArrowheads="1" noTextEdit="1"/>
          </p:cNvSpPr>
          <p:nvPr>
            <p:ph type="sldImg"/>
          </p:nvPr>
        </p:nvSpPr>
        <p:spPr>
          <a:xfrm>
            <a:off x="382588" y="685800"/>
            <a:ext cx="6092825" cy="3429000"/>
          </a:xfrm>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08B7C73F-3C95-4B91-A714-215366F978A8}" type="slidenum">
              <a:rPr lang="zh-CN" altLang="en-US" sz="1200" smtClean="0">
                <a:latin typeface="Times New Roman" charset="0"/>
                <a:ea typeface="宋体" pitchFamily="2" charset="-122"/>
              </a:rPr>
              <a:pPr eaLnBrk="1" hangingPunct="1"/>
              <a:t>9</a:t>
            </a:fld>
            <a:endParaRPr lang="en-US" altLang="zh-CN" sz="1200">
              <a:latin typeface="Times New Roman" charset="0"/>
              <a:ea typeface="宋体" pitchFamily="2" charset="-122"/>
            </a:endParaRPr>
          </a:p>
        </p:txBody>
      </p:sp>
      <p:sp>
        <p:nvSpPr>
          <p:cNvPr id="84995" name="Rectangle 2"/>
          <p:cNvSpPr>
            <a:spLocks noGrp="1" noRot="1" noChangeAspect="1" noChangeArrowheads="1" noTextEdit="1"/>
          </p:cNvSpPr>
          <p:nvPr>
            <p:ph type="sldImg"/>
          </p:nvPr>
        </p:nvSpPr>
        <p:spPr>
          <a:xfrm>
            <a:off x="382588" y="685800"/>
            <a:ext cx="6092825" cy="3429000"/>
          </a:xfrm>
          <a:ln/>
        </p:spPr>
      </p:sp>
      <p:sp>
        <p:nvSpPr>
          <p:cNvPr id="8499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43DA4569-5623-46BD-A1D2-47608A2CC92E}" type="slidenum">
              <a:rPr lang="zh-CN" altLang="en-US" sz="1200" smtClean="0">
                <a:latin typeface="Times New Roman" charset="0"/>
                <a:ea typeface="宋体" pitchFamily="2" charset="-122"/>
              </a:rPr>
              <a:pPr eaLnBrk="1" hangingPunct="1"/>
              <a:t>10</a:t>
            </a:fld>
            <a:endParaRPr lang="en-US" altLang="zh-CN" sz="1200">
              <a:latin typeface="Times New Roman" charset="0"/>
              <a:ea typeface="宋体" pitchFamily="2" charset="-122"/>
            </a:endParaRPr>
          </a:p>
        </p:txBody>
      </p:sp>
      <p:sp>
        <p:nvSpPr>
          <p:cNvPr id="86019" name="Rectangle 2"/>
          <p:cNvSpPr>
            <a:spLocks noGrp="1" noRot="1" noChangeAspect="1" noChangeArrowheads="1" noTextEdit="1"/>
          </p:cNvSpPr>
          <p:nvPr>
            <p:ph type="sldImg"/>
          </p:nvPr>
        </p:nvSpPr>
        <p:spPr>
          <a:xfrm>
            <a:off x="382588" y="685800"/>
            <a:ext cx="6092825" cy="3429000"/>
          </a:xfrm>
          <a:ln/>
        </p:spPr>
      </p:sp>
      <p:sp>
        <p:nvSpPr>
          <p:cNvPr id="86020"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18AB5B61-660D-4735-B10F-CF1409112EFD}" type="slidenum">
              <a:rPr lang="zh-CN" altLang="en-US" sz="1200" smtClean="0">
                <a:latin typeface="Times New Roman" charset="0"/>
                <a:ea typeface="宋体" pitchFamily="2" charset="-122"/>
              </a:rPr>
              <a:pPr eaLnBrk="1" hangingPunct="1"/>
              <a:t>11</a:t>
            </a:fld>
            <a:endParaRPr lang="en-US" altLang="zh-CN" sz="1200">
              <a:latin typeface="Times New Roman" charset="0"/>
              <a:ea typeface="宋体" pitchFamily="2" charset="-122"/>
            </a:endParaRPr>
          </a:p>
        </p:txBody>
      </p:sp>
      <p:sp>
        <p:nvSpPr>
          <p:cNvPr id="87043" name="Rectangle 2"/>
          <p:cNvSpPr>
            <a:spLocks noGrp="1" noRot="1" noChangeAspect="1" noChangeArrowheads="1" noTextEdit="1"/>
          </p:cNvSpPr>
          <p:nvPr>
            <p:ph type="sldImg"/>
          </p:nvPr>
        </p:nvSpPr>
        <p:spPr>
          <a:xfrm>
            <a:off x="382588" y="685800"/>
            <a:ext cx="6092825" cy="3429000"/>
          </a:xfrm>
          <a:ln/>
        </p:spPr>
      </p:sp>
      <p:sp>
        <p:nvSpPr>
          <p:cNvPr id="87044"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1F3E23FA-5372-43E0-86AF-53D1A4A9C8F6}" type="slidenum">
              <a:rPr lang="zh-CN" altLang="en-US" sz="1200" smtClean="0">
                <a:latin typeface="Times New Roman" charset="0"/>
                <a:ea typeface="宋体" pitchFamily="2" charset="-122"/>
              </a:rPr>
              <a:pPr eaLnBrk="1" hangingPunct="1"/>
              <a:t>12</a:t>
            </a:fld>
            <a:endParaRPr lang="en-US" altLang="zh-CN" sz="1200">
              <a:latin typeface="Times New Roman" charset="0"/>
              <a:ea typeface="宋体" pitchFamily="2" charset="-122"/>
            </a:endParaRPr>
          </a:p>
        </p:txBody>
      </p:sp>
      <p:sp>
        <p:nvSpPr>
          <p:cNvPr id="88067" name="Rectangle 2"/>
          <p:cNvSpPr>
            <a:spLocks noGrp="1" noRot="1" noChangeAspect="1" noChangeArrowheads="1" noTextEdit="1"/>
          </p:cNvSpPr>
          <p:nvPr>
            <p:ph type="sldImg"/>
          </p:nvPr>
        </p:nvSpPr>
        <p:spPr>
          <a:xfrm>
            <a:off x="382588" y="685800"/>
            <a:ext cx="6092825" cy="3429000"/>
          </a:xfrm>
          <a:ln/>
        </p:spPr>
      </p:sp>
      <p:sp>
        <p:nvSpPr>
          <p:cNvPr id="88068"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629550A6-8E48-48C9-BD2D-D51C03F814BA}" type="slidenum">
              <a:rPr lang="zh-CN" altLang="en-US" sz="1200" smtClean="0">
                <a:latin typeface="Times New Roman" charset="0"/>
                <a:ea typeface="宋体" pitchFamily="2" charset="-122"/>
              </a:rPr>
              <a:pPr eaLnBrk="1" hangingPunct="1"/>
              <a:t>13</a:t>
            </a:fld>
            <a:endParaRPr lang="en-US" altLang="zh-CN" sz="1200">
              <a:latin typeface="Times New Roman" charset="0"/>
              <a:ea typeface="宋体" pitchFamily="2" charset="-122"/>
            </a:endParaRPr>
          </a:p>
        </p:txBody>
      </p:sp>
      <p:sp>
        <p:nvSpPr>
          <p:cNvPr id="89091" name="Rectangle 2"/>
          <p:cNvSpPr>
            <a:spLocks noGrp="1" noRot="1" noChangeAspect="1" noChangeArrowheads="1" noTextEdit="1"/>
          </p:cNvSpPr>
          <p:nvPr>
            <p:ph type="sldImg"/>
          </p:nvPr>
        </p:nvSpPr>
        <p:spPr>
          <a:xfrm>
            <a:off x="382588" y="685800"/>
            <a:ext cx="6092825" cy="3429000"/>
          </a:xfrm>
          <a:ln/>
        </p:spPr>
      </p:sp>
      <p:sp>
        <p:nvSpPr>
          <p:cNvPr id="89092"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1B56D809-FED3-4DD7-B63E-97023BEBF917}" type="slidenum">
              <a:rPr lang="zh-CN" altLang="en-US" sz="1200" smtClean="0">
                <a:latin typeface="Times New Roman" charset="0"/>
                <a:ea typeface="宋体" pitchFamily="2" charset="-122"/>
              </a:rPr>
              <a:pPr eaLnBrk="1" hangingPunct="1"/>
              <a:t>14</a:t>
            </a:fld>
            <a:endParaRPr lang="en-US" altLang="zh-CN" sz="1200">
              <a:latin typeface="Times New Roman" charset="0"/>
              <a:ea typeface="宋体" pitchFamily="2" charset="-122"/>
            </a:endParaRPr>
          </a:p>
        </p:txBody>
      </p:sp>
      <p:sp>
        <p:nvSpPr>
          <p:cNvPr id="90115" name="Rectangle 2"/>
          <p:cNvSpPr>
            <a:spLocks noGrp="1" noRot="1" noChangeAspect="1" noChangeArrowheads="1" noTextEdit="1"/>
          </p:cNvSpPr>
          <p:nvPr>
            <p:ph type="sldImg"/>
          </p:nvPr>
        </p:nvSpPr>
        <p:spPr>
          <a:xfrm>
            <a:off x="382588" y="685800"/>
            <a:ext cx="6092825" cy="3429000"/>
          </a:xfrm>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C6B434C0-2990-4300-869F-DC86734F6946}" type="slidenum">
              <a:rPr lang="zh-CN" altLang="en-US" sz="1200">
                <a:solidFill>
                  <a:prstClr val="black"/>
                </a:solidFill>
                <a:latin typeface="Times New Roman" charset="0"/>
                <a:ea typeface="宋体" pitchFamily="2" charset="-122"/>
              </a:rPr>
              <a:pPr eaLnBrk="1" hangingPunct="1"/>
              <a:t>16</a:t>
            </a:fld>
            <a:endParaRPr lang="en-US" altLang="zh-CN" sz="1200">
              <a:solidFill>
                <a:prstClr val="black"/>
              </a:solidFill>
              <a:latin typeface="Times New Roman" charset="0"/>
              <a:ea typeface="宋体" pitchFamily="2" charset="-122"/>
            </a:endParaRPr>
          </a:p>
        </p:txBody>
      </p:sp>
      <p:sp>
        <p:nvSpPr>
          <p:cNvPr id="94211" name="Rectangle 2"/>
          <p:cNvSpPr>
            <a:spLocks noGrp="1" noRot="1" noChangeAspect="1" noChangeArrowheads="1" noTextEdit="1"/>
          </p:cNvSpPr>
          <p:nvPr>
            <p:ph type="sldImg"/>
          </p:nvPr>
        </p:nvSpPr>
        <p:spPr>
          <a:xfrm>
            <a:off x="382588" y="685800"/>
            <a:ext cx="6092825" cy="3429000"/>
          </a:xfrm>
          <a:ln/>
        </p:spPr>
      </p:sp>
      <p:sp>
        <p:nvSpPr>
          <p:cNvPr id="94212"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F6FC1E84-EE5B-4ABB-AC10-E25B3E984E7B}" type="slidenum">
              <a:rPr lang="zh-CN" altLang="en-US" sz="1200" smtClean="0">
                <a:latin typeface="Times New Roman" charset="0"/>
                <a:ea typeface="宋体" pitchFamily="2" charset="-122"/>
              </a:rPr>
              <a:pPr eaLnBrk="1" hangingPunct="1"/>
              <a:t>30</a:t>
            </a:fld>
            <a:endParaRPr lang="en-US" altLang="zh-CN" sz="1200">
              <a:latin typeface="Times New Roman" charset="0"/>
              <a:ea typeface="宋体" pitchFamily="2" charset="-122"/>
            </a:endParaRPr>
          </a:p>
        </p:txBody>
      </p:sp>
      <p:sp>
        <p:nvSpPr>
          <p:cNvPr id="105475" name="Rectangle 2"/>
          <p:cNvSpPr>
            <a:spLocks noGrp="1" noRot="1" noChangeAspect="1" noChangeArrowheads="1" noTextEdit="1"/>
          </p:cNvSpPr>
          <p:nvPr>
            <p:ph type="sldImg"/>
          </p:nvPr>
        </p:nvSpPr>
        <p:spPr>
          <a:xfrm>
            <a:off x="382588" y="685800"/>
            <a:ext cx="6092825" cy="3429000"/>
          </a:xfrm>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02273389-FAC5-4D71-8EE6-1CC593D99F19}" type="slidenum">
              <a:rPr lang="zh-CN" altLang="en-US" sz="1200" smtClean="0">
                <a:latin typeface="Times New Roman" charset="0"/>
                <a:ea typeface="宋体" pitchFamily="2" charset="-122"/>
              </a:rPr>
              <a:pPr eaLnBrk="1" hangingPunct="1"/>
              <a:t>31</a:t>
            </a:fld>
            <a:endParaRPr lang="en-US" altLang="zh-CN" sz="1200">
              <a:latin typeface="Times New Roman" charset="0"/>
              <a:ea typeface="宋体" pitchFamily="2" charset="-122"/>
            </a:endParaRPr>
          </a:p>
        </p:txBody>
      </p:sp>
      <p:sp>
        <p:nvSpPr>
          <p:cNvPr id="106499" name="Rectangle 2"/>
          <p:cNvSpPr>
            <a:spLocks noGrp="1" noRot="1" noChangeAspect="1" noChangeArrowheads="1" noTextEdit="1"/>
          </p:cNvSpPr>
          <p:nvPr>
            <p:ph type="sldImg"/>
          </p:nvPr>
        </p:nvSpPr>
        <p:spPr>
          <a:xfrm>
            <a:off x="382588" y="685800"/>
            <a:ext cx="6092825" cy="3429000"/>
          </a:xfrm>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47074A21-0993-443F-9ECA-9B49C647186B}" type="slidenum">
              <a:rPr lang="zh-CN" altLang="en-US" sz="1200" smtClean="0">
                <a:latin typeface="Times New Roman" charset="0"/>
                <a:ea typeface="宋体" pitchFamily="2" charset="-122"/>
              </a:rPr>
              <a:pPr eaLnBrk="1" hangingPunct="1"/>
              <a:t>32</a:t>
            </a:fld>
            <a:endParaRPr lang="en-US" altLang="zh-CN" sz="1200">
              <a:latin typeface="Times New Roman" charset="0"/>
              <a:ea typeface="宋体" pitchFamily="2" charset="-122"/>
            </a:endParaRPr>
          </a:p>
        </p:txBody>
      </p:sp>
      <p:sp>
        <p:nvSpPr>
          <p:cNvPr id="107523" name="Rectangle 2"/>
          <p:cNvSpPr>
            <a:spLocks noGrp="1" noRot="1" noChangeAspect="1" noChangeArrowheads="1" noTextEdit="1"/>
          </p:cNvSpPr>
          <p:nvPr>
            <p:ph type="sldImg"/>
          </p:nvPr>
        </p:nvSpPr>
        <p:spPr>
          <a:xfrm>
            <a:off x="382588" y="685800"/>
            <a:ext cx="6092825" cy="3429000"/>
          </a:xfrm>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B67F195A-3816-4C4A-BF4B-718DAE674EF8}" type="slidenum">
              <a:rPr lang="zh-CN" altLang="en-US" sz="1200" smtClean="0">
                <a:latin typeface="Times New Roman" charset="0"/>
                <a:ea typeface="宋体" pitchFamily="2" charset="-122"/>
              </a:rPr>
              <a:pPr eaLnBrk="1" hangingPunct="1"/>
              <a:t>33</a:t>
            </a:fld>
            <a:endParaRPr lang="en-US" altLang="zh-CN" sz="1200">
              <a:latin typeface="Times New Roman" charset="0"/>
              <a:ea typeface="宋体" pitchFamily="2" charset="-122"/>
            </a:endParaRPr>
          </a:p>
        </p:txBody>
      </p:sp>
      <p:sp>
        <p:nvSpPr>
          <p:cNvPr id="108547" name="Rectangle 2"/>
          <p:cNvSpPr>
            <a:spLocks noGrp="1" noRot="1" noChangeAspect="1" noChangeArrowheads="1" noTextEdit="1"/>
          </p:cNvSpPr>
          <p:nvPr>
            <p:ph type="sldImg"/>
          </p:nvPr>
        </p:nvSpPr>
        <p:spPr>
          <a:xfrm>
            <a:off x="382588" y="685800"/>
            <a:ext cx="6092825" cy="3429000"/>
          </a:xfrm>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140E319C-109F-48A4-9BED-AB00D7C47808}" type="slidenum">
              <a:rPr lang="zh-CN" altLang="en-US" sz="1200" smtClean="0">
                <a:latin typeface="Times New Roman" charset="0"/>
                <a:ea typeface="宋体" pitchFamily="2" charset="-122"/>
              </a:rPr>
              <a:pPr eaLnBrk="1" hangingPunct="1"/>
              <a:t>34</a:t>
            </a:fld>
            <a:endParaRPr lang="en-US" altLang="zh-CN" sz="1200">
              <a:latin typeface="Times New Roman" charset="0"/>
              <a:ea typeface="宋体" pitchFamily="2" charset="-122"/>
            </a:endParaRPr>
          </a:p>
        </p:txBody>
      </p:sp>
      <p:sp>
        <p:nvSpPr>
          <p:cNvPr id="109571" name="Rectangle 2"/>
          <p:cNvSpPr>
            <a:spLocks noGrp="1" noRot="1" noChangeAspect="1" noChangeArrowheads="1" noTextEdit="1"/>
          </p:cNvSpPr>
          <p:nvPr>
            <p:ph type="sldImg"/>
          </p:nvPr>
        </p:nvSpPr>
        <p:spPr>
          <a:xfrm>
            <a:off x="382588" y="685800"/>
            <a:ext cx="6092825" cy="3429000"/>
          </a:xfrm>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6C852187-168F-424D-AEA2-6937ED7B2B9B}" type="slidenum">
              <a:rPr lang="zh-CN" altLang="en-US" sz="1200" smtClean="0">
                <a:latin typeface="Times New Roman" charset="0"/>
                <a:ea typeface="宋体" pitchFamily="2" charset="-122"/>
              </a:rPr>
              <a:pPr eaLnBrk="1" hangingPunct="1"/>
              <a:t>35</a:t>
            </a:fld>
            <a:endParaRPr lang="en-US" altLang="zh-CN" sz="1200">
              <a:latin typeface="Times New Roman" charset="0"/>
              <a:ea typeface="宋体" pitchFamily="2" charset="-122"/>
            </a:endParaRPr>
          </a:p>
        </p:txBody>
      </p:sp>
      <p:sp>
        <p:nvSpPr>
          <p:cNvPr id="110595" name="Rectangle 2"/>
          <p:cNvSpPr>
            <a:spLocks noGrp="1" noRot="1" noChangeAspect="1" noChangeArrowheads="1" noTextEdit="1"/>
          </p:cNvSpPr>
          <p:nvPr>
            <p:ph type="sldImg"/>
          </p:nvPr>
        </p:nvSpPr>
        <p:spPr>
          <a:xfrm>
            <a:off x="382588" y="685800"/>
            <a:ext cx="6092825" cy="3429000"/>
          </a:xfrm>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04C444C5-9A4D-4B64-9A04-5AF4C1EA155E}" type="slidenum">
              <a:rPr lang="zh-CN" altLang="en-US" sz="1200" smtClean="0">
                <a:latin typeface="Times New Roman" charset="0"/>
                <a:ea typeface="宋体" pitchFamily="2" charset="-122"/>
              </a:rPr>
              <a:pPr eaLnBrk="1" hangingPunct="1"/>
              <a:t>36</a:t>
            </a:fld>
            <a:endParaRPr lang="en-US" altLang="zh-CN" sz="1200">
              <a:latin typeface="Times New Roman" charset="0"/>
              <a:ea typeface="宋体" pitchFamily="2" charset="-122"/>
            </a:endParaRPr>
          </a:p>
        </p:txBody>
      </p:sp>
      <p:sp>
        <p:nvSpPr>
          <p:cNvPr id="111619" name="Rectangle 2"/>
          <p:cNvSpPr>
            <a:spLocks noGrp="1" noRot="1" noChangeAspect="1" noChangeArrowheads="1" noTextEdit="1"/>
          </p:cNvSpPr>
          <p:nvPr>
            <p:ph type="sldImg"/>
          </p:nvPr>
        </p:nvSpPr>
        <p:spPr>
          <a:xfrm>
            <a:off x="382588" y="685800"/>
            <a:ext cx="6092825" cy="3429000"/>
          </a:xfrm>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2ED975E4-A963-4BB3-ACD2-F20ECA317C8A}" type="slidenum">
              <a:rPr lang="zh-CN" altLang="en-US" sz="1200" smtClean="0">
                <a:latin typeface="Times New Roman" charset="0"/>
                <a:ea typeface="宋体" pitchFamily="2" charset="-122"/>
              </a:rPr>
              <a:pPr eaLnBrk="1" hangingPunct="1"/>
              <a:t>37</a:t>
            </a:fld>
            <a:endParaRPr lang="en-US" altLang="zh-CN" sz="1200">
              <a:latin typeface="Times New Roman" charset="0"/>
              <a:ea typeface="宋体" pitchFamily="2" charset="-122"/>
            </a:endParaRPr>
          </a:p>
        </p:txBody>
      </p:sp>
      <p:sp>
        <p:nvSpPr>
          <p:cNvPr id="112643" name="Rectangle 2"/>
          <p:cNvSpPr>
            <a:spLocks noGrp="1" noRot="1" noChangeAspect="1" noChangeArrowheads="1" noTextEdit="1"/>
          </p:cNvSpPr>
          <p:nvPr>
            <p:ph type="sldImg"/>
          </p:nvPr>
        </p:nvSpPr>
        <p:spPr>
          <a:xfrm>
            <a:off x="382588" y="685800"/>
            <a:ext cx="6092825" cy="3429000"/>
          </a:xfrm>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226089C6-2493-4ED3-B9EC-FAF7EAEE12CB}" type="slidenum">
              <a:rPr lang="zh-CN" altLang="en-US" sz="1200" smtClean="0">
                <a:latin typeface="Times New Roman" charset="0"/>
                <a:ea typeface="宋体" pitchFamily="2" charset="-122"/>
              </a:rPr>
              <a:pPr eaLnBrk="1" hangingPunct="1"/>
              <a:t>38</a:t>
            </a:fld>
            <a:endParaRPr lang="en-US" altLang="zh-CN" sz="1200">
              <a:latin typeface="Times New Roman" charset="0"/>
              <a:ea typeface="宋体" pitchFamily="2" charset="-122"/>
            </a:endParaRPr>
          </a:p>
        </p:txBody>
      </p:sp>
      <p:sp>
        <p:nvSpPr>
          <p:cNvPr id="113667" name="Rectangle 2"/>
          <p:cNvSpPr>
            <a:spLocks noGrp="1" noRot="1" noChangeAspect="1" noChangeArrowheads="1" noTextEdit="1"/>
          </p:cNvSpPr>
          <p:nvPr>
            <p:ph type="sldImg"/>
          </p:nvPr>
        </p:nvSpPr>
        <p:spPr>
          <a:xfrm>
            <a:off x="382588" y="685800"/>
            <a:ext cx="6092825" cy="3429000"/>
          </a:xfrm>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a:xfrm>
            <a:off x="382588" y="685800"/>
            <a:ext cx="6092825" cy="3429000"/>
          </a:xfrm>
          <a:ln/>
        </p:spPr>
      </p:sp>
      <p:sp>
        <p:nvSpPr>
          <p:cNvPr id="1146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Times New Roman" charset="0"/>
              </a:rPr>
              <a:t>2</a:t>
            </a:r>
            <a:r>
              <a:rPr lang="zh-CN" altLang="en-US">
                <a:latin typeface="Times New Roman" charset="0"/>
              </a:rPr>
              <a:t>是碉堡，</a:t>
            </a:r>
            <a:r>
              <a:rPr lang="en-US" altLang="zh-CN">
                <a:latin typeface="Times New Roman" charset="0"/>
              </a:rPr>
              <a:t>1</a:t>
            </a:r>
            <a:r>
              <a:rPr lang="zh-CN" altLang="en-US">
                <a:latin typeface="Times New Roman" charset="0"/>
              </a:rPr>
              <a:t>是墙壁</a:t>
            </a:r>
          </a:p>
        </p:txBody>
      </p:sp>
      <p:sp>
        <p:nvSpPr>
          <p:cNvPr id="1146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0982B587-AF5C-453C-AD1A-B96C8821394E}" type="slidenum">
              <a:rPr lang="zh-CN" altLang="en-US" sz="1200" smtClean="0">
                <a:latin typeface="Times New Roman" charset="0"/>
                <a:ea typeface="宋体" pitchFamily="2" charset="-122"/>
              </a:rPr>
              <a:pPr eaLnBrk="1" hangingPunct="1"/>
              <a:t>39</a:t>
            </a:fld>
            <a:endParaRPr lang="en-US" altLang="zh-CN" sz="1200">
              <a:latin typeface="Times New Roman" charset="0"/>
              <a:ea typeface="宋体"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C4C1CB0F-89AB-4640-AC2E-BF9C3FCC2B61}" type="slidenum">
              <a:rPr lang="zh-CN" altLang="en-US" sz="1200" smtClean="0">
                <a:latin typeface="Times New Roman" charset="0"/>
                <a:ea typeface="宋体" pitchFamily="2" charset="-122"/>
              </a:rPr>
              <a:pPr eaLnBrk="1" hangingPunct="1"/>
              <a:t>41</a:t>
            </a:fld>
            <a:endParaRPr lang="en-US" altLang="zh-CN" sz="1200">
              <a:latin typeface="Times New Roman" charset="0"/>
              <a:ea typeface="宋体" pitchFamily="2" charset="-122"/>
            </a:endParaRPr>
          </a:p>
        </p:txBody>
      </p:sp>
      <p:sp>
        <p:nvSpPr>
          <p:cNvPr id="115715" name="Rectangle 2"/>
          <p:cNvSpPr>
            <a:spLocks noGrp="1" noRot="1" noChangeAspect="1" noChangeArrowheads="1" noTextEdit="1"/>
          </p:cNvSpPr>
          <p:nvPr>
            <p:ph type="sldImg"/>
          </p:nvPr>
        </p:nvSpPr>
        <p:spPr>
          <a:xfrm>
            <a:off x="382588" y="685800"/>
            <a:ext cx="6092825" cy="3429000"/>
          </a:xfrm>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64365C7-DB03-4887-B683-9635F1650C19}" type="slidenum">
              <a:rPr lang="zh-CN" altLang="en-US" smtClean="0"/>
              <a:t>42</a:t>
            </a:fld>
            <a:endParaRPr lang="zh-CN" altLang="en-US"/>
          </a:p>
        </p:txBody>
      </p:sp>
    </p:spTree>
    <p:extLst>
      <p:ext uri="{BB962C8B-B14F-4D97-AF65-F5344CB8AC3E}">
        <p14:creationId xmlns:p14="http://schemas.microsoft.com/office/powerpoint/2010/main" val="38490317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59479EB7-652D-4A92-80A3-42CC49CC298E}" type="slidenum">
              <a:rPr lang="zh-CN" altLang="en-US" sz="1200" smtClean="0">
                <a:latin typeface="Times New Roman" charset="0"/>
                <a:ea typeface="宋体" pitchFamily="2" charset="-122"/>
              </a:rPr>
              <a:pPr eaLnBrk="1" hangingPunct="1"/>
              <a:t>43</a:t>
            </a:fld>
            <a:endParaRPr lang="en-US" altLang="zh-CN" sz="1200">
              <a:latin typeface="Times New Roman" charset="0"/>
              <a:ea typeface="宋体" pitchFamily="2" charset="-122"/>
            </a:endParaRPr>
          </a:p>
        </p:txBody>
      </p:sp>
      <p:sp>
        <p:nvSpPr>
          <p:cNvPr id="117763" name="Rectangle 2"/>
          <p:cNvSpPr>
            <a:spLocks noGrp="1" noRot="1" noChangeAspect="1" noChangeArrowheads="1" noTextEdit="1"/>
          </p:cNvSpPr>
          <p:nvPr>
            <p:ph type="sldImg"/>
          </p:nvPr>
        </p:nvSpPr>
        <p:spPr>
          <a:xfrm>
            <a:off x="382588" y="685800"/>
            <a:ext cx="6092825" cy="3429000"/>
          </a:xfrm>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6E2A0576-9635-408F-858E-50F48E21FFED}" type="slidenum">
              <a:rPr lang="zh-CN" altLang="en-US" sz="1200" smtClean="0">
                <a:latin typeface="Times New Roman" charset="0"/>
                <a:ea typeface="宋体" pitchFamily="2" charset="-122"/>
              </a:rPr>
              <a:pPr eaLnBrk="1" hangingPunct="1"/>
              <a:t>44</a:t>
            </a:fld>
            <a:endParaRPr lang="en-US" altLang="zh-CN" sz="1200">
              <a:latin typeface="Times New Roman" charset="0"/>
              <a:ea typeface="宋体" pitchFamily="2" charset="-122"/>
            </a:endParaRPr>
          </a:p>
        </p:txBody>
      </p:sp>
      <p:sp>
        <p:nvSpPr>
          <p:cNvPr id="118787" name="Rectangle 2"/>
          <p:cNvSpPr>
            <a:spLocks noGrp="1" noRot="1" noChangeAspect="1" noChangeArrowheads="1" noTextEdit="1"/>
          </p:cNvSpPr>
          <p:nvPr>
            <p:ph type="sldImg"/>
          </p:nvPr>
        </p:nvSpPr>
        <p:spPr>
          <a:xfrm>
            <a:off x="382588" y="685800"/>
            <a:ext cx="6092825" cy="3429000"/>
          </a:xfrm>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47E67404-3C8B-4F0C-8B38-63CC34573CCE}" type="slidenum">
              <a:rPr lang="zh-CN" altLang="en-US" sz="1200" smtClean="0">
                <a:latin typeface="Times New Roman" charset="0"/>
                <a:ea typeface="宋体" pitchFamily="2" charset="-122"/>
              </a:rPr>
              <a:pPr eaLnBrk="1" hangingPunct="1"/>
              <a:t>45</a:t>
            </a:fld>
            <a:endParaRPr lang="en-US" altLang="zh-CN" sz="1200">
              <a:latin typeface="Times New Roman" charset="0"/>
              <a:ea typeface="宋体" pitchFamily="2" charset="-122"/>
            </a:endParaRPr>
          </a:p>
        </p:txBody>
      </p:sp>
      <p:sp>
        <p:nvSpPr>
          <p:cNvPr id="119811" name="Rectangle 2"/>
          <p:cNvSpPr>
            <a:spLocks noGrp="1" noRot="1" noChangeAspect="1" noChangeArrowheads="1" noTextEdit="1"/>
          </p:cNvSpPr>
          <p:nvPr>
            <p:ph type="sldImg"/>
          </p:nvPr>
        </p:nvSpPr>
        <p:spPr>
          <a:xfrm>
            <a:off x="382588" y="685800"/>
            <a:ext cx="6092825" cy="3429000"/>
          </a:xfrm>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a:xfrm>
            <a:off x="382588" y="685800"/>
            <a:ext cx="6092825" cy="3429000"/>
          </a:xfrm>
          <a:ln/>
        </p:spPr>
      </p:sp>
      <p:sp>
        <p:nvSpPr>
          <p:cNvPr id="1208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charset="0"/>
            </a:endParaRPr>
          </a:p>
        </p:txBody>
      </p:sp>
      <p:sp>
        <p:nvSpPr>
          <p:cNvPr id="1208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7B3B09E3-D8D9-4409-AD09-28F0FE71FE8E}" type="slidenum">
              <a:rPr lang="zh-CN" altLang="en-US" sz="1200" smtClean="0">
                <a:latin typeface="Times New Roman" charset="0"/>
                <a:ea typeface="宋体" pitchFamily="2" charset="-122"/>
              </a:rPr>
              <a:pPr eaLnBrk="1" hangingPunct="1"/>
              <a:t>47</a:t>
            </a:fld>
            <a:endParaRPr lang="en-US" altLang="zh-CN" sz="1200">
              <a:latin typeface="Times New Roman" charset="0"/>
              <a:ea typeface="宋体"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ABC78EAE-7505-4EDE-B44D-25193E889919}" type="slidenum">
              <a:rPr lang="zh-CN" altLang="en-US" sz="1200" smtClean="0">
                <a:latin typeface="Times New Roman" charset="0"/>
                <a:ea typeface="宋体" pitchFamily="2" charset="-122"/>
              </a:rPr>
              <a:pPr eaLnBrk="1" hangingPunct="1"/>
              <a:t>48</a:t>
            </a:fld>
            <a:endParaRPr lang="en-US" altLang="zh-CN" sz="1200">
              <a:latin typeface="Times New Roman" charset="0"/>
              <a:ea typeface="宋体" pitchFamily="2" charset="-122"/>
            </a:endParaRPr>
          </a:p>
        </p:txBody>
      </p:sp>
      <p:sp>
        <p:nvSpPr>
          <p:cNvPr id="121859" name="Rectangle 2"/>
          <p:cNvSpPr>
            <a:spLocks noGrp="1" noRot="1" noChangeAspect="1" noChangeArrowheads="1" noTextEdit="1"/>
          </p:cNvSpPr>
          <p:nvPr>
            <p:ph type="sldImg"/>
          </p:nvPr>
        </p:nvSpPr>
        <p:spPr>
          <a:xfrm>
            <a:off x="382588" y="685800"/>
            <a:ext cx="6092825" cy="3429000"/>
          </a:xfrm>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66E101D7-B99C-4185-B7BF-4F89F377D44F}" type="slidenum">
              <a:rPr lang="zh-CN" altLang="en-US" sz="1200" smtClean="0">
                <a:latin typeface="Times New Roman" charset="0"/>
                <a:ea typeface="宋体" pitchFamily="2" charset="-122"/>
              </a:rPr>
              <a:pPr eaLnBrk="1" hangingPunct="1"/>
              <a:t>49</a:t>
            </a:fld>
            <a:endParaRPr lang="en-US" altLang="zh-CN" sz="1200">
              <a:latin typeface="Times New Roman" charset="0"/>
              <a:ea typeface="宋体" pitchFamily="2" charset="-122"/>
            </a:endParaRPr>
          </a:p>
        </p:txBody>
      </p:sp>
      <p:sp>
        <p:nvSpPr>
          <p:cNvPr id="122883" name="Rectangle 2"/>
          <p:cNvSpPr>
            <a:spLocks noGrp="1" noRot="1" noChangeAspect="1" noChangeArrowheads="1" noTextEdit="1"/>
          </p:cNvSpPr>
          <p:nvPr>
            <p:ph type="sldImg"/>
          </p:nvPr>
        </p:nvSpPr>
        <p:spPr>
          <a:xfrm>
            <a:off x="382588" y="685800"/>
            <a:ext cx="6092825" cy="3429000"/>
          </a:xfrm>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B769FF64-5B16-462B-ACE8-29B7E963D917}" type="slidenum">
              <a:rPr lang="zh-CN" altLang="en-US" sz="1200" smtClean="0">
                <a:latin typeface="Times New Roman" charset="0"/>
                <a:ea typeface="宋体" pitchFamily="2" charset="-122"/>
              </a:rPr>
              <a:pPr eaLnBrk="1" hangingPunct="1"/>
              <a:t>50</a:t>
            </a:fld>
            <a:endParaRPr lang="en-US" altLang="zh-CN" sz="1200">
              <a:latin typeface="Times New Roman" charset="0"/>
              <a:ea typeface="宋体" pitchFamily="2" charset="-122"/>
            </a:endParaRPr>
          </a:p>
        </p:txBody>
      </p:sp>
      <p:sp>
        <p:nvSpPr>
          <p:cNvPr id="123907" name="Rectangle 2"/>
          <p:cNvSpPr>
            <a:spLocks noGrp="1" noRot="1" noChangeAspect="1" noChangeArrowheads="1" noTextEdit="1"/>
          </p:cNvSpPr>
          <p:nvPr>
            <p:ph type="sldImg"/>
          </p:nvPr>
        </p:nvSpPr>
        <p:spPr>
          <a:xfrm>
            <a:off x="382588" y="685800"/>
            <a:ext cx="6092825" cy="3429000"/>
          </a:xfrm>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F96FED53-5DF6-4903-A390-145F8C92C51F}" type="slidenum">
              <a:rPr lang="zh-CN" altLang="en-US" sz="1200" smtClean="0">
                <a:latin typeface="Times New Roman" charset="0"/>
                <a:ea typeface="宋体" pitchFamily="2" charset="-122"/>
              </a:rPr>
              <a:pPr eaLnBrk="1" hangingPunct="1"/>
              <a:t>51</a:t>
            </a:fld>
            <a:endParaRPr lang="en-US" altLang="zh-CN" sz="1200">
              <a:latin typeface="Times New Roman" charset="0"/>
              <a:ea typeface="宋体" pitchFamily="2" charset="-122"/>
            </a:endParaRPr>
          </a:p>
        </p:txBody>
      </p:sp>
      <p:sp>
        <p:nvSpPr>
          <p:cNvPr id="116739" name="Rectangle 2"/>
          <p:cNvSpPr>
            <a:spLocks noGrp="1" noRot="1" noChangeAspect="1" noChangeArrowheads="1" noTextEdit="1"/>
          </p:cNvSpPr>
          <p:nvPr>
            <p:ph type="sldImg"/>
          </p:nvPr>
        </p:nvSpPr>
        <p:spPr>
          <a:xfrm>
            <a:off x="382588" y="685800"/>
            <a:ext cx="6092825" cy="3429000"/>
          </a:xfrm>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Times New Roman" charset="0"/>
              </a:rPr>
              <a:t>提示：（</a:t>
            </a:r>
            <a:r>
              <a:rPr lang="en-US" altLang="zh-CN">
                <a:latin typeface="Times New Roman" charset="0"/>
              </a:rPr>
              <a:t>1</a:t>
            </a:r>
            <a:r>
              <a:rPr lang="zh-CN" altLang="en-US">
                <a:latin typeface="Times New Roman" charset="0"/>
              </a:rPr>
              <a:t>）任意一行或一列，翻两次等于没有翻；</a:t>
            </a:r>
          </a:p>
          <a:p>
            <a:pPr eaLnBrk="1" hangingPunct="1"/>
            <a:r>
              <a:rPr lang="zh-CN" altLang="en-US">
                <a:latin typeface="Times New Roman" charset="0"/>
              </a:rPr>
              <a:t>     （</a:t>
            </a:r>
            <a:r>
              <a:rPr lang="en-US" altLang="zh-CN">
                <a:latin typeface="Times New Roman" charset="0"/>
              </a:rPr>
              <a:t>2</a:t>
            </a:r>
            <a:r>
              <a:rPr lang="zh-CN" altLang="en-US">
                <a:latin typeface="Times New Roman" charset="0"/>
              </a:rPr>
              <a:t>）对于</a:t>
            </a:r>
            <a:r>
              <a:rPr lang="en-US" altLang="zh-CN">
                <a:latin typeface="Times New Roman" charset="0"/>
              </a:rPr>
              <a:t>9</a:t>
            </a:r>
            <a:r>
              <a:rPr lang="zh-CN" altLang="en-US">
                <a:latin typeface="Times New Roman" charset="0"/>
              </a:rPr>
              <a:t>列的任何一种翻转的情况，每一行翻与不翻相互独立。</a:t>
            </a:r>
            <a:endParaRPr lang="en-US" altLang="zh-CN">
              <a:latin typeface="Times New Roman" charset="0"/>
            </a:endParaRPr>
          </a:p>
          <a:p>
            <a:pPr eaLnBrk="1" hangingPunct="1"/>
            <a:endParaRPr lang="en-US" altLang="zh-CN">
              <a:latin typeface="Times New Roman" charset="0"/>
            </a:endParaRPr>
          </a:p>
          <a:p>
            <a:pPr eaLnBrk="1" hangingPunct="1"/>
            <a:r>
              <a:rPr lang="zh-CN" altLang="en-US">
                <a:latin typeface="Times New Roman" charset="0"/>
              </a:rPr>
              <a:t>贪心算法的改进，</a:t>
            </a:r>
            <a:r>
              <a:rPr lang="en-US" altLang="zh-CN">
                <a:latin typeface="Times New Roman" charset="0"/>
              </a:rPr>
              <a:t>9</a:t>
            </a:r>
            <a:r>
              <a:rPr lang="zh-CN" altLang="en-US">
                <a:latin typeface="Times New Roman" charset="0"/>
              </a:rPr>
              <a:t>层即可，在</a:t>
            </a:r>
            <a:r>
              <a:rPr lang="en-US" altLang="zh-CN">
                <a:latin typeface="Times New Roman" charset="0"/>
              </a:rPr>
              <a:t>2</a:t>
            </a:r>
            <a:r>
              <a:rPr lang="zh-CN" altLang="en-US">
                <a:latin typeface="Times New Roman" charset="0"/>
              </a:rPr>
              <a:t>的</a:t>
            </a:r>
            <a:r>
              <a:rPr lang="en-US" altLang="zh-CN">
                <a:latin typeface="Times New Roman" charset="0"/>
              </a:rPr>
              <a:t>9</a:t>
            </a:r>
            <a:r>
              <a:rPr lang="zh-CN" altLang="en-US">
                <a:latin typeface="Times New Roman" charset="0"/>
              </a:rPr>
              <a:t>次方的每个节点上用贪心算法判定是否翻每行。</a:t>
            </a:r>
          </a:p>
          <a:p>
            <a:pPr eaLnBrk="1" hangingPunct="1"/>
            <a:endParaRPr lang="zh-CN" altLang="en-US">
              <a:latin typeface="Times New Roman"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1E88251E-9750-4A6F-BAE4-7FE8471F2C7C}" type="slidenum">
              <a:rPr lang="zh-CN" altLang="en-US" sz="1200" smtClean="0">
                <a:latin typeface="Times New Roman" charset="0"/>
                <a:ea typeface="宋体" pitchFamily="2" charset="-122"/>
              </a:rPr>
              <a:pPr eaLnBrk="1" hangingPunct="1"/>
              <a:t>55</a:t>
            </a:fld>
            <a:endParaRPr lang="en-US" altLang="zh-CN" sz="1200">
              <a:latin typeface="Times New Roman" charset="0"/>
              <a:ea typeface="宋体" pitchFamily="2" charset="-122"/>
            </a:endParaRPr>
          </a:p>
        </p:txBody>
      </p:sp>
      <p:sp>
        <p:nvSpPr>
          <p:cNvPr id="125955" name="Rectangle 2"/>
          <p:cNvSpPr>
            <a:spLocks noGrp="1" noRot="1" noChangeAspect="1" noChangeArrowheads="1" noTextEdit="1"/>
          </p:cNvSpPr>
          <p:nvPr>
            <p:ph type="sldImg"/>
          </p:nvPr>
        </p:nvSpPr>
        <p:spPr>
          <a:xfrm>
            <a:off x="382588" y="685800"/>
            <a:ext cx="6092825" cy="3429000"/>
          </a:xfrm>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CB178359-CBE4-43DE-8581-424143C48C4F}" type="slidenum">
              <a:rPr lang="zh-CN" altLang="en-US" sz="1200" smtClean="0">
                <a:latin typeface="Times New Roman" charset="0"/>
                <a:ea typeface="宋体" pitchFamily="2" charset="-122"/>
              </a:rPr>
              <a:pPr eaLnBrk="1" hangingPunct="1"/>
              <a:t>56</a:t>
            </a:fld>
            <a:endParaRPr lang="en-US" altLang="zh-CN" sz="1200">
              <a:latin typeface="Times New Roman" charset="0"/>
              <a:ea typeface="宋体" pitchFamily="2" charset="-122"/>
            </a:endParaRPr>
          </a:p>
        </p:txBody>
      </p:sp>
      <p:sp>
        <p:nvSpPr>
          <p:cNvPr id="126979" name="Rectangle 2"/>
          <p:cNvSpPr>
            <a:spLocks noGrp="1" noRot="1" noChangeAspect="1" noChangeArrowheads="1" noTextEdit="1"/>
          </p:cNvSpPr>
          <p:nvPr>
            <p:ph type="sldImg"/>
          </p:nvPr>
        </p:nvSpPr>
        <p:spPr>
          <a:xfrm>
            <a:off x="382588" y="685800"/>
            <a:ext cx="6092825" cy="3429000"/>
          </a:xfrm>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Times New Roman" charset="0"/>
              </a:rPr>
              <a:t>因为是环，所以用</a:t>
            </a:r>
            <a:r>
              <a:rPr lang="en-US" altLang="zh-CN">
                <a:latin typeface="Times New Roman" charset="0"/>
              </a:rPr>
              <a:t>search(2),</a:t>
            </a:r>
            <a:r>
              <a:rPr lang="zh-CN" altLang="en-US">
                <a:latin typeface="Times New Roman" charset="0"/>
              </a:rPr>
              <a:t>省下一层</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70482C4D-31A5-466B-9175-AB75A967C70C}" type="slidenum">
              <a:rPr lang="zh-CN" altLang="en-US" sz="1200" smtClean="0">
                <a:latin typeface="Times New Roman" charset="0"/>
                <a:ea typeface="宋体" pitchFamily="2" charset="-122"/>
              </a:rPr>
              <a:pPr eaLnBrk="1" hangingPunct="1"/>
              <a:t>57</a:t>
            </a:fld>
            <a:endParaRPr lang="en-US" altLang="zh-CN" sz="1200">
              <a:latin typeface="Times New Roman" charset="0"/>
              <a:ea typeface="宋体" pitchFamily="2" charset="-122"/>
            </a:endParaRPr>
          </a:p>
        </p:txBody>
      </p:sp>
      <p:sp>
        <p:nvSpPr>
          <p:cNvPr id="128003" name="Rectangle 2"/>
          <p:cNvSpPr>
            <a:spLocks noGrp="1" noRot="1" noChangeAspect="1" noChangeArrowheads="1" noTextEdit="1"/>
          </p:cNvSpPr>
          <p:nvPr>
            <p:ph type="sldImg"/>
          </p:nvPr>
        </p:nvSpPr>
        <p:spPr>
          <a:xfrm>
            <a:off x="382588" y="685800"/>
            <a:ext cx="6092825" cy="3429000"/>
          </a:xfrm>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8ED66BD0-97A7-43B9-929F-E30CC884D10A}" type="slidenum">
              <a:rPr lang="zh-CN" altLang="en-US" sz="1200" smtClean="0">
                <a:latin typeface="Times New Roman" charset="0"/>
                <a:ea typeface="宋体" pitchFamily="2" charset="-122"/>
              </a:rPr>
              <a:pPr eaLnBrk="1" hangingPunct="1"/>
              <a:t>58</a:t>
            </a:fld>
            <a:endParaRPr lang="en-US" altLang="zh-CN" sz="1200">
              <a:latin typeface="Times New Roman" charset="0"/>
              <a:ea typeface="宋体" pitchFamily="2" charset="-122"/>
            </a:endParaRPr>
          </a:p>
        </p:txBody>
      </p:sp>
      <p:sp>
        <p:nvSpPr>
          <p:cNvPr id="129027" name="Rectangle 2"/>
          <p:cNvSpPr>
            <a:spLocks noGrp="1" noRot="1" noChangeAspect="1" noChangeArrowheads="1" noTextEdit="1"/>
          </p:cNvSpPr>
          <p:nvPr>
            <p:ph type="sldImg"/>
          </p:nvPr>
        </p:nvSpPr>
        <p:spPr>
          <a:xfrm>
            <a:off x="382588" y="685800"/>
            <a:ext cx="6092825" cy="3429000"/>
          </a:xfrm>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95C744AD-15A8-461E-8C4E-9AC5AACFF799}" type="slidenum">
              <a:rPr lang="zh-CN" altLang="en-US" sz="1200" smtClean="0">
                <a:latin typeface="Times New Roman" charset="0"/>
                <a:ea typeface="宋体" pitchFamily="2" charset="-122"/>
              </a:rPr>
              <a:pPr eaLnBrk="1" hangingPunct="1"/>
              <a:t>59</a:t>
            </a:fld>
            <a:endParaRPr lang="en-US" altLang="zh-CN" sz="1200">
              <a:latin typeface="Times New Roman" charset="0"/>
              <a:ea typeface="宋体" pitchFamily="2" charset="-122"/>
            </a:endParaRPr>
          </a:p>
        </p:txBody>
      </p:sp>
      <p:sp>
        <p:nvSpPr>
          <p:cNvPr id="130051" name="Rectangle 2"/>
          <p:cNvSpPr>
            <a:spLocks noGrp="1" noRot="1" noChangeAspect="1" noChangeArrowheads="1" noTextEdit="1"/>
          </p:cNvSpPr>
          <p:nvPr>
            <p:ph type="sldImg"/>
          </p:nvPr>
        </p:nvSpPr>
        <p:spPr>
          <a:xfrm>
            <a:off x="382588" y="685800"/>
            <a:ext cx="6092825" cy="3429000"/>
          </a:xfrm>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C5C2B4C2-F5BA-495F-81BE-6441F228844B}" type="slidenum">
              <a:rPr lang="zh-CN" altLang="en-US" sz="1200" smtClean="0">
                <a:latin typeface="Times New Roman" charset="0"/>
                <a:ea typeface="宋体" pitchFamily="2" charset="-122"/>
              </a:rPr>
              <a:pPr eaLnBrk="1" hangingPunct="1"/>
              <a:t>60</a:t>
            </a:fld>
            <a:endParaRPr lang="en-US" altLang="zh-CN" sz="1200">
              <a:latin typeface="Times New Roman" charset="0"/>
              <a:ea typeface="宋体" pitchFamily="2" charset="-122"/>
            </a:endParaRPr>
          </a:p>
        </p:txBody>
      </p:sp>
      <p:sp>
        <p:nvSpPr>
          <p:cNvPr id="131075" name="Rectangle 2"/>
          <p:cNvSpPr>
            <a:spLocks noGrp="1" noRot="1" noChangeAspect="1" noChangeArrowheads="1" noTextEdit="1"/>
          </p:cNvSpPr>
          <p:nvPr>
            <p:ph type="sldImg"/>
          </p:nvPr>
        </p:nvSpPr>
        <p:spPr>
          <a:xfrm>
            <a:off x="382588" y="685800"/>
            <a:ext cx="6092825" cy="3429000"/>
          </a:xfrm>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3D1F8541-E99D-475B-A1F0-2114DE2152F6}" type="slidenum">
              <a:rPr lang="zh-CN" altLang="en-US" sz="1200" smtClean="0">
                <a:latin typeface="Times New Roman" charset="0"/>
                <a:ea typeface="宋体" pitchFamily="2" charset="-122"/>
              </a:rPr>
              <a:pPr eaLnBrk="1" hangingPunct="1"/>
              <a:t>61</a:t>
            </a:fld>
            <a:endParaRPr lang="en-US" altLang="zh-CN" sz="1200">
              <a:latin typeface="Times New Roman" charset="0"/>
              <a:ea typeface="宋体" pitchFamily="2" charset="-122"/>
            </a:endParaRPr>
          </a:p>
        </p:txBody>
      </p:sp>
      <p:sp>
        <p:nvSpPr>
          <p:cNvPr id="132099" name="Rectangle 2"/>
          <p:cNvSpPr>
            <a:spLocks noGrp="1" noRot="1" noChangeAspect="1" noChangeArrowheads="1" noTextEdit="1"/>
          </p:cNvSpPr>
          <p:nvPr>
            <p:ph type="sldImg"/>
          </p:nvPr>
        </p:nvSpPr>
        <p:spPr>
          <a:xfrm>
            <a:off x="382588" y="685800"/>
            <a:ext cx="6092825" cy="3429000"/>
          </a:xfrm>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a:xfrm>
            <a:off x="382588" y="685800"/>
            <a:ext cx="6092825" cy="3429000"/>
          </a:xfrm>
          <a:ln/>
        </p:spPr>
      </p:sp>
      <p:sp>
        <p:nvSpPr>
          <p:cNvPr id="1341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Times New Roman" charset="0"/>
              </a:rPr>
              <a:t>123 2+1+</a:t>
            </a:r>
            <a:r>
              <a:rPr lang="zh-CN" altLang="en-US" dirty="0">
                <a:latin typeface="Times New Roman" charset="0"/>
              </a:rPr>
              <a:t>（</a:t>
            </a:r>
            <a:r>
              <a:rPr lang="en-US" altLang="zh-CN" dirty="0">
                <a:latin typeface="Times New Roman" charset="0"/>
              </a:rPr>
              <a:t>2+3+1</a:t>
            </a:r>
            <a:r>
              <a:rPr lang="zh-CN" altLang="en-US" dirty="0">
                <a:latin typeface="Times New Roman" charset="0"/>
              </a:rPr>
              <a:t>）</a:t>
            </a:r>
            <a:r>
              <a:rPr lang="en-US" altLang="zh-CN" dirty="0">
                <a:latin typeface="Times New Roman" charset="0"/>
              </a:rPr>
              <a:t>+</a:t>
            </a:r>
            <a:r>
              <a:rPr lang="zh-CN" altLang="en-US" dirty="0">
                <a:latin typeface="Times New Roman" charset="0"/>
              </a:rPr>
              <a:t>（</a:t>
            </a:r>
            <a:r>
              <a:rPr lang="en-US" altLang="zh-CN" dirty="0">
                <a:latin typeface="Times New Roman" charset="0"/>
              </a:rPr>
              <a:t>2+3+2+3</a:t>
            </a:r>
            <a:r>
              <a:rPr lang="zh-CN" altLang="en-US" dirty="0">
                <a:latin typeface="Times New Roman" charset="0"/>
              </a:rPr>
              <a:t>）</a:t>
            </a:r>
            <a:r>
              <a:rPr lang="en-US" altLang="zh-CN" dirty="0">
                <a:latin typeface="Times New Roman" charset="0"/>
              </a:rPr>
              <a:t>=19</a:t>
            </a:r>
          </a:p>
          <a:p>
            <a:r>
              <a:rPr lang="en-US" altLang="zh-CN" dirty="0">
                <a:latin typeface="Times New Roman" charset="0"/>
              </a:rPr>
              <a:t>132 2+1+</a:t>
            </a:r>
            <a:r>
              <a:rPr lang="zh-CN" altLang="en-US" dirty="0">
                <a:latin typeface="Times New Roman" charset="0"/>
              </a:rPr>
              <a:t>（</a:t>
            </a:r>
            <a:r>
              <a:rPr lang="en-US" altLang="zh-CN" dirty="0">
                <a:latin typeface="Times New Roman" charset="0"/>
              </a:rPr>
              <a:t>2+2+3</a:t>
            </a:r>
            <a:r>
              <a:rPr lang="zh-CN" altLang="en-US" dirty="0">
                <a:latin typeface="Times New Roman" charset="0"/>
              </a:rPr>
              <a:t>）</a:t>
            </a:r>
            <a:r>
              <a:rPr lang="en-US" altLang="zh-CN" dirty="0">
                <a:latin typeface="Times New Roman" charset="0"/>
              </a:rPr>
              <a:t>+</a:t>
            </a:r>
            <a:r>
              <a:rPr lang="zh-CN" altLang="en-US" dirty="0">
                <a:latin typeface="Times New Roman" charset="0"/>
              </a:rPr>
              <a:t>（</a:t>
            </a:r>
            <a:r>
              <a:rPr lang="en-US" altLang="zh-CN" dirty="0">
                <a:latin typeface="Times New Roman" charset="0"/>
              </a:rPr>
              <a:t>2+2+3+1</a:t>
            </a:r>
            <a:r>
              <a:rPr lang="zh-CN" altLang="en-US" dirty="0">
                <a:latin typeface="Times New Roman" charset="0"/>
              </a:rPr>
              <a:t>）</a:t>
            </a:r>
            <a:r>
              <a:rPr lang="en-US" altLang="zh-CN" dirty="0">
                <a:latin typeface="Times New Roman" charset="0"/>
              </a:rPr>
              <a:t>=18</a:t>
            </a:r>
          </a:p>
          <a:p>
            <a:r>
              <a:rPr lang="en-US" altLang="zh-CN" dirty="0">
                <a:latin typeface="Times New Roman" charset="0"/>
              </a:rPr>
              <a:t>213 3+1+</a:t>
            </a:r>
            <a:r>
              <a:rPr lang="zh-CN" altLang="en-US" dirty="0">
                <a:latin typeface="Times New Roman" charset="0"/>
              </a:rPr>
              <a:t>（</a:t>
            </a:r>
            <a:r>
              <a:rPr lang="en-US" altLang="zh-CN" dirty="0">
                <a:latin typeface="Times New Roman" charset="0"/>
              </a:rPr>
              <a:t>3+2+1</a:t>
            </a:r>
            <a:r>
              <a:rPr lang="zh-CN" altLang="en-US" dirty="0">
                <a:latin typeface="Times New Roman" charset="0"/>
              </a:rPr>
              <a:t>）</a:t>
            </a:r>
            <a:r>
              <a:rPr lang="en-US" altLang="zh-CN" dirty="0">
                <a:latin typeface="Times New Roman" charset="0"/>
              </a:rPr>
              <a:t>+</a:t>
            </a:r>
            <a:r>
              <a:rPr lang="zh-CN" altLang="en-US" dirty="0">
                <a:latin typeface="Times New Roman" charset="0"/>
              </a:rPr>
              <a:t>（</a:t>
            </a:r>
            <a:r>
              <a:rPr lang="en-US" altLang="zh-CN" dirty="0">
                <a:latin typeface="Times New Roman" charset="0"/>
              </a:rPr>
              <a:t>3+2+2+3</a:t>
            </a:r>
            <a:r>
              <a:rPr lang="zh-CN" altLang="en-US" dirty="0">
                <a:latin typeface="Times New Roman" charset="0"/>
              </a:rPr>
              <a:t>）</a:t>
            </a:r>
            <a:r>
              <a:rPr lang="en-US" altLang="zh-CN" dirty="0">
                <a:latin typeface="Times New Roman" charset="0"/>
              </a:rPr>
              <a:t>=20</a:t>
            </a:r>
          </a:p>
          <a:p>
            <a:r>
              <a:rPr lang="en-US" altLang="zh-CN" dirty="0">
                <a:latin typeface="Times New Roman" charset="0"/>
              </a:rPr>
              <a:t>231 3+1+(3+2+3)+</a:t>
            </a:r>
            <a:r>
              <a:rPr lang="zh-CN" altLang="en-US" dirty="0">
                <a:latin typeface="Times New Roman" charset="0"/>
              </a:rPr>
              <a:t>（</a:t>
            </a:r>
            <a:r>
              <a:rPr lang="en-US" altLang="zh-CN" dirty="0">
                <a:solidFill>
                  <a:srgbClr val="FF0000"/>
                </a:solidFill>
                <a:latin typeface="Times New Roman" charset="0"/>
              </a:rPr>
              <a:t>3+2+3</a:t>
            </a:r>
            <a:r>
              <a:rPr lang="en-US" altLang="zh-CN" dirty="0">
                <a:latin typeface="Times New Roman" charset="0"/>
              </a:rPr>
              <a:t>+1</a:t>
            </a:r>
            <a:r>
              <a:rPr lang="zh-CN" altLang="en-US" dirty="0">
                <a:latin typeface="Times New Roman" charset="0"/>
              </a:rPr>
              <a:t>）</a:t>
            </a:r>
            <a:r>
              <a:rPr lang="en-US" altLang="zh-CN" dirty="0">
                <a:latin typeface="Times New Roman" charset="0"/>
              </a:rPr>
              <a:t>=21 </a:t>
            </a:r>
            <a:r>
              <a:rPr lang="zh-CN" altLang="en-US" dirty="0">
                <a:latin typeface="Times New Roman" charset="0"/>
              </a:rPr>
              <a:t>机器</a:t>
            </a:r>
            <a:r>
              <a:rPr lang="en-US" altLang="zh-CN" dirty="0">
                <a:latin typeface="Times New Roman" charset="0"/>
              </a:rPr>
              <a:t>2</a:t>
            </a:r>
            <a:r>
              <a:rPr lang="zh-CN" altLang="en-US" dirty="0">
                <a:latin typeface="Times New Roman" charset="0"/>
              </a:rPr>
              <a:t>在</a:t>
            </a:r>
            <a:r>
              <a:rPr lang="en-US" altLang="zh-CN" dirty="0">
                <a:latin typeface="Times New Roman" charset="0"/>
              </a:rPr>
              <a:t>3+2+3</a:t>
            </a:r>
            <a:r>
              <a:rPr lang="zh-CN" altLang="en-US" dirty="0">
                <a:latin typeface="Times New Roman" charset="0"/>
              </a:rPr>
              <a:t>时才空闲可以执行任务</a:t>
            </a:r>
            <a:r>
              <a:rPr lang="en-US" altLang="zh-CN" dirty="0">
                <a:latin typeface="Times New Roman" charset="0"/>
              </a:rPr>
              <a:t>1</a:t>
            </a:r>
          </a:p>
          <a:p>
            <a:r>
              <a:rPr lang="en-US" altLang="zh-CN" dirty="0">
                <a:latin typeface="Times New Roman" charset="0"/>
              </a:rPr>
              <a:t>312 2+3+(2+3+1)+(2+2+3+1)=</a:t>
            </a:r>
            <a:r>
              <a:rPr lang="en-US" altLang="zh-CN">
                <a:latin typeface="Times New Roman" charset="0"/>
              </a:rPr>
              <a:t>19 </a:t>
            </a:r>
          </a:p>
          <a:p>
            <a:r>
              <a:rPr lang="en-US" altLang="zh-CN">
                <a:latin typeface="Times New Roman" charset="0"/>
              </a:rPr>
              <a:t>321 </a:t>
            </a:r>
            <a:r>
              <a:rPr lang="en-US" altLang="zh-CN" dirty="0">
                <a:latin typeface="Times New Roman" charset="0"/>
              </a:rPr>
              <a:t>2+3+</a:t>
            </a:r>
            <a:r>
              <a:rPr lang="zh-CN" altLang="en-US" dirty="0">
                <a:latin typeface="Times New Roman" charset="0"/>
              </a:rPr>
              <a:t>（</a:t>
            </a:r>
            <a:r>
              <a:rPr lang="en-US" altLang="zh-CN" dirty="0">
                <a:latin typeface="Times New Roman" charset="0"/>
              </a:rPr>
              <a:t>2+3+1</a:t>
            </a:r>
            <a:r>
              <a:rPr lang="zh-CN" altLang="en-US" dirty="0">
                <a:latin typeface="Times New Roman" charset="0"/>
              </a:rPr>
              <a:t>）</a:t>
            </a:r>
            <a:r>
              <a:rPr lang="en-US" altLang="zh-CN" dirty="0">
                <a:latin typeface="Times New Roman" charset="0"/>
              </a:rPr>
              <a:t>+</a:t>
            </a:r>
            <a:r>
              <a:rPr lang="zh-CN" altLang="en-US" dirty="0">
                <a:latin typeface="Times New Roman" charset="0"/>
              </a:rPr>
              <a:t>（</a:t>
            </a:r>
            <a:r>
              <a:rPr lang="en-US" altLang="zh-CN" dirty="0">
                <a:latin typeface="Times New Roman" charset="0"/>
              </a:rPr>
              <a:t>2+3+2+1</a:t>
            </a:r>
            <a:r>
              <a:rPr lang="zh-CN" altLang="en-US" dirty="0">
                <a:latin typeface="Times New Roman" charset="0"/>
              </a:rPr>
              <a:t>）</a:t>
            </a:r>
            <a:r>
              <a:rPr lang="en-US" altLang="zh-CN" dirty="0">
                <a:latin typeface="Times New Roman" charset="0"/>
              </a:rPr>
              <a:t>=19</a:t>
            </a:r>
          </a:p>
          <a:p>
            <a:endParaRPr lang="zh-CN" altLang="en-US" dirty="0">
              <a:latin typeface="Times New Roman" charset="0"/>
            </a:endParaRPr>
          </a:p>
        </p:txBody>
      </p:sp>
      <p:sp>
        <p:nvSpPr>
          <p:cNvPr id="1341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09E40977-69FB-4A89-BD67-F5848F87B41C}" type="slidenum">
              <a:rPr lang="zh-CN" altLang="en-US" sz="1200" smtClean="0">
                <a:latin typeface="Times New Roman" charset="0"/>
                <a:ea typeface="宋体" pitchFamily="2" charset="-122"/>
              </a:rPr>
              <a:pPr eaLnBrk="1" hangingPunct="1"/>
              <a:t>66</a:t>
            </a:fld>
            <a:endParaRPr lang="en-US" altLang="zh-CN" sz="1200">
              <a:latin typeface="Times New Roman" charset="0"/>
              <a:ea typeface="宋体"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a:xfrm>
            <a:off x="382588" y="685800"/>
            <a:ext cx="6092825" cy="3429000"/>
          </a:xfrm>
          <a:ln/>
        </p:spPr>
      </p:sp>
      <p:sp>
        <p:nvSpPr>
          <p:cNvPr id="1351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Times New Roman" charset="0"/>
              </a:rPr>
              <a:t> f2[i]=((f2[i-1]&gt;f1)?f2[i-1]:f1)+m[x[j]][2];</a:t>
            </a:r>
            <a:r>
              <a:rPr lang="zh-CN" altLang="en-US">
                <a:latin typeface="Times New Roman" charset="0"/>
              </a:rPr>
              <a:t>比较</a:t>
            </a:r>
            <a:r>
              <a:rPr lang="en-US" altLang="zh-CN">
                <a:latin typeface="Times New Roman" charset="0"/>
              </a:rPr>
              <a:t>f2[i-1]</a:t>
            </a:r>
            <a:r>
              <a:rPr lang="zh-CN" altLang="en-US">
                <a:latin typeface="Times New Roman" charset="0"/>
              </a:rPr>
              <a:t>和</a:t>
            </a:r>
            <a:r>
              <a:rPr lang="en-US" altLang="zh-CN">
                <a:latin typeface="Times New Roman" charset="0"/>
              </a:rPr>
              <a:t>f1</a:t>
            </a:r>
            <a:r>
              <a:rPr lang="zh-CN" altLang="en-US">
                <a:latin typeface="Times New Roman" charset="0"/>
              </a:rPr>
              <a:t>谁先结束，取晚结束的那个时间</a:t>
            </a:r>
          </a:p>
        </p:txBody>
      </p:sp>
      <p:sp>
        <p:nvSpPr>
          <p:cNvPr id="1351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fld id="{F7D9E4A7-0F31-4E44-9686-DE04FA61C866}" type="slidenum">
              <a:rPr lang="zh-CN" altLang="en-US" sz="1200" smtClean="0">
                <a:latin typeface="Times New Roman" charset="0"/>
                <a:ea typeface="宋体" pitchFamily="2" charset="-122"/>
              </a:rPr>
              <a:pPr eaLnBrk="1" hangingPunct="1"/>
              <a:t>67</a:t>
            </a:fld>
            <a:endParaRPr lang="en-US" altLang="zh-CN" sz="1200">
              <a:latin typeface="Times New Roman" charset="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711" y="5351142"/>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29" name="标题 28"/>
          <p:cNvSpPr>
            <a:spLocks noGrp="1"/>
          </p:cNvSpPr>
          <p:nvPr>
            <p:ph type="ctrTitle"/>
          </p:nvPr>
        </p:nvSpPr>
        <p:spPr>
          <a:xfrm>
            <a:off x="507934" y="4854536"/>
            <a:ext cx="11276132" cy="1222658"/>
          </a:xfrm>
        </p:spPr>
        <p:txBody>
          <a:bodyPr anchor="t"/>
          <a:lstStyle/>
          <a:p>
            <a:r>
              <a:rPr kumimoji="0" lang="zh-CN" altLang="en-US"/>
              <a:t>单击此处编辑母版标题样式</a:t>
            </a:r>
            <a:endParaRPr kumimoji="0" lang="en-US"/>
          </a:p>
        </p:txBody>
      </p:sp>
      <p:sp>
        <p:nvSpPr>
          <p:cNvPr id="9" name="副标题 8"/>
          <p:cNvSpPr>
            <a:spLocks noGrp="1"/>
          </p:cNvSpPr>
          <p:nvPr>
            <p:ph type="subTitle" idx="1"/>
          </p:nvPr>
        </p:nvSpPr>
        <p:spPr>
          <a:xfrm>
            <a:off x="507934" y="3887100"/>
            <a:ext cx="11276132" cy="914612"/>
          </a:xfrm>
        </p:spPr>
        <p:txBody>
          <a:bodyPr anchor="b"/>
          <a:lstStyle>
            <a:lvl1pPr marL="0" indent="0" algn="l">
              <a:buNone/>
              <a:defRPr sz="2400">
                <a:solidFill>
                  <a:schemeClr val="tx2">
                    <a:shade val="75000"/>
                  </a:schemeClr>
                </a:solidFill>
              </a:defRPr>
            </a:lvl1pPr>
            <a:lvl2pPr marL="457154" indent="0" algn="ctr">
              <a:buNone/>
            </a:lvl2pPr>
            <a:lvl3pPr marL="914309" indent="0" algn="ctr">
              <a:buNone/>
            </a:lvl3pPr>
            <a:lvl4pPr marL="1371463" indent="0" algn="ctr">
              <a:buNone/>
            </a:lvl4pPr>
            <a:lvl5pPr marL="1828617" indent="0" algn="ctr">
              <a:buNone/>
            </a:lvl5pPr>
            <a:lvl6pPr marL="2285771" indent="0" algn="ctr">
              <a:buNone/>
            </a:lvl6pPr>
            <a:lvl7pPr marL="2742926" indent="0" algn="ctr">
              <a:buNone/>
            </a:lvl7pPr>
            <a:lvl8pPr marL="3200080" indent="0" algn="ctr">
              <a:buNone/>
            </a:lvl8pPr>
            <a:lvl9pPr marL="3657234" indent="0" algn="ctr">
              <a:buNone/>
            </a:lvl9pPr>
          </a:lstStyle>
          <a:p>
            <a:r>
              <a:rPr kumimoji="0" lang="zh-CN" altLang="en-US"/>
              <a:t>单击此处编辑母版副标题样式</a:t>
            </a:r>
            <a:endParaRPr kumimoji="0" lang="en-US"/>
          </a:p>
        </p:txBody>
      </p:sp>
      <p:sp>
        <p:nvSpPr>
          <p:cNvPr id="16" name="日期占位符 15"/>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2" name="页脚占位符 1"/>
          <p:cNvSpPr>
            <a:spLocks noGrp="1"/>
          </p:cNvSpPr>
          <p:nvPr>
            <p:ph type="ftr" sz="quarter" idx="11"/>
          </p:nvPr>
        </p:nvSpPr>
        <p:spPr/>
        <p:txBody>
          <a:bodyPr/>
          <a:lstStyle/>
          <a:p>
            <a:endParaRPr lang="zh-CN" altLang="en-US"/>
          </a:p>
        </p:txBody>
      </p:sp>
      <p:sp>
        <p:nvSpPr>
          <p:cNvPr id="15" name="灯片编号占位符 14"/>
          <p:cNvSpPr>
            <a:spLocks noGrp="1"/>
          </p:cNvSpPr>
          <p:nvPr>
            <p:ph type="sldNum" sz="quarter" idx="12"/>
          </p:nvPr>
        </p:nvSpPr>
        <p:spPr>
          <a:xfrm>
            <a:off x="10971372" y="6475451"/>
            <a:ext cx="1011804" cy="246945"/>
          </a:xfrm>
        </p:spPr>
        <p:txBody>
          <a:bodyPr/>
          <a:lstStyle/>
          <a:p>
            <a:fld id="{FF35C9E2-507E-45B8-BD25-F3C98D86BE5F}" type="slidenum">
              <a:rPr lang="zh-CN" altLang="en-US" smtClean="0"/>
              <a:t>‹#›</a:t>
            </a:fld>
            <a:endParaRPr lang="zh-CN" altLang="en-US"/>
          </a:p>
        </p:txBody>
      </p:sp>
      <p:pic>
        <p:nvPicPr>
          <p:cNvPr id="3" name="图片 2">
            <a:extLst>
              <a:ext uri="{FF2B5EF4-FFF2-40B4-BE49-F238E27FC236}">
                <a16:creationId xmlns:a16="http://schemas.microsoft.com/office/drawing/2014/main" id="{71EFEFC3-9A40-97F0-4D53-E89EAD2ECEE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63785" y="756516"/>
            <a:ext cx="4262844" cy="680731"/>
          </a:xfrm>
          <a:prstGeom prst="rect">
            <a:avLst/>
          </a:prstGeom>
          <a:effectLst>
            <a:outerShdw blurRad="50800" dist="50800" dir="5400000" algn="ctr" rotWithShape="0">
              <a:srgbClr val="000000">
                <a:alpha val="98000"/>
              </a:srgbClr>
            </a:outerShdw>
          </a:effectLst>
        </p:spPr>
      </p:pic>
    </p:spTree>
    <p:extLst>
      <p:ext uri="{BB962C8B-B14F-4D97-AF65-F5344CB8AC3E}">
        <p14:creationId xmlns:p14="http://schemas.microsoft.com/office/powerpoint/2010/main" val="84403151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p>
            <a:r>
              <a:rPr kumimoji="0" lang="zh-CN" altLang="en-US"/>
              <a:t>单击此处编辑母版标题样式</a:t>
            </a:r>
            <a:endParaRPr kumimoji="0" lang="en-US"/>
          </a:p>
        </p:txBody>
      </p:sp>
      <p:sp>
        <p:nvSpPr>
          <p:cNvPr id="27" name="内容占位符 26"/>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19" name="页脚占位符 18"/>
          <p:cNvSpPr>
            <a:spLocks noGrp="1"/>
          </p:cNvSpPr>
          <p:nvPr>
            <p:ph type="ftr" sz="quarter" idx="11"/>
          </p:nvPr>
        </p:nvSpPr>
        <p:spPr>
          <a:xfrm>
            <a:off x="4774579" y="76219"/>
            <a:ext cx="3860297" cy="288992"/>
          </a:xfrm>
        </p:spPr>
        <p:txBody>
          <a:bodyPr/>
          <a:lstStyle/>
          <a:p>
            <a:endParaRPr lang="zh-CN" altLang="en-US"/>
          </a:p>
        </p:txBody>
      </p:sp>
      <p:sp>
        <p:nvSpPr>
          <p:cNvPr id="16" name="灯片编号占位符 15"/>
          <p:cNvSpPr>
            <a:spLocks noGrp="1"/>
          </p:cNvSpPr>
          <p:nvPr>
            <p:ph type="sldNum" sz="quarter" idx="12"/>
          </p:nvPr>
        </p:nvSpPr>
        <p:spPr>
          <a:xfrm>
            <a:off x="10971372" y="6475451"/>
            <a:ext cx="1011804" cy="246945"/>
          </a:xfrm>
        </p:spPr>
        <p:txBody>
          <a:bodyPr/>
          <a:lstStyle/>
          <a:p>
            <a:fld id="{FF35C9E2-507E-45B8-BD25-F3C98D86BE5F}" type="slidenum">
              <a:rPr lang="zh-CN" altLang="en-US" smtClean="0"/>
              <a:t>‹#›</a:t>
            </a:fld>
            <a:endParaRPr lang="zh-CN" altLang="en-US"/>
          </a:p>
        </p:txBody>
      </p:sp>
      <p:pic>
        <p:nvPicPr>
          <p:cNvPr id="2" name="图片 1">
            <a:extLst>
              <a:ext uri="{FF2B5EF4-FFF2-40B4-BE49-F238E27FC236}">
                <a16:creationId xmlns:a16="http://schemas.microsoft.com/office/drawing/2014/main" id="{16C686BC-D84A-F585-FFF4-35A8D766C9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3" name="矩形 2">
            <a:extLst>
              <a:ext uri="{FF2B5EF4-FFF2-40B4-BE49-F238E27FC236}">
                <a16:creationId xmlns:a16="http://schemas.microsoft.com/office/drawing/2014/main" id="{93E674F8-D069-5E3A-7F51-0737CC644829}"/>
              </a:ext>
            </a:extLst>
          </p:cNvPr>
          <p:cNvSpPr/>
          <p:nvPr userDrawn="1"/>
        </p:nvSpPr>
        <p:spPr>
          <a:xfrm>
            <a:off x="10228666" y="1927217"/>
            <a:ext cx="674825" cy="3247592"/>
          </a:xfrm>
          <a:prstGeom prst="rect">
            <a:avLst/>
          </a:prstGeom>
          <a:blipFill dpi="0" rotWithShape="1">
            <a:blip r:embed="rId3"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291032342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711" y="3445701"/>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6" name="文本占位符 5"/>
          <p:cNvSpPr>
            <a:spLocks noGrp="1"/>
          </p:cNvSpPr>
          <p:nvPr>
            <p:ph type="body" idx="1"/>
          </p:nvPr>
        </p:nvSpPr>
        <p:spPr>
          <a:xfrm>
            <a:off x="507934" y="1676788"/>
            <a:ext cx="11276132" cy="1219482"/>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19" name="日期占位符 18"/>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11" name="页脚占位符 10"/>
          <p:cNvSpPr>
            <a:spLocks noGrp="1"/>
          </p:cNvSpPr>
          <p:nvPr>
            <p:ph type="ftr" sz="quarter" idx="11"/>
          </p:nvPr>
        </p:nvSpPr>
        <p:spPr/>
        <p:txBody>
          <a:bodyPr/>
          <a:lstStyle/>
          <a:p>
            <a:endParaRPr lang="zh-CN" altLang="en-US"/>
          </a:p>
        </p:txBody>
      </p:sp>
      <p:sp>
        <p:nvSpPr>
          <p:cNvPr id="16" name="灯片编号占位符 15"/>
          <p:cNvSpPr>
            <a:spLocks noGrp="1"/>
          </p:cNvSpPr>
          <p:nvPr>
            <p:ph type="sldNum" sz="quarter" idx="12"/>
          </p:nvPr>
        </p:nvSpPr>
        <p:spPr/>
        <p:txBody>
          <a:bodyPr/>
          <a:lstStyle/>
          <a:p>
            <a:fld id="{FF35C9E2-507E-45B8-BD25-F3C98D86BE5F}" type="slidenum">
              <a:rPr lang="zh-CN" altLang="en-US" smtClean="0"/>
              <a:t>‹#›</a:t>
            </a:fld>
            <a:endParaRPr lang="zh-CN" altLang="en-US"/>
          </a:p>
        </p:txBody>
      </p:sp>
      <p:sp>
        <p:nvSpPr>
          <p:cNvPr id="8" name="标题 7"/>
          <p:cNvSpPr>
            <a:spLocks noGrp="1"/>
          </p:cNvSpPr>
          <p:nvPr>
            <p:ph type="title"/>
          </p:nvPr>
        </p:nvSpPr>
        <p:spPr>
          <a:xfrm>
            <a:off x="240602" y="2947769"/>
            <a:ext cx="11580892" cy="1185099"/>
          </a:xfrm>
        </p:spPr>
        <p:txBody>
          <a:bodyPr rtlCol="0" anchor="t"/>
          <a:lstStyle>
            <a:lvl1pPr algn="r">
              <a:defRPr/>
            </a:lvl1pPr>
          </a:lstStyle>
          <a:p>
            <a:r>
              <a:rPr kumimoji="0" lang="zh-CN" altLang="en-US"/>
              <a:t>单击此处编辑母版标题样式</a:t>
            </a:r>
            <a:endParaRPr kumimoji="0" lang="en-US"/>
          </a:p>
        </p:txBody>
      </p:sp>
      <p:pic>
        <p:nvPicPr>
          <p:cNvPr id="2" name="图片 1">
            <a:extLst>
              <a:ext uri="{FF2B5EF4-FFF2-40B4-BE49-F238E27FC236}">
                <a16:creationId xmlns:a16="http://schemas.microsoft.com/office/drawing/2014/main" id="{A7174B1D-EE8A-FDC7-CEB6-0940CBB5A142}"/>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3" name="矩形 2">
            <a:extLst>
              <a:ext uri="{FF2B5EF4-FFF2-40B4-BE49-F238E27FC236}">
                <a16:creationId xmlns:a16="http://schemas.microsoft.com/office/drawing/2014/main" id="{55D3A3A7-825E-ED17-752A-CF504AC4992E}"/>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175923006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0" name="标题 19"/>
          <p:cNvSpPr>
            <a:spLocks noGrp="1"/>
          </p:cNvSpPr>
          <p:nvPr>
            <p:ph type="title"/>
          </p:nvPr>
        </p:nvSpPr>
        <p:spPr>
          <a:xfrm>
            <a:off x="402284" y="457306"/>
            <a:ext cx="11580892" cy="841443"/>
          </a:xfrm>
        </p:spPr>
        <p:txBody>
          <a:bodyPr/>
          <a:lstStyle/>
          <a:p>
            <a:r>
              <a:rPr kumimoji="0" lang="zh-CN" altLang="en-US"/>
              <a:t>单击此处编辑母版标题样式</a:t>
            </a:r>
            <a:endParaRPr kumimoji="0" lang="en-US"/>
          </a:p>
        </p:txBody>
      </p:sp>
      <p:sp>
        <p:nvSpPr>
          <p:cNvPr id="14" name="内容占位符 13"/>
          <p:cNvSpPr>
            <a:spLocks noGrp="1"/>
          </p:cNvSpPr>
          <p:nvPr>
            <p:ph sz="half" idx="1"/>
          </p:nvPr>
        </p:nvSpPr>
        <p:spPr>
          <a:xfrm>
            <a:off x="406347" y="1600571"/>
            <a:ext cx="5587273" cy="4725494"/>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half" idx="2"/>
          </p:nvPr>
        </p:nvSpPr>
        <p:spPr>
          <a:xfrm>
            <a:off x="6196793" y="1600571"/>
            <a:ext cx="5790446" cy="4725494"/>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1" name="日期占位符 20"/>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10" name="页脚占位符 9"/>
          <p:cNvSpPr>
            <a:spLocks noGrp="1"/>
          </p:cNvSpPr>
          <p:nvPr>
            <p:ph type="ftr" sz="quarter" idx="11"/>
          </p:nvPr>
        </p:nvSpPr>
        <p:spPr/>
        <p:txBody>
          <a:bodyPr/>
          <a:lstStyle/>
          <a:p>
            <a:endParaRPr lang="zh-CN" altLang="en-US"/>
          </a:p>
        </p:txBody>
      </p:sp>
      <p:sp>
        <p:nvSpPr>
          <p:cNvPr id="31" name="灯片编号占位符 30"/>
          <p:cNvSpPr>
            <a:spLocks noGrp="1"/>
          </p:cNvSpPr>
          <p:nvPr>
            <p:ph type="sldNum" sz="quarter" idx="12"/>
          </p:nvPr>
        </p:nvSpPr>
        <p:spPr/>
        <p:txBody>
          <a:bodyPr/>
          <a:lstStyle/>
          <a:p>
            <a:fld id="{FF35C9E2-507E-45B8-BD25-F3C98D86BE5F}" type="slidenum">
              <a:rPr lang="zh-CN" altLang="en-US" smtClean="0"/>
              <a:t>‹#›</a:t>
            </a:fld>
            <a:endParaRPr lang="zh-CN" altLang="en-US"/>
          </a:p>
        </p:txBody>
      </p:sp>
      <p:pic>
        <p:nvPicPr>
          <p:cNvPr id="2" name="图片 1">
            <a:extLst>
              <a:ext uri="{FF2B5EF4-FFF2-40B4-BE49-F238E27FC236}">
                <a16:creationId xmlns:a16="http://schemas.microsoft.com/office/drawing/2014/main" id="{D3C47A14-E6F2-4E69-9286-73C83F4872CC}"/>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3" name="矩形 2">
            <a:extLst>
              <a:ext uri="{FF2B5EF4-FFF2-40B4-BE49-F238E27FC236}">
                <a16:creationId xmlns:a16="http://schemas.microsoft.com/office/drawing/2014/main" id="{862CCE02-D313-62CE-2CB6-27C80259C040}"/>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317623035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9" name="标题 28"/>
          <p:cNvSpPr>
            <a:spLocks noGrp="1"/>
          </p:cNvSpPr>
          <p:nvPr>
            <p:ph type="title"/>
          </p:nvPr>
        </p:nvSpPr>
        <p:spPr>
          <a:xfrm>
            <a:off x="406347" y="5411453"/>
            <a:ext cx="11479306" cy="882854"/>
          </a:xfrm>
        </p:spPr>
        <p:txBody>
          <a:bodyPr anchor="ctr"/>
          <a:lstStyle>
            <a:lvl1pPr>
              <a:defRPr/>
            </a:lvl1p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375211" y="666904"/>
            <a:ext cx="5719996" cy="639910"/>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25" name="文本占位符 24"/>
          <p:cNvSpPr>
            <a:spLocks noGrp="1"/>
          </p:cNvSpPr>
          <p:nvPr>
            <p:ph type="body" sz="half" idx="3"/>
          </p:nvPr>
        </p:nvSpPr>
        <p:spPr>
          <a:xfrm>
            <a:off x="6192561" y="666904"/>
            <a:ext cx="5722243" cy="639910"/>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内容占位符 3"/>
          <p:cNvSpPr>
            <a:spLocks noGrp="1"/>
          </p:cNvSpPr>
          <p:nvPr>
            <p:ph sz="quarter" idx="2"/>
          </p:nvPr>
        </p:nvSpPr>
        <p:spPr>
          <a:xfrm>
            <a:off x="375211" y="1316343"/>
            <a:ext cx="5719996" cy="3942676"/>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8" name="内容占位符 27"/>
          <p:cNvSpPr>
            <a:spLocks noGrp="1"/>
          </p:cNvSpPr>
          <p:nvPr>
            <p:ph sz="quarter" idx="4"/>
          </p:nvPr>
        </p:nvSpPr>
        <p:spPr>
          <a:xfrm>
            <a:off x="6197500" y="1316343"/>
            <a:ext cx="5717304" cy="3942676"/>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0" name="日期占位符 9"/>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10971372" y="6478500"/>
            <a:ext cx="1015868" cy="246945"/>
          </a:xfrm>
        </p:spPr>
        <p:txBody>
          <a:bodyPr/>
          <a:lstStyle/>
          <a:p>
            <a:fld id="{FF35C9E2-507E-45B8-BD25-F3C98D86BE5F}" type="slidenum">
              <a:rPr lang="zh-CN" altLang="en-US" smtClean="0"/>
              <a:t>‹#›</a:t>
            </a:fld>
            <a:endParaRPr lang="zh-CN" altLang="en-US"/>
          </a:p>
        </p:txBody>
      </p:sp>
      <p:sp>
        <p:nvSpPr>
          <p:cNvPr id="11" name="直接连接符 10"/>
          <p:cNvSpPr>
            <a:spLocks noChangeShapeType="1"/>
          </p:cNvSpPr>
          <p:nvPr/>
        </p:nvSpPr>
        <p:spPr bwMode="auto">
          <a:xfrm>
            <a:off x="685711" y="6021195"/>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pic>
        <p:nvPicPr>
          <p:cNvPr id="2" name="图片 1">
            <a:extLst>
              <a:ext uri="{FF2B5EF4-FFF2-40B4-BE49-F238E27FC236}">
                <a16:creationId xmlns:a16="http://schemas.microsoft.com/office/drawing/2014/main" id="{0CA6DC45-A57C-2A6B-1758-069E13E4D2A2}"/>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3" name="矩形 2">
            <a:extLst>
              <a:ext uri="{FF2B5EF4-FFF2-40B4-BE49-F238E27FC236}">
                <a16:creationId xmlns:a16="http://schemas.microsoft.com/office/drawing/2014/main" id="{C4A52EC4-D988-0354-3653-55917A421357}"/>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22116795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0" name="标题 29"/>
          <p:cNvSpPr>
            <a:spLocks noGrp="1"/>
          </p:cNvSpPr>
          <p:nvPr>
            <p:ph type="title"/>
          </p:nvPr>
        </p:nvSpPr>
        <p:spPr>
          <a:xfrm>
            <a:off x="402284" y="457306"/>
            <a:ext cx="11580892" cy="841443"/>
          </a:xfrm>
        </p:spPr>
        <p:txBody>
          <a:bodyPr/>
          <a:lstStyle/>
          <a:p>
            <a:r>
              <a:rPr kumimoji="0" lang="zh-CN" altLang="en-US"/>
              <a:t>单击此处编辑母版标题样式</a:t>
            </a:r>
            <a:endParaRPr kumimoji="0" lang="en-US"/>
          </a:p>
        </p:txBody>
      </p:sp>
      <p:sp>
        <p:nvSpPr>
          <p:cNvPr id="12" name="日期占位符 11"/>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21" name="页脚占位符 20"/>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35C9E2-507E-45B8-BD25-F3C98D86BE5F}" type="slidenum">
              <a:rPr lang="zh-CN" altLang="en-US" smtClean="0"/>
              <a:t>‹#›</a:t>
            </a:fld>
            <a:endParaRPr lang="zh-CN" altLang="en-US"/>
          </a:p>
        </p:txBody>
      </p:sp>
      <p:pic>
        <p:nvPicPr>
          <p:cNvPr id="2" name="图片 1">
            <a:extLst>
              <a:ext uri="{FF2B5EF4-FFF2-40B4-BE49-F238E27FC236}">
                <a16:creationId xmlns:a16="http://schemas.microsoft.com/office/drawing/2014/main" id="{5828A9F2-BA92-EAA6-43C2-A8FE80642CFD}"/>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3" name="矩形 2">
            <a:extLst>
              <a:ext uri="{FF2B5EF4-FFF2-40B4-BE49-F238E27FC236}">
                <a16:creationId xmlns:a16="http://schemas.microsoft.com/office/drawing/2014/main" id="{09E2FC0B-AF79-0971-8041-3533F17DE918}"/>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312000509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24" name="页脚占位符 23"/>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35C9E2-507E-45B8-BD25-F3C98D86BE5F}" type="slidenum">
              <a:rPr lang="zh-CN" altLang="en-US" smtClean="0"/>
              <a:t>‹#›</a:t>
            </a:fld>
            <a:endParaRPr lang="zh-CN" altLang="en-US"/>
          </a:p>
        </p:txBody>
      </p:sp>
      <p:pic>
        <p:nvPicPr>
          <p:cNvPr id="2" name="图片 1">
            <a:extLst>
              <a:ext uri="{FF2B5EF4-FFF2-40B4-BE49-F238E27FC236}">
                <a16:creationId xmlns:a16="http://schemas.microsoft.com/office/drawing/2014/main" id="{562F51CA-4ED5-7171-9219-D347C2FACCDA}"/>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4" name="矩形 3">
            <a:extLst>
              <a:ext uri="{FF2B5EF4-FFF2-40B4-BE49-F238E27FC236}">
                <a16:creationId xmlns:a16="http://schemas.microsoft.com/office/drawing/2014/main" id="{C2E37F42-F4A4-9637-BC0D-8437F15C2890}"/>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156054825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直接连接符 7"/>
          <p:cNvSpPr>
            <a:spLocks noChangeShapeType="1"/>
          </p:cNvSpPr>
          <p:nvPr/>
        </p:nvSpPr>
        <p:spPr bwMode="auto">
          <a:xfrm>
            <a:off x="685711" y="5850473"/>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12" name="标题 11"/>
          <p:cNvSpPr>
            <a:spLocks noGrp="1"/>
          </p:cNvSpPr>
          <p:nvPr>
            <p:ph type="title"/>
          </p:nvPr>
        </p:nvSpPr>
        <p:spPr>
          <a:xfrm>
            <a:off x="609521" y="5487670"/>
            <a:ext cx="11276132" cy="520821"/>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idx="2"/>
          </p:nvPr>
        </p:nvSpPr>
        <p:spPr>
          <a:xfrm>
            <a:off x="609522" y="609741"/>
            <a:ext cx="4010562" cy="4801712"/>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14" name="内容占位符 13"/>
          <p:cNvSpPr>
            <a:spLocks noGrp="1"/>
          </p:cNvSpPr>
          <p:nvPr>
            <p:ph sz="half" idx="1"/>
          </p:nvPr>
        </p:nvSpPr>
        <p:spPr>
          <a:xfrm>
            <a:off x="4766113" y="609741"/>
            <a:ext cx="7119540" cy="4801712"/>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29" name="页脚占位符 28"/>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35C9E2-507E-45B8-BD25-F3C98D86BE5F}" type="slidenum">
              <a:rPr lang="zh-CN" altLang="en-US" smtClean="0"/>
              <a:t>‹#›</a:t>
            </a:fld>
            <a:endParaRPr lang="zh-CN" altLang="en-US"/>
          </a:p>
        </p:txBody>
      </p:sp>
      <p:pic>
        <p:nvPicPr>
          <p:cNvPr id="2" name="图片 1">
            <a:extLst>
              <a:ext uri="{FF2B5EF4-FFF2-40B4-BE49-F238E27FC236}">
                <a16:creationId xmlns:a16="http://schemas.microsoft.com/office/drawing/2014/main" id="{14C56219-5722-32C1-225A-5187E3DF8E64}"/>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3" name="矩形 2">
            <a:extLst>
              <a:ext uri="{FF2B5EF4-FFF2-40B4-BE49-F238E27FC236}">
                <a16:creationId xmlns:a16="http://schemas.microsoft.com/office/drawing/2014/main" id="{3CDD244D-5A95-09DD-CFDF-7C645A3666FE}"/>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39600757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3" name="图片占位符 12"/>
          <p:cNvSpPr>
            <a:spLocks noGrp="1"/>
          </p:cNvSpPr>
          <p:nvPr>
            <p:ph type="pic" idx="1"/>
          </p:nvPr>
        </p:nvSpPr>
        <p:spPr>
          <a:xfrm>
            <a:off x="4672992" y="616777"/>
            <a:ext cx="6704727" cy="3658447"/>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zh-CN" altLang="en-US"/>
              <a:t>单击图标添加图片</a:t>
            </a:r>
            <a:endParaRPr kumimoji="0" lang="en-US"/>
          </a:p>
        </p:txBody>
      </p:sp>
      <p:sp>
        <p:nvSpPr>
          <p:cNvPr id="7" name="日期占位符 6"/>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31" name="灯片编号占位符 30"/>
          <p:cNvSpPr>
            <a:spLocks noGrp="1"/>
          </p:cNvSpPr>
          <p:nvPr>
            <p:ph type="sldNum" sz="quarter" idx="12"/>
          </p:nvPr>
        </p:nvSpPr>
        <p:spPr/>
        <p:txBody>
          <a:bodyPr/>
          <a:lstStyle/>
          <a:p>
            <a:fld id="{FF35C9E2-507E-45B8-BD25-F3C98D86BE5F}" type="slidenum">
              <a:rPr lang="zh-CN" altLang="en-US" smtClean="0"/>
              <a:t>‹#›</a:t>
            </a:fld>
            <a:endParaRPr lang="zh-CN" altLang="en-US"/>
          </a:p>
        </p:txBody>
      </p:sp>
      <p:sp>
        <p:nvSpPr>
          <p:cNvPr id="17" name="标题 16"/>
          <p:cNvSpPr>
            <a:spLocks noGrp="1"/>
          </p:cNvSpPr>
          <p:nvPr>
            <p:ph type="title"/>
          </p:nvPr>
        </p:nvSpPr>
        <p:spPr>
          <a:xfrm>
            <a:off x="507934" y="4994916"/>
            <a:ext cx="7822182" cy="522409"/>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sz="half" idx="2"/>
          </p:nvPr>
        </p:nvSpPr>
        <p:spPr>
          <a:xfrm>
            <a:off x="507934" y="5534499"/>
            <a:ext cx="7822182" cy="768528"/>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pic>
        <p:nvPicPr>
          <p:cNvPr id="2" name="图片 1">
            <a:extLst>
              <a:ext uri="{FF2B5EF4-FFF2-40B4-BE49-F238E27FC236}">
                <a16:creationId xmlns:a16="http://schemas.microsoft.com/office/drawing/2014/main" id="{594A0373-D556-D2E2-C3D0-270E7F48C0FD}"/>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3" name="矩形 2">
            <a:extLst>
              <a:ext uri="{FF2B5EF4-FFF2-40B4-BE49-F238E27FC236}">
                <a16:creationId xmlns:a16="http://schemas.microsoft.com/office/drawing/2014/main" id="{CD89A9DC-A8AE-9EEC-0574-289EA8235675}"/>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111476477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35C9E2-507E-45B8-BD25-F3C98D86BE5F}" type="slidenum">
              <a:rPr lang="zh-CN" altLang="en-US" smtClean="0"/>
              <a:t>‹#›</a:t>
            </a:fld>
            <a:endParaRPr lang="zh-CN" altLang="en-US"/>
          </a:p>
        </p:txBody>
      </p:sp>
      <p:pic>
        <p:nvPicPr>
          <p:cNvPr id="7" name="图片 6">
            <a:extLst>
              <a:ext uri="{FF2B5EF4-FFF2-40B4-BE49-F238E27FC236}">
                <a16:creationId xmlns:a16="http://schemas.microsoft.com/office/drawing/2014/main" id="{DE36B19F-B0EB-E71B-7EA6-C34EB5586F7A}"/>
              </a:ext>
            </a:extLst>
          </p:cNvPr>
          <p:cNvPicPr>
            <a:picLocks noChangeAspect="1"/>
          </p:cNvPicPr>
          <p:nvPr userDrawn="1">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8" name="矩形 7">
            <a:extLst>
              <a:ext uri="{FF2B5EF4-FFF2-40B4-BE49-F238E27FC236}">
                <a16:creationId xmlns:a16="http://schemas.microsoft.com/office/drawing/2014/main" id="{323BE86A-D071-E117-96D3-120FD3D1DC0B}"/>
              </a:ext>
            </a:extLst>
          </p:cNvPr>
          <p:cNvSpPr/>
          <p:nvPr userDrawn="1">
            <p:custDataLst>
              <p:tags r:id="rId2"/>
            </p:custDataLst>
          </p:nvPr>
        </p:nvSpPr>
        <p:spPr>
          <a:xfrm>
            <a:off x="10228666" y="1927217"/>
            <a:ext cx="674825" cy="3247592"/>
          </a:xfrm>
          <a:prstGeom prst="rect">
            <a:avLst/>
          </a:prstGeom>
          <a:blipFill dpi="0" rotWithShape="1">
            <a:blip r:embed="rId5"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107674557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2810" y="549405"/>
            <a:ext cx="2438083" cy="5852880"/>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609520" y="549405"/>
            <a:ext cx="8330116" cy="5852880"/>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9D96BA32-6B79-4895-824E-744062688BEE}" type="datetimeFigureOut">
              <a:rPr lang="zh-CN" altLang="en-US" smtClean="0"/>
              <a:t>2024/8/6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35C9E2-507E-45B8-BD25-F3C98D86BE5F}" type="slidenum">
              <a:rPr lang="zh-CN" altLang="en-US" smtClean="0"/>
              <a:t>‹#›</a:t>
            </a:fld>
            <a:endParaRPr lang="zh-CN" altLang="en-US"/>
          </a:p>
        </p:txBody>
      </p:sp>
    </p:spTree>
    <p:extLst>
      <p:ext uri="{BB962C8B-B14F-4D97-AF65-F5344CB8AC3E}">
        <p14:creationId xmlns:p14="http://schemas.microsoft.com/office/powerpoint/2010/main" val="142589132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711" y="5351142"/>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29" name="标题 28"/>
          <p:cNvSpPr>
            <a:spLocks noGrp="1"/>
          </p:cNvSpPr>
          <p:nvPr>
            <p:ph type="ctrTitle"/>
          </p:nvPr>
        </p:nvSpPr>
        <p:spPr>
          <a:xfrm>
            <a:off x="507934" y="4854536"/>
            <a:ext cx="11276132" cy="1222658"/>
          </a:xfrm>
        </p:spPr>
        <p:txBody>
          <a:bodyPr anchor="t"/>
          <a:lstStyle/>
          <a:p>
            <a:r>
              <a:rPr kumimoji="0" lang="zh-CN" altLang="en-US"/>
              <a:t>单击此处编辑母版标题样式</a:t>
            </a:r>
            <a:endParaRPr kumimoji="0" lang="en-US"/>
          </a:p>
        </p:txBody>
      </p:sp>
      <p:sp>
        <p:nvSpPr>
          <p:cNvPr id="9" name="副标题 8"/>
          <p:cNvSpPr>
            <a:spLocks noGrp="1"/>
          </p:cNvSpPr>
          <p:nvPr>
            <p:ph type="subTitle" idx="1"/>
          </p:nvPr>
        </p:nvSpPr>
        <p:spPr>
          <a:xfrm>
            <a:off x="507934" y="3887100"/>
            <a:ext cx="11276132" cy="914612"/>
          </a:xfrm>
        </p:spPr>
        <p:txBody>
          <a:bodyPr anchor="b"/>
          <a:lstStyle>
            <a:lvl1pPr marL="0" indent="0" algn="l">
              <a:buNone/>
              <a:defRPr sz="2400">
                <a:solidFill>
                  <a:schemeClr val="tx2">
                    <a:shade val="75000"/>
                  </a:schemeClr>
                </a:solidFill>
              </a:defRPr>
            </a:lvl1pPr>
            <a:lvl2pPr marL="457154" indent="0" algn="ctr">
              <a:buNone/>
            </a:lvl2pPr>
            <a:lvl3pPr marL="914309" indent="0" algn="ctr">
              <a:buNone/>
            </a:lvl3pPr>
            <a:lvl4pPr marL="1371463" indent="0" algn="ctr">
              <a:buNone/>
            </a:lvl4pPr>
            <a:lvl5pPr marL="1828617" indent="0" algn="ctr">
              <a:buNone/>
            </a:lvl5pPr>
            <a:lvl6pPr marL="2285771" indent="0" algn="ctr">
              <a:buNone/>
            </a:lvl6pPr>
            <a:lvl7pPr marL="2742926" indent="0" algn="ctr">
              <a:buNone/>
            </a:lvl7pPr>
            <a:lvl8pPr marL="3200080" indent="0" algn="ctr">
              <a:buNone/>
            </a:lvl8pPr>
            <a:lvl9pPr marL="3657234" indent="0" algn="ctr">
              <a:buNone/>
            </a:lvl9pPr>
          </a:lstStyle>
          <a:p>
            <a:r>
              <a:rPr kumimoji="0" lang="zh-CN" altLang="en-US"/>
              <a:t>单击此处编辑母版副标题样式</a:t>
            </a:r>
            <a:endParaRPr kumimoji="0" lang="en-US"/>
          </a:p>
        </p:txBody>
      </p:sp>
      <p:sp>
        <p:nvSpPr>
          <p:cNvPr id="16" name="日期占位符 15"/>
          <p:cNvSpPr>
            <a:spLocks noGrp="1"/>
          </p:cNvSpPr>
          <p:nvPr>
            <p:ph type="dt" sz="half" idx="10"/>
          </p:nvPr>
        </p:nvSpPr>
        <p:spPr/>
        <p:txBody>
          <a:bodyPr/>
          <a:lstStyle/>
          <a:p>
            <a:endParaRPr lang="en-US" altLang="zh-CN"/>
          </a:p>
        </p:txBody>
      </p:sp>
      <p:sp>
        <p:nvSpPr>
          <p:cNvPr id="2" name="页脚占位符 1"/>
          <p:cNvSpPr>
            <a:spLocks noGrp="1"/>
          </p:cNvSpPr>
          <p:nvPr>
            <p:ph type="ftr" sz="quarter" idx="11"/>
          </p:nvPr>
        </p:nvSpPr>
        <p:spPr/>
        <p:txBody>
          <a:bodyPr/>
          <a:lstStyle/>
          <a:p>
            <a:endParaRPr lang="en-US" altLang="zh-CN"/>
          </a:p>
        </p:txBody>
      </p:sp>
      <p:sp>
        <p:nvSpPr>
          <p:cNvPr id="15" name="灯片编号占位符 14"/>
          <p:cNvSpPr>
            <a:spLocks noGrp="1"/>
          </p:cNvSpPr>
          <p:nvPr>
            <p:ph type="sldNum" sz="quarter" idx="12"/>
          </p:nvPr>
        </p:nvSpPr>
        <p:spPr>
          <a:xfrm>
            <a:off x="10971372" y="6475451"/>
            <a:ext cx="1011804" cy="246945"/>
          </a:xfrm>
        </p:spPr>
        <p:txBody>
          <a:bodyPr/>
          <a:lstStyle/>
          <a:p>
            <a:fld id="{2D144C32-927F-4180-9294-88B94A00587D}" type="slidenum">
              <a:rPr lang="en-US" altLang="zh-CN" smtClean="0"/>
              <a:pPr/>
              <a:t>‹#›</a:t>
            </a:fld>
            <a:endParaRPr lang="en-US" altLang="zh-CN"/>
          </a:p>
        </p:txBody>
      </p:sp>
    </p:spTree>
    <p:extLst>
      <p:ext uri="{BB962C8B-B14F-4D97-AF65-F5344CB8AC3E}">
        <p14:creationId xmlns:p14="http://schemas.microsoft.com/office/powerpoint/2010/main" val="41772370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p>
            <a:r>
              <a:rPr kumimoji="0" lang="zh-CN" altLang="en-US"/>
              <a:t>单击此处编辑母版标题样式</a:t>
            </a:r>
            <a:endParaRPr kumimoji="0" lang="en-US"/>
          </a:p>
        </p:txBody>
      </p:sp>
      <p:sp>
        <p:nvSpPr>
          <p:cNvPr id="27" name="内容占位符 26"/>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endParaRPr lang="en-US" altLang="zh-CN"/>
          </a:p>
        </p:txBody>
      </p:sp>
      <p:sp>
        <p:nvSpPr>
          <p:cNvPr id="19" name="页脚占位符 18"/>
          <p:cNvSpPr>
            <a:spLocks noGrp="1"/>
          </p:cNvSpPr>
          <p:nvPr>
            <p:ph type="ftr" sz="quarter" idx="11"/>
          </p:nvPr>
        </p:nvSpPr>
        <p:spPr>
          <a:xfrm>
            <a:off x="4774579" y="76219"/>
            <a:ext cx="3860297" cy="288992"/>
          </a:xfrm>
        </p:spPr>
        <p:txBody>
          <a:bodyPr/>
          <a:lstStyle/>
          <a:p>
            <a:endParaRPr lang="en-US" altLang="zh-CN"/>
          </a:p>
        </p:txBody>
      </p:sp>
      <p:sp>
        <p:nvSpPr>
          <p:cNvPr id="16" name="灯片编号占位符 15"/>
          <p:cNvSpPr>
            <a:spLocks noGrp="1"/>
          </p:cNvSpPr>
          <p:nvPr>
            <p:ph type="sldNum" sz="quarter" idx="12"/>
          </p:nvPr>
        </p:nvSpPr>
        <p:spPr>
          <a:xfrm>
            <a:off x="10971372" y="6475451"/>
            <a:ext cx="1011804" cy="246945"/>
          </a:xfrm>
        </p:spPr>
        <p:txBody>
          <a:bodyPr/>
          <a:lstStyle/>
          <a:p>
            <a:fld id="{816E1AE2-1FF3-4140-B1E2-6A093B6A483C}" type="slidenum">
              <a:rPr lang="en-US" altLang="zh-CN" smtClean="0"/>
              <a:pPr/>
              <a:t>‹#›</a:t>
            </a:fld>
            <a:endParaRPr lang="en-US" altLang="zh-CN"/>
          </a:p>
        </p:txBody>
      </p:sp>
    </p:spTree>
    <p:extLst>
      <p:ext uri="{BB962C8B-B14F-4D97-AF65-F5344CB8AC3E}">
        <p14:creationId xmlns:p14="http://schemas.microsoft.com/office/powerpoint/2010/main" val="29660994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711" y="3445701"/>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6" name="文本占位符 5"/>
          <p:cNvSpPr>
            <a:spLocks noGrp="1"/>
          </p:cNvSpPr>
          <p:nvPr>
            <p:ph type="body" idx="1"/>
          </p:nvPr>
        </p:nvSpPr>
        <p:spPr>
          <a:xfrm>
            <a:off x="507934" y="1676788"/>
            <a:ext cx="11276132" cy="1219482"/>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19" name="日期占位符 18"/>
          <p:cNvSpPr>
            <a:spLocks noGrp="1"/>
          </p:cNvSpPr>
          <p:nvPr>
            <p:ph type="dt" sz="half" idx="10"/>
          </p:nvPr>
        </p:nvSpPr>
        <p:spPr/>
        <p:txBody>
          <a:bodyPr/>
          <a:lstStyle/>
          <a:p>
            <a:endParaRPr lang="en-US" altLang="zh-CN"/>
          </a:p>
        </p:txBody>
      </p:sp>
      <p:sp>
        <p:nvSpPr>
          <p:cNvPr id="11" name="页脚占位符 10"/>
          <p:cNvSpPr>
            <a:spLocks noGrp="1"/>
          </p:cNvSpPr>
          <p:nvPr>
            <p:ph type="ftr" sz="quarter" idx="11"/>
          </p:nvPr>
        </p:nvSpPr>
        <p:spPr/>
        <p:txBody>
          <a:bodyPr/>
          <a:lstStyle/>
          <a:p>
            <a:endParaRPr lang="en-US" altLang="zh-CN"/>
          </a:p>
        </p:txBody>
      </p:sp>
      <p:sp>
        <p:nvSpPr>
          <p:cNvPr id="16" name="灯片编号占位符 15"/>
          <p:cNvSpPr>
            <a:spLocks noGrp="1"/>
          </p:cNvSpPr>
          <p:nvPr>
            <p:ph type="sldNum" sz="quarter" idx="12"/>
          </p:nvPr>
        </p:nvSpPr>
        <p:spPr/>
        <p:txBody>
          <a:bodyPr/>
          <a:lstStyle/>
          <a:p>
            <a:fld id="{D4D8B537-0F04-4291-A2BF-9FB11C394A39}" type="slidenum">
              <a:rPr lang="en-US" altLang="zh-CN" smtClean="0"/>
              <a:pPr/>
              <a:t>‹#›</a:t>
            </a:fld>
            <a:endParaRPr lang="en-US" altLang="zh-CN"/>
          </a:p>
        </p:txBody>
      </p:sp>
      <p:sp>
        <p:nvSpPr>
          <p:cNvPr id="8" name="标题 7"/>
          <p:cNvSpPr>
            <a:spLocks noGrp="1"/>
          </p:cNvSpPr>
          <p:nvPr>
            <p:ph type="title"/>
          </p:nvPr>
        </p:nvSpPr>
        <p:spPr>
          <a:xfrm>
            <a:off x="240602" y="2947769"/>
            <a:ext cx="11580892" cy="1185099"/>
          </a:xfrm>
        </p:spPr>
        <p:txBody>
          <a:bodyPr rtlCol="0" anchor="t"/>
          <a:lstStyle>
            <a:lvl1pPr algn="r">
              <a:defRPr/>
            </a:lvl1pPr>
          </a:lstStyle>
          <a:p>
            <a:r>
              <a:rPr kumimoji="0" lang="zh-CN" altLang="en-US"/>
              <a:t>单击此处编辑母版标题样式</a:t>
            </a:r>
            <a:endParaRPr kumimoji="0" lang="en-US"/>
          </a:p>
        </p:txBody>
      </p:sp>
    </p:spTree>
    <p:extLst>
      <p:ext uri="{BB962C8B-B14F-4D97-AF65-F5344CB8AC3E}">
        <p14:creationId xmlns:p14="http://schemas.microsoft.com/office/powerpoint/2010/main" val="1788046595"/>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0" name="标题 19"/>
          <p:cNvSpPr>
            <a:spLocks noGrp="1"/>
          </p:cNvSpPr>
          <p:nvPr>
            <p:ph type="title"/>
          </p:nvPr>
        </p:nvSpPr>
        <p:spPr>
          <a:xfrm>
            <a:off x="402284" y="457306"/>
            <a:ext cx="11580892" cy="841443"/>
          </a:xfrm>
        </p:spPr>
        <p:txBody>
          <a:bodyPr/>
          <a:lstStyle/>
          <a:p>
            <a:r>
              <a:rPr kumimoji="0" lang="zh-CN" altLang="en-US"/>
              <a:t>单击此处编辑母版标题样式</a:t>
            </a:r>
            <a:endParaRPr kumimoji="0" lang="en-US"/>
          </a:p>
        </p:txBody>
      </p:sp>
      <p:sp>
        <p:nvSpPr>
          <p:cNvPr id="14" name="内容占位符 13"/>
          <p:cNvSpPr>
            <a:spLocks noGrp="1"/>
          </p:cNvSpPr>
          <p:nvPr>
            <p:ph sz="half" idx="1"/>
          </p:nvPr>
        </p:nvSpPr>
        <p:spPr>
          <a:xfrm>
            <a:off x="406347" y="1600571"/>
            <a:ext cx="5587273" cy="4725494"/>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3" name="内容占位符 12"/>
          <p:cNvSpPr>
            <a:spLocks noGrp="1"/>
          </p:cNvSpPr>
          <p:nvPr>
            <p:ph sz="half" idx="2"/>
          </p:nvPr>
        </p:nvSpPr>
        <p:spPr>
          <a:xfrm>
            <a:off x="6196793" y="1600571"/>
            <a:ext cx="5790446" cy="4725494"/>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1" name="日期占位符 20"/>
          <p:cNvSpPr>
            <a:spLocks noGrp="1"/>
          </p:cNvSpPr>
          <p:nvPr>
            <p:ph type="dt" sz="half" idx="10"/>
          </p:nvPr>
        </p:nvSpPr>
        <p:spPr/>
        <p:txBody>
          <a:bodyPr/>
          <a:lstStyle/>
          <a:p>
            <a:endParaRPr lang="en-US" altLang="zh-CN"/>
          </a:p>
        </p:txBody>
      </p:sp>
      <p:sp>
        <p:nvSpPr>
          <p:cNvPr id="10" name="页脚占位符 9"/>
          <p:cNvSpPr>
            <a:spLocks noGrp="1"/>
          </p:cNvSpPr>
          <p:nvPr>
            <p:ph type="ftr" sz="quarter" idx="11"/>
          </p:nvPr>
        </p:nvSpPr>
        <p:spPr/>
        <p:txBody>
          <a:bodyPr/>
          <a:lstStyle/>
          <a:p>
            <a:endParaRPr lang="en-US" altLang="zh-CN"/>
          </a:p>
        </p:txBody>
      </p:sp>
      <p:sp>
        <p:nvSpPr>
          <p:cNvPr id="31" name="灯片编号占位符 30"/>
          <p:cNvSpPr>
            <a:spLocks noGrp="1"/>
          </p:cNvSpPr>
          <p:nvPr>
            <p:ph type="sldNum" sz="quarter" idx="12"/>
          </p:nvPr>
        </p:nvSpPr>
        <p:spPr/>
        <p:txBody>
          <a:bodyPr/>
          <a:lstStyle/>
          <a:p>
            <a:fld id="{C23C37BD-115D-4EA8-9FFF-E0D34C15907D}" type="slidenum">
              <a:rPr lang="en-US" altLang="zh-CN" smtClean="0"/>
              <a:pPr/>
              <a:t>‹#›</a:t>
            </a:fld>
            <a:endParaRPr lang="en-US" altLang="zh-CN"/>
          </a:p>
        </p:txBody>
      </p:sp>
    </p:spTree>
    <p:extLst>
      <p:ext uri="{BB962C8B-B14F-4D97-AF65-F5344CB8AC3E}">
        <p14:creationId xmlns:p14="http://schemas.microsoft.com/office/powerpoint/2010/main" val="1102876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9" name="标题 28"/>
          <p:cNvSpPr>
            <a:spLocks noGrp="1"/>
          </p:cNvSpPr>
          <p:nvPr>
            <p:ph type="title"/>
          </p:nvPr>
        </p:nvSpPr>
        <p:spPr>
          <a:xfrm>
            <a:off x="406347" y="5411453"/>
            <a:ext cx="11479306" cy="882854"/>
          </a:xfrm>
        </p:spPr>
        <p:txBody>
          <a:bodyPr anchor="ctr"/>
          <a:lstStyle>
            <a:lvl1pPr>
              <a:defRPr/>
            </a:lvl1p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375211" y="666904"/>
            <a:ext cx="5719996" cy="639910"/>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25" name="文本占位符 24"/>
          <p:cNvSpPr>
            <a:spLocks noGrp="1"/>
          </p:cNvSpPr>
          <p:nvPr>
            <p:ph type="body" sz="half" idx="3"/>
          </p:nvPr>
        </p:nvSpPr>
        <p:spPr>
          <a:xfrm>
            <a:off x="6192561" y="666904"/>
            <a:ext cx="5722243" cy="639910"/>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p>
        </p:txBody>
      </p:sp>
      <p:sp>
        <p:nvSpPr>
          <p:cNvPr id="4" name="内容占位符 3"/>
          <p:cNvSpPr>
            <a:spLocks noGrp="1"/>
          </p:cNvSpPr>
          <p:nvPr>
            <p:ph sz="quarter" idx="2"/>
          </p:nvPr>
        </p:nvSpPr>
        <p:spPr>
          <a:xfrm>
            <a:off x="375211" y="1316343"/>
            <a:ext cx="5719996" cy="3942676"/>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8" name="内容占位符 27"/>
          <p:cNvSpPr>
            <a:spLocks noGrp="1"/>
          </p:cNvSpPr>
          <p:nvPr>
            <p:ph sz="quarter" idx="4"/>
          </p:nvPr>
        </p:nvSpPr>
        <p:spPr>
          <a:xfrm>
            <a:off x="6197500" y="1316343"/>
            <a:ext cx="5717304" cy="3942676"/>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10" name="日期占位符 9"/>
          <p:cNvSpPr>
            <a:spLocks noGrp="1"/>
          </p:cNvSpPr>
          <p:nvPr>
            <p:ph type="dt" sz="half" idx="10"/>
          </p:nvPr>
        </p:nvSpPr>
        <p:spPr/>
        <p:txBody>
          <a:bodyPr/>
          <a:lstStyle/>
          <a:p>
            <a:endParaRPr lang="en-US" altLang="zh-CN"/>
          </a:p>
        </p:txBody>
      </p:sp>
      <p:sp>
        <p:nvSpPr>
          <p:cNvPr id="6" name="页脚占位符 5"/>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a:xfrm>
            <a:off x="10971372" y="6478500"/>
            <a:ext cx="1015868" cy="246945"/>
          </a:xfrm>
        </p:spPr>
        <p:txBody>
          <a:bodyPr/>
          <a:lstStyle/>
          <a:p>
            <a:fld id="{B4354116-C1ED-4704-8B7C-3CD8FCC6B710}" type="slidenum">
              <a:rPr lang="en-US" altLang="zh-CN" smtClean="0"/>
              <a:pPr/>
              <a:t>‹#›</a:t>
            </a:fld>
            <a:endParaRPr lang="en-US" altLang="zh-CN"/>
          </a:p>
        </p:txBody>
      </p:sp>
      <p:sp>
        <p:nvSpPr>
          <p:cNvPr id="11" name="直接连接符 10"/>
          <p:cNvSpPr>
            <a:spLocks noChangeShapeType="1"/>
          </p:cNvSpPr>
          <p:nvPr/>
        </p:nvSpPr>
        <p:spPr bwMode="auto">
          <a:xfrm>
            <a:off x="685711" y="6021195"/>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Tree>
    <p:extLst>
      <p:ext uri="{BB962C8B-B14F-4D97-AF65-F5344CB8AC3E}">
        <p14:creationId xmlns:p14="http://schemas.microsoft.com/office/powerpoint/2010/main" val="8672571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0" name="标题 29"/>
          <p:cNvSpPr>
            <a:spLocks noGrp="1"/>
          </p:cNvSpPr>
          <p:nvPr>
            <p:ph type="title"/>
          </p:nvPr>
        </p:nvSpPr>
        <p:spPr>
          <a:xfrm>
            <a:off x="402284" y="457306"/>
            <a:ext cx="11580892" cy="841443"/>
          </a:xfrm>
        </p:spPr>
        <p:txBody>
          <a:bodyPr/>
          <a:lstStyle/>
          <a:p>
            <a:r>
              <a:rPr kumimoji="0" lang="zh-CN" altLang="en-US"/>
              <a:t>单击此处编辑母版标题样式</a:t>
            </a:r>
            <a:endParaRPr kumimoji="0" lang="en-US"/>
          </a:p>
        </p:txBody>
      </p:sp>
      <p:sp>
        <p:nvSpPr>
          <p:cNvPr id="12" name="日期占位符 11"/>
          <p:cNvSpPr>
            <a:spLocks noGrp="1"/>
          </p:cNvSpPr>
          <p:nvPr>
            <p:ph type="dt" sz="half" idx="10"/>
          </p:nvPr>
        </p:nvSpPr>
        <p:spPr/>
        <p:txBody>
          <a:bodyPr/>
          <a:lstStyle/>
          <a:p>
            <a:endParaRPr lang="en-US" altLang="zh-CN"/>
          </a:p>
        </p:txBody>
      </p:sp>
      <p:sp>
        <p:nvSpPr>
          <p:cNvPr id="21" name="页脚占位符 20"/>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F7DFCAB6-6380-4650-BC87-7786769E4506}" type="slidenum">
              <a:rPr lang="en-US" altLang="zh-CN" smtClean="0"/>
              <a:pPr/>
              <a:t>‹#›</a:t>
            </a:fld>
            <a:endParaRPr lang="en-US" altLang="zh-CN"/>
          </a:p>
        </p:txBody>
      </p:sp>
    </p:spTree>
    <p:extLst>
      <p:ext uri="{BB962C8B-B14F-4D97-AF65-F5344CB8AC3E}">
        <p14:creationId xmlns:p14="http://schemas.microsoft.com/office/powerpoint/2010/main" val="9829382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en-US" altLang="zh-CN"/>
          </a:p>
        </p:txBody>
      </p:sp>
      <p:sp>
        <p:nvSpPr>
          <p:cNvPr id="24" name="页脚占位符 23"/>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A534E84C-3113-4352-BB42-D00F22998753}" type="slidenum">
              <a:rPr lang="en-US" altLang="zh-CN" smtClean="0"/>
              <a:pPr/>
              <a:t>‹#›</a:t>
            </a:fld>
            <a:endParaRPr lang="en-US" altLang="zh-CN"/>
          </a:p>
        </p:txBody>
      </p:sp>
    </p:spTree>
    <p:extLst>
      <p:ext uri="{BB962C8B-B14F-4D97-AF65-F5344CB8AC3E}">
        <p14:creationId xmlns:p14="http://schemas.microsoft.com/office/powerpoint/2010/main" val="34920414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直接连接符 7"/>
          <p:cNvSpPr>
            <a:spLocks noChangeShapeType="1"/>
          </p:cNvSpPr>
          <p:nvPr/>
        </p:nvSpPr>
        <p:spPr bwMode="auto">
          <a:xfrm>
            <a:off x="685711" y="5850473"/>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12" name="标题 11"/>
          <p:cNvSpPr>
            <a:spLocks noGrp="1"/>
          </p:cNvSpPr>
          <p:nvPr>
            <p:ph type="title"/>
          </p:nvPr>
        </p:nvSpPr>
        <p:spPr>
          <a:xfrm>
            <a:off x="609521" y="5487670"/>
            <a:ext cx="11276132" cy="520821"/>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idx="2"/>
          </p:nvPr>
        </p:nvSpPr>
        <p:spPr>
          <a:xfrm>
            <a:off x="609522" y="609741"/>
            <a:ext cx="4010562" cy="4801712"/>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p>
        </p:txBody>
      </p:sp>
      <p:sp>
        <p:nvSpPr>
          <p:cNvPr id="14" name="内容占位符 13"/>
          <p:cNvSpPr>
            <a:spLocks noGrp="1"/>
          </p:cNvSpPr>
          <p:nvPr>
            <p:ph sz="half" idx="1"/>
          </p:nvPr>
        </p:nvSpPr>
        <p:spPr>
          <a:xfrm>
            <a:off x="4766113" y="609741"/>
            <a:ext cx="7119540" cy="4801712"/>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25" name="日期占位符 24"/>
          <p:cNvSpPr>
            <a:spLocks noGrp="1"/>
          </p:cNvSpPr>
          <p:nvPr>
            <p:ph type="dt" sz="half" idx="10"/>
          </p:nvPr>
        </p:nvSpPr>
        <p:spPr/>
        <p:txBody>
          <a:bodyPr/>
          <a:lstStyle/>
          <a:p>
            <a:endParaRPr lang="en-US" altLang="zh-CN"/>
          </a:p>
        </p:txBody>
      </p:sp>
      <p:sp>
        <p:nvSpPr>
          <p:cNvPr id="29" name="页脚占位符 28"/>
          <p:cNvSpPr>
            <a:spLocks noGrp="1"/>
          </p:cNvSpPr>
          <p:nvPr>
            <p:ph type="ftr" sz="quarter" idx="11"/>
          </p:nvPr>
        </p:nvSpPr>
        <p:spPr/>
        <p:txBody>
          <a:bodyPr/>
          <a:lstStyle/>
          <a:p>
            <a:endParaRPr lang="en-US" altLang="zh-CN"/>
          </a:p>
        </p:txBody>
      </p:sp>
      <p:sp>
        <p:nvSpPr>
          <p:cNvPr id="7" name="灯片编号占位符 6"/>
          <p:cNvSpPr>
            <a:spLocks noGrp="1"/>
          </p:cNvSpPr>
          <p:nvPr>
            <p:ph type="sldNum" sz="quarter" idx="12"/>
          </p:nvPr>
        </p:nvSpPr>
        <p:spPr/>
        <p:txBody>
          <a:bodyPr/>
          <a:lstStyle/>
          <a:p>
            <a:fld id="{078189A0-D642-4B62-A433-D1A035BE63C7}" type="slidenum">
              <a:rPr lang="en-US" altLang="zh-CN" smtClean="0"/>
              <a:pPr/>
              <a:t>‹#›</a:t>
            </a:fld>
            <a:endParaRPr lang="en-US" altLang="zh-CN"/>
          </a:p>
        </p:txBody>
      </p:sp>
    </p:spTree>
    <p:extLst>
      <p:ext uri="{BB962C8B-B14F-4D97-AF65-F5344CB8AC3E}">
        <p14:creationId xmlns:p14="http://schemas.microsoft.com/office/powerpoint/2010/main" val="31790728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3" name="图片占位符 12"/>
          <p:cNvSpPr>
            <a:spLocks noGrp="1"/>
          </p:cNvSpPr>
          <p:nvPr>
            <p:ph type="pic" idx="1"/>
          </p:nvPr>
        </p:nvSpPr>
        <p:spPr>
          <a:xfrm>
            <a:off x="4672992" y="616777"/>
            <a:ext cx="6704727" cy="3658447"/>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zh-CN" altLang="en-US"/>
              <a:t>单击图标添加图片</a:t>
            </a:r>
            <a:endParaRPr kumimoji="0" lang="en-US"/>
          </a:p>
        </p:txBody>
      </p:sp>
      <p:sp>
        <p:nvSpPr>
          <p:cNvPr id="7" name="日期占位符 6"/>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31" name="灯片编号占位符 30"/>
          <p:cNvSpPr>
            <a:spLocks noGrp="1"/>
          </p:cNvSpPr>
          <p:nvPr>
            <p:ph type="sldNum" sz="quarter" idx="12"/>
          </p:nvPr>
        </p:nvSpPr>
        <p:spPr/>
        <p:txBody>
          <a:bodyPr/>
          <a:lstStyle/>
          <a:p>
            <a:fld id="{BA635B0F-B73A-4B5D-9B48-0F16FCCF7B54}" type="slidenum">
              <a:rPr lang="en-US" altLang="zh-CN" smtClean="0"/>
              <a:pPr/>
              <a:t>‹#›</a:t>
            </a:fld>
            <a:endParaRPr lang="en-US" altLang="zh-CN"/>
          </a:p>
        </p:txBody>
      </p:sp>
      <p:sp>
        <p:nvSpPr>
          <p:cNvPr id="17" name="标题 16"/>
          <p:cNvSpPr>
            <a:spLocks noGrp="1"/>
          </p:cNvSpPr>
          <p:nvPr>
            <p:ph type="title"/>
          </p:nvPr>
        </p:nvSpPr>
        <p:spPr>
          <a:xfrm>
            <a:off x="507934" y="4994916"/>
            <a:ext cx="7822182" cy="522409"/>
          </a:xfrm>
        </p:spPr>
        <p:txBody>
          <a:bodyPr anchor="ctr"/>
          <a:lstStyle>
            <a:lvl1pPr algn="l">
              <a:buNone/>
              <a:defRPr sz="2000" b="1"/>
            </a:lvl1pPr>
          </a:lstStyle>
          <a:p>
            <a:r>
              <a:rPr kumimoji="0" lang="zh-CN" altLang="en-US"/>
              <a:t>单击此处编辑母版标题样式</a:t>
            </a:r>
            <a:endParaRPr kumimoji="0" lang="en-US"/>
          </a:p>
        </p:txBody>
      </p:sp>
      <p:sp>
        <p:nvSpPr>
          <p:cNvPr id="26" name="文本占位符 25"/>
          <p:cNvSpPr>
            <a:spLocks noGrp="1"/>
          </p:cNvSpPr>
          <p:nvPr>
            <p:ph type="body" sz="half" idx="2"/>
          </p:nvPr>
        </p:nvSpPr>
        <p:spPr>
          <a:xfrm>
            <a:off x="507934" y="5534499"/>
            <a:ext cx="7822182" cy="768528"/>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11272742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8EF4EEA2-76B7-4448-BD5F-8B64CC964607}" type="slidenum">
              <a:rPr lang="en-US" altLang="zh-CN" smtClean="0"/>
              <a:pPr/>
              <a:t>‹#›</a:t>
            </a:fld>
            <a:endParaRPr lang="en-US" altLang="zh-CN"/>
          </a:p>
        </p:txBody>
      </p:sp>
    </p:spTree>
    <p:extLst>
      <p:ext uri="{BB962C8B-B14F-4D97-AF65-F5344CB8AC3E}">
        <p14:creationId xmlns:p14="http://schemas.microsoft.com/office/powerpoint/2010/main" val="8015258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42810" y="549405"/>
            <a:ext cx="2438083" cy="5852880"/>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609520" y="549405"/>
            <a:ext cx="8330116" cy="5852880"/>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p:txBody>
          <a:bodyPr/>
          <a:lstStyle/>
          <a:p>
            <a:fld id="{2C416C84-7E79-45C1-9440-C3B753F5A6DD}" type="slidenum">
              <a:rPr lang="en-US" altLang="zh-CN" smtClean="0"/>
              <a:pPr/>
              <a:t>‹#›</a:t>
            </a:fld>
            <a:endParaRPr lang="en-US" altLang="zh-CN"/>
          </a:p>
        </p:txBody>
      </p:sp>
    </p:spTree>
    <p:extLst>
      <p:ext uri="{BB962C8B-B14F-4D97-AF65-F5344CB8AC3E}">
        <p14:creationId xmlns:p14="http://schemas.microsoft.com/office/powerpoint/2010/main" val="39024458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3963472" y="755825"/>
            <a:ext cx="4263470" cy="681196"/>
          </a:xfrm>
          <a:prstGeom prst="rect">
            <a:avLst/>
          </a:prstGeom>
          <a:effectLst>
            <a:outerShdw blurRad="50800" dist="50800" dir="5400000" algn="ctr" rotWithShape="0">
              <a:srgbClr val="000000">
                <a:alpha val="98000"/>
              </a:srgbClr>
            </a:outerShdw>
          </a:effectLst>
        </p:spPr>
      </p:pic>
      <p:sp>
        <p:nvSpPr>
          <p:cNvPr id="3" name="副标题 2"/>
          <p:cNvSpPr>
            <a:spLocks noGrp="1"/>
          </p:cNvSpPr>
          <p:nvPr>
            <p:ph type="subTitle" idx="1"/>
          </p:nvPr>
        </p:nvSpPr>
        <p:spPr>
          <a:xfrm>
            <a:off x="1055779" y="3602872"/>
            <a:ext cx="9774097" cy="1656145"/>
          </a:xfrm>
        </p:spPr>
        <p:txBody>
          <a:bodyPr anchor="ctr">
            <a:normAutofit/>
          </a:bodyPr>
          <a:lstStyle>
            <a:lvl1pPr marL="0" indent="0" algn="ctr">
              <a:buNone/>
              <a:defRPr sz="2800"/>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pPr fontAlgn="auto"/>
            <a:r>
              <a:rPr lang="zh-CN" altLang="en-US" strike="noStrike" noProof="1"/>
              <a:t>单击此处编辑母版副标题样式</a:t>
            </a:r>
          </a:p>
        </p:txBody>
      </p:sp>
      <p:sp>
        <p:nvSpPr>
          <p:cNvPr id="14" name="标题 13"/>
          <p:cNvSpPr>
            <a:spLocks noGrp="1"/>
          </p:cNvSpPr>
          <p:nvPr>
            <p:ph type="title"/>
          </p:nvPr>
        </p:nvSpPr>
        <p:spPr>
          <a:xfrm>
            <a:off x="838091" y="2094174"/>
            <a:ext cx="10514231" cy="1325870"/>
          </a:xfrm>
        </p:spPr>
        <p:txBody>
          <a:bodyPr>
            <a:normAutofit/>
          </a:bodyPr>
          <a:lstStyle>
            <a:lvl1pPr algn="ctr">
              <a:defRPr sz="4800"/>
            </a:lvl1pPr>
          </a:lstStyle>
          <a:p>
            <a:pPr fontAlgn="auto"/>
            <a:r>
              <a:rPr lang="zh-CN" altLang="en-US" strike="noStrike" noProof="1"/>
              <a:t>单击此处编辑母版标题样式</a:t>
            </a:r>
          </a:p>
        </p:txBody>
      </p:sp>
      <p:sp>
        <p:nvSpPr>
          <p:cNvPr id="15" name="日期占位符 14"/>
          <p:cNvSpPr>
            <a:spLocks noGrp="1"/>
          </p:cNvSpPr>
          <p:nvPr>
            <p:ph type="dt" sz="half" idx="10"/>
          </p:nvPr>
        </p:nvSpPr>
        <p:spPr>
          <a:xfrm>
            <a:off x="838091" y="6357822"/>
            <a:ext cx="2742843" cy="365210"/>
          </a:xfrm>
          <a:prstGeom prst="rect">
            <a:avLst/>
          </a:prstGeom>
        </p:spPr>
        <p:txBody>
          <a:bodyPr vert="horz" lIns="91440" tIns="45720" rIns="91440" bIns="45720" rtlCol="0" anchor="ctr"/>
          <a:lstStyle/>
          <a:p>
            <a:fld id="{9D96BA32-6B79-4895-824E-744062688BEE}" type="datetimeFigureOut">
              <a:rPr lang="zh-CN" altLang="en-US" smtClean="0"/>
              <a:t>2024/8/6</a:t>
            </a:fld>
            <a:endParaRPr lang="zh-CN" altLang="en-US"/>
          </a:p>
        </p:txBody>
      </p:sp>
      <p:sp>
        <p:nvSpPr>
          <p:cNvPr id="16" name="页脚占位符 15"/>
          <p:cNvSpPr>
            <a:spLocks noGrp="1"/>
          </p:cNvSpPr>
          <p:nvPr>
            <p:ph type="ftr" sz="quarter" idx="11"/>
          </p:nvPr>
        </p:nvSpPr>
        <p:spPr>
          <a:xfrm>
            <a:off x="4038075" y="6357822"/>
            <a:ext cx="4114264" cy="365210"/>
          </a:xfrm>
          <a:prstGeom prst="rect">
            <a:avLst/>
          </a:prstGeom>
        </p:spPr>
        <p:txBody>
          <a:bodyPr vert="horz" lIns="91440" tIns="45720" rIns="91440" bIns="45720" rtlCol="0" anchor="ctr"/>
          <a:lstStyle/>
          <a:p>
            <a:endParaRPr lang="zh-CN" altLang="en-US"/>
          </a:p>
        </p:txBody>
      </p:sp>
      <p:sp>
        <p:nvSpPr>
          <p:cNvPr id="17" name="灯片编号占位符 16"/>
          <p:cNvSpPr>
            <a:spLocks noGrp="1"/>
          </p:cNvSpPr>
          <p:nvPr>
            <p:ph type="sldNum" sz="quarter" idx="12"/>
          </p:nvPr>
        </p:nvSpPr>
        <p:spPr>
          <a:xfrm>
            <a:off x="8609479" y="6357822"/>
            <a:ext cx="2742843" cy="365210"/>
          </a:xfrm>
          <a:prstGeom prst="rect">
            <a:avLst/>
          </a:prstGeom>
        </p:spPr>
        <p:txBody>
          <a:bodyPr vert="horz" lIns="91440" tIns="45720" rIns="91440" bIns="45720" rtlCol="0" anchor="ctr"/>
          <a:lstStyle/>
          <a:p>
            <a:fld id="{FF35C9E2-507E-45B8-BD25-F3C98D86BE5F}" type="slidenum">
              <a:rPr lang="zh-CN" altLang="en-US" smtClean="0"/>
              <a:t>‹#›</a:t>
            </a:fld>
            <a:endParaRPr lang="zh-CN" altLang="en-US"/>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63785" y="756516"/>
            <a:ext cx="4262844" cy="680731"/>
          </a:xfrm>
          <a:prstGeom prst="rect">
            <a:avLst/>
          </a:prstGeom>
          <a:effectLst>
            <a:outerShdw blurRad="50800" dist="50800" dir="5400000" algn="ctr" rotWithShape="0">
              <a:srgbClr val="000000">
                <a:alpha val="98000"/>
              </a:srgbClr>
            </a:outerShdw>
          </a:effectLst>
        </p:spPr>
      </p:pic>
    </p:spTree>
    <p:extLst>
      <p:ext uri="{BB962C8B-B14F-4D97-AF65-F5344CB8AC3E}">
        <p14:creationId xmlns:p14="http://schemas.microsoft.com/office/powerpoint/2010/main" val="50808719"/>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2"/>
        </a:solidFill>
        <a:effectLst/>
      </p:bgPr>
    </p:bg>
    <p:spTree>
      <p:nvGrpSpPr>
        <p:cNvPr id="1" name=""/>
        <p:cNvGrpSpPr/>
        <p:nvPr/>
      </p:nvGrpSpPr>
      <p:grpSpPr>
        <a:xfrm>
          <a:off x="0" y="0"/>
          <a:ext cx="0" cy="0"/>
          <a:chOff x="0" y="0"/>
          <a:chExt cx="0" cy="0"/>
        </a:xfrm>
      </p:grpSpPr>
      <p:pic>
        <p:nvPicPr>
          <p:cNvPr id="3074" name="图片 6"/>
          <p:cNvPicPr>
            <a:picLocks noChangeAspect="1"/>
          </p:cNvPicPr>
          <p:nvPr/>
        </p:nvPicPr>
        <p:blipFill>
          <a:blip r:embed="rId2"/>
          <a:stretch>
            <a:fillRect/>
          </a:stretch>
        </p:blipFill>
        <p:spPr>
          <a:xfrm>
            <a:off x="8793606" y="214363"/>
            <a:ext cx="2931731" cy="468420"/>
          </a:xfrm>
          <a:prstGeom prst="rect">
            <a:avLst/>
          </a:prstGeom>
          <a:noFill/>
          <a:ln w="9525">
            <a:noFill/>
          </a:ln>
        </p:spPr>
      </p:pic>
      <p:sp>
        <p:nvSpPr>
          <p:cNvPr id="8" name="矩形 7"/>
          <p:cNvSpPr/>
          <p:nvPr/>
        </p:nvSpPr>
        <p:spPr>
          <a:xfrm>
            <a:off x="10228518" y="1927671"/>
            <a:ext cx="674600" cy="3247190"/>
          </a:xfrm>
          <a:prstGeom prst="rect">
            <a:avLst/>
          </a:prstGeom>
          <a:blipFill dpi="0" rotWithShape="1">
            <a:blip r:embed="rId3"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100" strike="noStrike" noProof="1"/>
          </a:p>
        </p:txBody>
      </p:sp>
      <p:sp>
        <p:nvSpPr>
          <p:cNvPr id="2" name="标题 1"/>
          <p:cNvSpPr>
            <a:spLocks noGrp="1"/>
          </p:cNvSpPr>
          <p:nvPr>
            <p:ph type="title"/>
          </p:nvPr>
        </p:nvSpPr>
        <p:spPr>
          <a:xfrm>
            <a:off x="522448" y="618003"/>
            <a:ext cx="8195546" cy="619332"/>
          </a:xfrm>
        </p:spPr>
        <p:txBody>
          <a:bodyPr>
            <a:normAutofit/>
          </a:bodyPr>
          <a:lstStyle>
            <a:lvl1pPr>
              <a:defRPr sz="3200"/>
            </a:lvl1pPr>
          </a:lstStyle>
          <a:p>
            <a:pPr fontAlgn="auto"/>
            <a:r>
              <a:rPr lang="zh-CN" altLang="en-US" strike="noStrike" noProof="1"/>
              <a:t>单击此处编辑母版标题样式</a:t>
            </a:r>
          </a:p>
        </p:txBody>
      </p:sp>
      <p:sp>
        <p:nvSpPr>
          <p:cNvPr id="3" name="内容占位符 2"/>
          <p:cNvSpPr>
            <a:spLocks noGrp="1"/>
          </p:cNvSpPr>
          <p:nvPr>
            <p:ph idx="1"/>
          </p:nvPr>
        </p:nvSpPr>
        <p:spPr>
          <a:xfrm>
            <a:off x="522448" y="1358060"/>
            <a:ext cx="8195545" cy="4933361"/>
          </a:xfrm>
        </p:spPr>
        <p:txBody>
          <a:bodyPr/>
          <a:lstStyle/>
          <a:p>
            <a:pPr lvl="0" fontAlgn="auto"/>
            <a:r>
              <a:rPr lang="zh-CN" altLang="en-US" strike="noStrike" noProof="1"/>
              <a:t>单击此处编辑母版文本样式</a:t>
            </a:r>
          </a:p>
          <a:p>
            <a:pPr lvl="1" fontAlgn="auto"/>
            <a:r>
              <a:rPr lang="zh-CN" altLang="en-US" strike="noStrike" noProof="1"/>
              <a:t>二级</a:t>
            </a:r>
          </a:p>
          <a:p>
            <a:pPr lvl="2" fontAlgn="auto"/>
            <a:r>
              <a:rPr lang="zh-CN" altLang="en-US" strike="noStrike" noProof="1"/>
              <a:t>三级</a:t>
            </a:r>
          </a:p>
          <a:p>
            <a:pPr lvl="3" fontAlgn="auto"/>
            <a:r>
              <a:rPr lang="zh-CN" altLang="en-US" strike="noStrike" noProof="1"/>
              <a:t>四级</a:t>
            </a:r>
          </a:p>
          <a:p>
            <a:pPr lvl="4" fontAlgn="auto"/>
            <a:r>
              <a:rPr lang="zh-CN" altLang="en-US" strike="noStrike" noProof="1"/>
              <a:t>五级</a:t>
            </a:r>
          </a:p>
        </p:txBody>
      </p:sp>
      <p:sp>
        <p:nvSpPr>
          <p:cNvPr id="10" name="日期占位符 9"/>
          <p:cNvSpPr>
            <a:spLocks noGrp="1"/>
          </p:cNvSpPr>
          <p:nvPr>
            <p:ph type="dt" sz="half" idx="10"/>
          </p:nvPr>
        </p:nvSpPr>
        <p:spPr>
          <a:xfrm>
            <a:off x="838091" y="6357822"/>
            <a:ext cx="2742843" cy="365210"/>
          </a:xfrm>
          <a:prstGeom prst="rect">
            <a:avLst/>
          </a:prstGeom>
        </p:spPr>
        <p:txBody>
          <a:bodyPr vert="horz" lIns="91440" tIns="45720" rIns="91440" bIns="45720" rtlCol="0" anchor="ctr"/>
          <a:lstStyle/>
          <a:p>
            <a:fld id="{9D96BA32-6B79-4895-824E-744062688BEE}" type="datetimeFigureOut">
              <a:rPr lang="zh-CN" altLang="en-US" smtClean="0"/>
              <a:t>2024/8/6</a:t>
            </a:fld>
            <a:endParaRPr lang="zh-CN" altLang="en-US"/>
          </a:p>
        </p:txBody>
      </p:sp>
      <p:sp>
        <p:nvSpPr>
          <p:cNvPr id="11" name="页脚占位符 10"/>
          <p:cNvSpPr>
            <a:spLocks noGrp="1"/>
          </p:cNvSpPr>
          <p:nvPr>
            <p:ph type="ftr" sz="quarter" idx="11"/>
          </p:nvPr>
        </p:nvSpPr>
        <p:spPr>
          <a:xfrm>
            <a:off x="4038075" y="6357822"/>
            <a:ext cx="4114264" cy="365210"/>
          </a:xfrm>
          <a:prstGeom prst="rect">
            <a:avLst/>
          </a:prstGeom>
        </p:spPr>
        <p:txBody>
          <a:bodyPr vert="horz" lIns="91440" tIns="45720" rIns="91440" bIns="45720" rtlCol="0" anchor="ctr"/>
          <a:lstStyle/>
          <a:p>
            <a:endParaRPr lang="zh-CN" altLang="en-US"/>
          </a:p>
        </p:txBody>
      </p:sp>
      <p:sp>
        <p:nvSpPr>
          <p:cNvPr id="12" name="灯片编号占位符 11"/>
          <p:cNvSpPr>
            <a:spLocks noGrp="1"/>
          </p:cNvSpPr>
          <p:nvPr>
            <p:ph type="sldNum" sz="quarter" idx="12"/>
          </p:nvPr>
        </p:nvSpPr>
        <p:spPr>
          <a:xfrm>
            <a:off x="8609479" y="6357822"/>
            <a:ext cx="2742843" cy="365210"/>
          </a:xfrm>
          <a:prstGeom prst="rect">
            <a:avLst/>
          </a:prstGeom>
        </p:spPr>
        <p:txBody>
          <a:bodyPr vert="horz" lIns="91440" tIns="45720" rIns="91440" bIns="45720" rtlCol="0" anchor="ctr"/>
          <a:lstStyle/>
          <a:p>
            <a:fld id="{FF35C9E2-507E-45B8-BD25-F3C98D86BE5F}" type="slidenum">
              <a:rPr lang="zh-CN" altLang="en-US" smtClean="0"/>
              <a:t>‹#›</a:t>
            </a:fld>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94221" y="214090"/>
            <a:ext cx="2931902" cy="468193"/>
          </a:xfrm>
          <a:prstGeom prst="rect">
            <a:avLst/>
          </a:prstGeom>
          <a:effectLst/>
        </p:spPr>
      </p:pic>
      <p:sp>
        <p:nvSpPr>
          <p:cNvPr id="4" name="矩形 3"/>
          <p:cNvSpPr/>
          <p:nvPr userDrawn="1"/>
        </p:nvSpPr>
        <p:spPr>
          <a:xfrm>
            <a:off x="10228666" y="1927217"/>
            <a:ext cx="674825" cy="3247592"/>
          </a:xfrm>
          <a:prstGeom prst="rect">
            <a:avLst/>
          </a:prstGeom>
          <a:blipFill dpi="0" rotWithShape="1">
            <a:blip r:embed="rId3" cstate="print">
              <a:alphaModFix amt="10000"/>
              <a:extLst>
                <a:ext uri="{28A0092B-C50C-407E-A947-70E740481C1C}">
                  <a14:useLocalDpi xmlns:a14="http://schemas.microsoft.com/office/drawing/2010/main" val="0"/>
                </a:ext>
              </a:extLst>
            </a:blip>
            <a:srcRect/>
            <a:stretch>
              <a:fillRect/>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00" dirty="0"/>
          </a:p>
        </p:txBody>
      </p:sp>
    </p:spTree>
    <p:extLst>
      <p:ext uri="{BB962C8B-B14F-4D97-AF65-F5344CB8AC3E}">
        <p14:creationId xmlns:p14="http://schemas.microsoft.com/office/powerpoint/2010/main" val="262839841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711" y="1051143"/>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8" name="文本占位符 7"/>
          <p:cNvSpPr>
            <a:spLocks noGrp="1"/>
          </p:cNvSpPr>
          <p:nvPr>
            <p:ph type="body" idx="1"/>
          </p:nvPr>
        </p:nvSpPr>
        <p:spPr>
          <a:xfrm>
            <a:off x="406347" y="1554523"/>
            <a:ext cx="11580892" cy="4527011"/>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1" name="日期占位符 10"/>
          <p:cNvSpPr>
            <a:spLocks noGrp="1"/>
          </p:cNvSpPr>
          <p:nvPr>
            <p:ph type="dt" sz="half" idx="2"/>
          </p:nvPr>
        </p:nvSpPr>
        <p:spPr>
          <a:xfrm>
            <a:off x="8634876" y="76219"/>
            <a:ext cx="3352364" cy="288992"/>
          </a:xfrm>
          <a:prstGeom prst="rect">
            <a:avLst/>
          </a:prstGeom>
        </p:spPr>
        <p:txBody>
          <a:bodyPr vert="horz"/>
          <a:lstStyle>
            <a:lvl1pPr algn="l" eaLnBrk="1" latinLnBrk="0" hangingPunct="1">
              <a:defRPr kumimoji="0" sz="1200">
                <a:solidFill>
                  <a:schemeClr val="accent1">
                    <a:shade val="75000"/>
                  </a:schemeClr>
                </a:solidFill>
              </a:defRPr>
            </a:lvl1pPr>
          </a:lstStyle>
          <a:p>
            <a:fld id="{9D96BA32-6B79-4895-824E-744062688BEE}" type="datetimeFigureOut">
              <a:rPr lang="zh-CN" altLang="en-US" smtClean="0"/>
              <a:t>2024/8/6</a:t>
            </a:fld>
            <a:endParaRPr lang="zh-CN" altLang="en-US"/>
          </a:p>
        </p:txBody>
      </p:sp>
      <p:sp>
        <p:nvSpPr>
          <p:cNvPr id="28" name="页脚占位符 27"/>
          <p:cNvSpPr>
            <a:spLocks noGrp="1"/>
          </p:cNvSpPr>
          <p:nvPr>
            <p:ph type="ftr" sz="quarter" idx="3"/>
          </p:nvPr>
        </p:nvSpPr>
        <p:spPr>
          <a:xfrm>
            <a:off x="4165058" y="76219"/>
            <a:ext cx="4469818" cy="288992"/>
          </a:xfrm>
          <a:prstGeom prst="rect">
            <a:avLst/>
          </a:prstGeom>
        </p:spPr>
        <p:txBody>
          <a:bodyPr vert="horz"/>
          <a:lstStyle>
            <a:lvl1pPr algn="r" eaLnBrk="1" latinLnBrk="0" hangingPunct="1">
              <a:defRPr kumimoji="0" sz="1200">
                <a:solidFill>
                  <a:schemeClr val="accent1">
                    <a:shade val="75000"/>
                  </a:schemeClr>
                </a:solidFill>
              </a:defRPr>
            </a:lvl1pPr>
          </a:lstStyle>
          <a:p>
            <a:endParaRPr lang="zh-CN" altLang="en-US"/>
          </a:p>
        </p:txBody>
      </p:sp>
      <p:sp>
        <p:nvSpPr>
          <p:cNvPr id="5" name="灯片编号占位符 4"/>
          <p:cNvSpPr>
            <a:spLocks noGrp="1"/>
          </p:cNvSpPr>
          <p:nvPr>
            <p:ph type="sldNum" sz="quarter" idx="4"/>
          </p:nvPr>
        </p:nvSpPr>
        <p:spPr>
          <a:xfrm>
            <a:off x="10971372" y="6478501"/>
            <a:ext cx="1015868" cy="244532"/>
          </a:xfrm>
          <a:prstGeom prst="rect">
            <a:avLst/>
          </a:prstGeom>
        </p:spPr>
        <p:txBody>
          <a:bodyPr vert="horz"/>
          <a:lstStyle>
            <a:lvl1pPr algn="r" eaLnBrk="1" latinLnBrk="0" hangingPunct="1">
              <a:defRPr kumimoji="0" sz="1200">
                <a:solidFill>
                  <a:schemeClr val="accent1">
                    <a:shade val="75000"/>
                  </a:schemeClr>
                </a:solidFill>
              </a:defRPr>
            </a:lvl1pPr>
          </a:lstStyle>
          <a:p>
            <a:fld id="{FF35C9E2-507E-45B8-BD25-F3C98D86BE5F}" type="slidenum">
              <a:rPr lang="zh-CN" altLang="en-US" smtClean="0"/>
              <a:t>‹#›</a:t>
            </a:fld>
            <a:endParaRPr lang="zh-CN" altLang="en-US"/>
          </a:p>
        </p:txBody>
      </p:sp>
      <p:sp>
        <p:nvSpPr>
          <p:cNvPr id="10" name="标题占位符 9"/>
          <p:cNvSpPr>
            <a:spLocks noGrp="1"/>
          </p:cNvSpPr>
          <p:nvPr>
            <p:ph type="title"/>
          </p:nvPr>
        </p:nvSpPr>
        <p:spPr>
          <a:xfrm>
            <a:off x="406347" y="457306"/>
            <a:ext cx="11580892" cy="838394"/>
          </a:xfrm>
          <a:prstGeom prst="rect">
            <a:avLst/>
          </a:prstGeom>
        </p:spPr>
        <p:txBody>
          <a:bodyPr vert="horz" anchor="ctr">
            <a:normAutofit/>
          </a:bodyPr>
          <a:lstStyle/>
          <a:p>
            <a:r>
              <a:rPr kumimoji="0" lang="zh-CN" altLang="en-US"/>
              <a:t>单击此处编辑母版标题样式</a:t>
            </a:r>
            <a:endParaRPr kumimoji="0" lang="en-US"/>
          </a:p>
        </p:txBody>
      </p:sp>
      <p:sp>
        <p:nvSpPr>
          <p:cNvPr id="9" name="直接连接符 8"/>
          <p:cNvSpPr>
            <a:spLocks noChangeShapeType="1"/>
          </p:cNvSpPr>
          <p:nvPr/>
        </p:nvSpPr>
        <p:spPr bwMode="auto">
          <a:xfrm>
            <a:off x="685711" y="1051143"/>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12" name="直接连接符 11"/>
          <p:cNvSpPr>
            <a:spLocks noChangeShapeType="1"/>
          </p:cNvSpPr>
          <p:nvPr/>
        </p:nvSpPr>
        <p:spPr bwMode="auto">
          <a:xfrm>
            <a:off x="685711" y="1058232"/>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Tree>
    <p:extLst>
      <p:ext uri="{BB962C8B-B14F-4D97-AF65-F5344CB8AC3E}">
        <p14:creationId xmlns:p14="http://schemas.microsoft.com/office/powerpoint/2010/main" val="2434633121"/>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ftr="0" dt="0"/>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866" indent="-342866"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876" indent="-285721"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2886" indent="-228577"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040" indent="-228577"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194"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349"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503" indent="-228577"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8657" indent="-228577"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811" indent="-228577"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154" algn="l" rtl="0" eaLnBrk="1" latinLnBrk="0" hangingPunct="1">
        <a:defRPr kumimoji="0" kern="1200">
          <a:solidFill>
            <a:schemeClr val="tx1"/>
          </a:solidFill>
          <a:latin typeface="+mn-lt"/>
          <a:ea typeface="+mn-ea"/>
          <a:cs typeface="+mn-cs"/>
        </a:defRPr>
      </a:lvl2pPr>
      <a:lvl3pPr marL="914309" algn="l" rtl="0" eaLnBrk="1" latinLnBrk="0" hangingPunct="1">
        <a:defRPr kumimoji="0" kern="1200">
          <a:solidFill>
            <a:schemeClr val="tx1"/>
          </a:solidFill>
          <a:latin typeface="+mn-lt"/>
          <a:ea typeface="+mn-ea"/>
          <a:cs typeface="+mn-cs"/>
        </a:defRPr>
      </a:lvl3pPr>
      <a:lvl4pPr marL="1371463" algn="l" rtl="0" eaLnBrk="1" latinLnBrk="0" hangingPunct="1">
        <a:defRPr kumimoji="0" kern="1200">
          <a:solidFill>
            <a:schemeClr val="tx1"/>
          </a:solidFill>
          <a:latin typeface="+mn-lt"/>
          <a:ea typeface="+mn-ea"/>
          <a:cs typeface="+mn-cs"/>
        </a:defRPr>
      </a:lvl4pPr>
      <a:lvl5pPr marL="1828617" algn="l" rtl="0" eaLnBrk="1" latinLnBrk="0" hangingPunct="1">
        <a:defRPr kumimoji="0" kern="1200">
          <a:solidFill>
            <a:schemeClr val="tx1"/>
          </a:solidFill>
          <a:latin typeface="+mn-lt"/>
          <a:ea typeface="+mn-ea"/>
          <a:cs typeface="+mn-cs"/>
        </a:defRPr>
      </a:lvl5pPr>
      <a:lvl6pPr marL="2285771" algn="l" rtl="0" eaLnBrk="1" latinLnBrk="0" hangingPunct="1">
        <a:defRPr kumimoji="0" kern="1200">
          <a:solidFill>
            <a:schemeClr val="tx1"/>
          </a:solidFill>
          <a:latin typeface="+mn-lt"/>
          <a:ea typeface="+mn-ea"/>
          <a:cs typeface="+mn-cs"/>
        </a:defRPr>
      </a:lvl6pPr>
      <a:lvl7pPr marL="2742926" algn="l" rtl="0" eaLnBrk="1" latinLnBrk="0" hangingPunct="1">
        <a:defRPr kumimoji="0" kern="1200">
          <a:solidFill>
            <a:schemeClr val="tx1"/>
          </a:solidFill>
          <a:latin typeface="+mn-lt"/>
          <a:ea typeface="+mn-ea"/>
          <a:cs typeface="+mn-cs"/>
        </a:defRPr>
      </a:lvl7pPr>
      <a:lvl8pPr marL="3200080" algn="l" rtl="0" eaLnBrk="1" latinLnBrk="0" hangingPunct="1">
        <a:defRPr kumimoji="0" kern="1200">
          <a:solidFill>
            <a:schemeClr val="tx1"/>
          </a:solidFill>
          <a:latin typeface="+mn-lt"/>
          <a:ea typeface="+mn-ea"/>
          <a:cs typeface="+mn-cs"/>
        </a:defRPr>
      </a:lvl8pPr>
      <a:lvl9pPr marL="3657234"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srcRect/>
          <a:tile tx="0" ty="0" sx="100000" sy="100000" flip="none" algn="tl"/>
        </a:blipFill>
        <a:effectLst/>
      </p:bgPr>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685711" y="1051143"/>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8" name="文本占位符 7"/>
          <p:cNvSpPr>
            <a:spLocks noGrp="1"/>
          </p:cNvSpPr>
          <p:nvPr>
            <p:ph type="body" idx="1"/>
          </p:nvPr>
        </p:nvSpPr>
        <p:spPr>
          <a:xfrm>
            <a:off x="406347" y="1554523"/>
            <a:ext cx="11580892" cy="4527011"/>
          </a:xfrm>
          <a:prstGeom prst="rect">
            <a:avLst/>
          </a:prstGeom>
        </p:spPr>
        <p:txBody>
          <a:bodyPr vert="horz">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11" name="日期占位符 10"/>
          <p:cNvSpPr>
            <a:spLocks noGrp="1"/>
          </p:cNvSpPr>
          <p:nvPr>
            <p:ph type="dt" sz="half" idx="2"/>
          </p:nvPr>
        </p:nvSpPr>
        <p:spPr>
          <a:xfrm>
            <a:off x="8634876" y="76219"/>
            <a:ext cx="3352364" cy="288992"/>
          </a:xfrm>
          <a:prstGeom prst="rect">
            <a:avLst/>
          </a:prstGeom>
        </p:spPr>
        <p:txBody>
          <a:bodyPr vert="horz"/>
          <a:lstStyle>
            <a:lvl1pPr algn="l" eaLnBrk="1" latinLnBrk="0" hangingPunct="1">
              <a:defRPr kumimoji="0" sz="1200">
                <a:solidFill>
                  <a:schemeClr val="accent1">
                    <a:shade val="75000"/>
                  </a:schemeClr>
                </a:solidFill>
              </a:defRPr>
            </a:lvl1pPr>
          </a:lstStyle>
          <a:p>
            <a:endParaRPr lang="en-US" altLang="zh-CN"/>
          </a:p>
        </p:txBody>
      </p:sp>
      <p:sp>
        <p:nvSpPr>
          <p:cNvPr id="28" name="页脚占位符 27"/>
          <p:cNvSpPr>
            <a:spLocks noGrp="1"/>
          </p:cNvSpPr>
          <p:nvPr>
            <p:ph type="ftr" sz="quarter" idx="3"/>
          </p:nvPr>
        </p:nvSpPr>
        <p:spPr>
          <a:xfrm>
            <a:off x="4165058" y="76219"/>
            <a:ext cx="4469818" cy="288992"/>
          </a:xfrm>
          <a:prstGeom prst="rect">
            <a:avLst/>
          </a:prstGeom>
        </p:spPr>
        <p:txBody>
          <a:bodyPr vert="horz"/>
          <a:lstStyle>
            <a:lvl1pPr algn="r" eaLnBrk="1" latinLnBrk="0" hangingPunct="1">
              <a:defRPr kumimoji="0" sz="1200">
                <a:solidFill>
                  <a:schemeClr val="accent1">
                    <a:shade val="75000"/>
                  </a:schemeClr>
                </a:solidFill>
              </a:defRPr>
            </a:lvl1pPr>
          </a:lstStyle>
          <a:p>
            <a:endParaRPr lang="en-US" altLang="zh-CN"/>
          </a:p>
        </p:txBody>
      </p:sp>
      <p:sp>
        <p:nvSpPr>
          <p:cNvPr id="5" name="灯片编号占位符 4"/>
          <p:cNvSpPr>
            <a:spLocks noGrp="1"/>
          </p:cNvSpPr>
          <p:nvPr>
            <p:ph type="sldNum" sz="quarter" idx="4"/>
          </p:nvPr>
        </p:nvSpPr>
        <p:spPr>
          <a:xfrm>
            <a:off x="10971372" y="6478501"/>
            <a:ext cx="1015868" cy="244532"/>
          </a:xfrm>
          <a:prstGeom prst="rect">
            <a:avLst/>
          </a:prstGeom>
        </p:spPr>
        <p:txBody>
          <a:bodyPr vert="horz"/>
          <a:lstStyle>
            <a:lvl1pPr algn="r" eaLnBrk="1" latinLnBrk="0" hangingPunct="1">
              <a:defRPr kumimoji="0" sz="1200">
                <a:solidFill>
                  <a:schemeClr val="accent1">
                    <a:shade val="75000"/>
                  </a:schemeClr>
                </a:solidFill>
              </a:defRPr>
            </a:lvl1pPr>
          </a:lstStyle>
          <a:p>
            <a:fld id="{DFBBFC48-F0C3-4F85-995B-BDC8CBEB075E}" type="slidenum">
              <a:rPr lang="en-US" altLang="zh-CN" smtClean="0"/>
              <a:pPr/>
              <a:t>‹#›</a:t>
            </a:fld>
            <a:endParaRPr lang="en-US" altLang="zh-CN"/>
          </a:p>
        </p:txBody>
      </p:sp>
      <p:sp>
        <p:nvSpPr>
          <p:cNvPr id="10" name="标题占位符 9"/>
          <p:cNvSpPr>
            <a:spLocks noGrp="1"/>
          </p:cNvSpPr>
          <p:nvPr>
            <p:ph type="title"/>
          </p:nvPr>
        </p:nvSpPr>
        <p:spPr>
          <a:xfrm>
            <a:off x="406347" y="457306"/>
            <a:ext cx="11580892" cy="838394"/>
          </a:xfrm>
          <a:prstGeom prst="rect">
            <a:avLst/>
          </a:prstGeom>
        </p:spPr>
        <p:txBody>
          <a:bodyPr vert="horz" anchor="ctr">
            <a:normAutofit/>
          </a:bodyPr>
          <a:lstStyle/>
          <a:p>
            <a:r>
              <a:rPr kumimoji="0" lang="zh-CN" altLang="en-US"/>
              <a:t>单击此处编辑母版标题样式</a:t>
            </a:r>
            <a:endParaRPr kumimoji="0" lang="en-US"/>
          </a:p>
        </p:txBody>
      </p:sp>
      <p:sp>
        <p:nvSpPr>
          <p:cNvPr id="9" name="直接连接符 8"/>
          <p:cNvSpPr>
            <a:spLocks noChangeShapeType="1"/>
          </p:cNvSpPr>
          <p:nvPr/>
        </p:nvSpPr>
        <p:spPr bwMode="auto">
          <a:xfrm>
            <a:off x="685711" y="1051143"/>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
        <p:nvSpPr>
          <p:cNvPr id="12" name="直接连接符 11"/>
          <p:cNvSpPr>
            <a:spLocks noChangeShapeType="1"/>
          </p:cNvSpPr>
          <p:nvPr/>
        </p:nvSpPr>
        <p:spPr bwMode="auto">
          <a:xfrm>
            <a:off x="685711" y="1058232"/>
            <a:ext cx="11504702" cy="2382"/>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28" tIns="45714" rIns="91428" bIns="45714" anchor="t" compatLnSpc="1"/>
          <a:lstStyle/>
          <a:p>
            <a:endParaRPr kumimoji="0" lang="en-US" sz="1800"/>
          </a:p>
        </p:txBody>
      </p:sp>
    </p:spTree>
    <p:extLst>
      <p:ext uri="{BB962C8B-B14F-4D97-AF65-F5344CB8AC3E}">
        <p14:creationId xmlns:p14="http://schemas.microsoft.com/office/powerpoint/2010/main" val="883890124"/>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866" indent="-342866"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876" indent="-285721"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2886" indent="-228577"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040" indent="-228577"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194"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349" indent="-228577"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503" indent="-228577"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8657" indent="-228577"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5811" indent="-228577"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154" algn="l" rtl="0" eaLnBrk="1" latinLnBrk="0" hangingPunct="1">
        <a:defRPr kumimoji="0" kern="1200">
          <a:solidFill>
            <a:schemeClr val="tx1"/>
          </a:solidFill>
          <a:latin typeface="+mn-lt"/>
          <a:ea typeface="+mn-ea"/>
          <a:cs typeface="+mn-cs"/>
        </a:defRPr>
      </a:lvl2pPr>
      <a:lvl3pPr marL="914309" algn="l" rtl="0" eaLnBrk="1" latinLnBrk="0" hangingPunct="1">
        <a:defRPr kumimoji="0" kern="1200">
          <a:solidFill>
            <a:schemeClr val="tx1"/>
          </a:solidFill>
          <a:latin typeface="+mn-lt"/>
          <a:ea typeface="+mn-ea"/>
          <a:cs typeface="+mn-cs"/>
        </a:defRPr>
      </a:lvl3pPr>
      <a:lvl4pPr marL="1371463" algn="l" rtl="0" eaLnBrk="1" latinLnBrk="0" hangingPunct="1">
        <a:defRPr kumimoji="0" kern="1200">
          <a:solidFill>
            <a:schemeClr val="tx1"/>
          </a:solidFill>
          <a:latin typeface="+mn-lt"/>
          <a:ea typeface="+mn-ea"/>
          <a:cs typeface="+mn-cs"/>
        </a:defRPr>
      </a:lvl4pPr>
      <a:lvl5pPr marL="1828617" algn="l" rtl="0" eaLnBrk="1" latinLnBrk="0" hangingPunct="1">
        <a:defRPr kumimoji="0" kern="1200">
          <a:solidFill>
            <a:schemeClr val="tx1"/>
          </a:solidFill>
          <a:latin typeface="+mn-lt"/>
          <a:ea typeface="+mn-ea"/>
          <a:cs typeface="+mn-cs"/>
        </a:defRPr>
      </a:lvl5pPr>
      <a:lvl6pPr marL="2285771" algn="l" rtl="0" eaLnBrk="1" latinLnBrk="0" hangingPunct="1">
        <a:defRPr kumimoji="0" kern="1200">
          <a:solidFill>
            <a:schemeClr val="tx1"/>
          </a:solidFill>
          <a:latin typeface="+mn-lt"/>
          <a:ea typeface="+mn-ea"/>
          <a:cs typeface="+mn-cs"/>
        </a:defRPr>
      </a:lvl6pPr>
      <a:lvl7pPr marL="2742926" algn="l" rtl="0" eaLnBrk="1" latinLnBrk="0" hangingPunct="1">
        <a:defRPr kumimoji="0" kern="1200">
          <a:solidFill>
            <a:schemeClr val="tx1"/>
          </a:solidFill>
          <a:latin typeface="+mn-lt"/>
          <a:ea typeface="+mn-ea"/>
          <a:cs typeface="+mn-cs"/>
        </a:defRPr>
      </a:lvl7pPr>
      <a:lvl8pPr marL="3200080" algn="l" rtl="0" eaLnBrk="1" latinLnBrk="0" hangingPunct="1">
        <a:defRPr kumimoji="0" kern="1200">
          <a:solidFill>
            <a:schemeClr val="tx1"/>
          </a:solidFill>
          <a:latin typeface="+mn-lt"/>
          <a:ea typeface="+mn-ea"/>
          <a:cs typeface="+mn-cs"/>
        </a:defRPr>
      </a:lvl8pPr>
      <a:lvl9pPr marL="3657234"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8.xml"/><Relationship Id="rId7" Type="http://schemas.openxmlformats.org/officeDocument/2006/relationships/image" Target="../media/image8.png"/><Relationship Id="rId2" Type="http://schemas.openxmlformats.org/officeDocument/2006/relationships/tags" Target="../tags/tag17.xml"/><Relationship Id="rId1" Type="http://schemas.openxmlformats.org/officeDocument/2006/relationships/themeOverride" Target="../theme/themeOverride1.xml"/><Relationship Id="rId6" Type="http://schemas.openxmlformats.org/officeDocument/2006/relationships/image" Target="../media/image7.jpeg"/><Relationship Id="rId5" Type="http://schemas.openxmlformats.org/officeDocument/2006/relationships/slideLayout" Target="../slideLayouts/slideLayout11.xml"/><Relationship Id="rId4" Type="http://schemas.openxmlformats.org/officeDocument/2006/relationships/tags" Target="../tags/tag19.xml"/></Relationships>
</file>

<file path=ppt/slides/_rels/slide2.xml.rels><?xml version="1.0" encoding="UTF-8" standalone="yes"?>
<Relationships xmlns="http://schemas.openxmlformats.org/package/2006/relationships"><Relationship Id="rId8" Type="http://schemas.openxmlformats.org/officeDocument/2006/relationships/slide" Target="slide35.xml"/><Relationship Id="rId13" Type="http://schemas.openxmlformats.org/officeDocument/2006/relationships/slide" Target="slide62.xml"/><Relationship Id="rId3" Type="http://schemas.openxmlformats.org/officeDocument/2006/relationships/slide" Target="slide3.xml"/><Relationship Id="rId7" Type="http://schemas.openxmlformats.org/officeDocument/2006/relationships/slide" Target="slide30.xml"/><Relationship Id="rId12" Type="http://schemas.openxmlformats.org/officeDocument/2006/relationships/slide" Target="slide55.xml"/><Relationship Id="rId2" Type="http://schemas.openxmlformats.org/officeDocument/2006/relationships/image" Target="../media/image7.jpeg"/><Relationship Id="rId1" Type="http://schemas.openxmlformats.org/officeDocument/2006/relationships/slideLayout" Target="../slideLayouts/slideLayout18.xml"/><Relationship Id="rId6" Type="http://schemas.openxmlformats.org/officeDocument/2006/relationships/slide" Target="slide22.xml"/><Relationship Id="rId11" Type="http://schemas.openxmlformats.org/officeDocument/2006/relationships/slide" Target="slide52.xml"/><Relationship Id="rId5" Type="http://schemas.openxmlformats.org/officeDocument/2006/relationships/slide" Target="slide15.xml"/><Relationship Id="rId10" Type="http://schemas.openxmlformats.org/officeDocument/2006/relationships/slide" Target="slide43.xml"/><Relationship Id="rId4" Type="http://schemas.openxmlformats.org/officeDocument/2006/relationships/slide" Target="slide10.xml"/><Relationship Id="rId9" Type="http://schemas.openxmlformats.org/officeDocument/2006/relationships/slide" Target="slide41.xml"/><Relationship Id="rId14" Type="http://schemas.openxmlformats.org/officeDocument/2006/relationships/slide" Target="slide6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hemeOverride" Target="../theme/themeOverride2.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hemeOverride" Target="../theme/themeOverride3.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hemeOverride" Target="../theme/themeOverride4.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hemeOverride" Target="../theme/themeOverride5.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hemeOverride" Target="../theme/themeOverride7.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hemeOverride" Target="../theme/themeOverride8.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hemeOverride" Target="../theme/themeOverride9.xml"/><Relationship Id="rId6" Type="http://schemas.openxmlformats.org/officeDocument/2006/relationships/hyperlink" Target="../ssd5&#26368;&#32456;&#35762;&#31295;/ssd5/ssd5/&#35838;&#20214;&#28436;&#31034;/&#36855;&#23467;/&#36855;&#23467;&#38382;&#39064;.exe" TargetMode="External"/><Relationship Id="rId5" Type="http://schemas.openxmlformats.org/officeDocument/2006/relationships/image" Target="../media/image10.wmf"/><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5.xml"/><Relationship Id="rId1" Type="http://schemas.openxmlformats.org/officeDocument/2006/relationships/themeOverride" Target="../theme/themeOverride10.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8.xml"/><Relationship Id="rId1" Type="http://schemas.openxmlformats.org/officeDocument/2006/relationships/themeOverride" Target="../theme/themeOverride11.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8.xml"/><Relationship Id="rId1" Type="http://schemas.openxmlformats.org/officeDocument/2006/relationships/themeOverride" Target="../theme/themeOverride12.xml"/><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8.xml"/><Relationship Id="rId1" Type="http://schemas.openxmlformats.org/officeDocument/2006/relationships/themeOverride" Target="../theme/themeOverride13.xml"/><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14.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8.xml"/><Relationship Id="rId1" Type="http://schemas.openxmlformats.org/officeDocument/2006/relationships/themeOverride" Target="../theme/themeOverride15.xml"/><Relationship Id="rId5" Type="http://schemas.openxmlformats.org/officeDocument/2006/relationships/image" Target="../media/image12.png"/><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16.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17.xml"/><Relationship Id="rId4" Type="http://schemas.openxmlformats.org/officeDocument/2006/relationships/image" Target="../media/image13.gif"/></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18.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19.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20.xml"/><Relationship Id="rId5" Type="http://schemas.openxmlformats.org/officeDocument/2006/relationships/image" Target="../media/image14.emf"/><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21.xml"/><Relationship Id="rId5" Type="http://schemas.openxmlformats.org/officeDocument/2006/relationships/image" Target="../media/image15.png"/><Relationship Id="rId4"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22.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23.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24.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25.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26.xml"/></Relationships>
</file>

<file path=ppt/slides/_rels/slide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27.xml"/></Relationships>
</file>

<file path=ppt/slides/_rels/slide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2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hemeOverride" Target="../theme/themeOverride29.xml"/><Relationship Id="rId4" Type="http://schemas.openxmlformats.org/officeDocument/2006/relationships/image" Target="../media/image7.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hemeOverride" Target="../theme/themeOverride30.xml"/><Relationship Id="rId4" Type="http://schemas.openxmlformats.org/officeDocument/2006/relationships/image" Target="../media/image7.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hemeOverride" Target="../theme/themeOverride31.xml"/><Relationship Id="rId4" Type="http://schemas.openxmlformats.org/officeDocument/2006/relationships/image" Target="../media/image7.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hemeOverride" Target="../theme/themeOverride32.xml"/><Relationship Id="rId4" Type="http://schemas.openxmlformats.org/officeDocument/2006/relationships/image" Target="../media/image7.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hemeOverride" Target="../theme/themeOverride33.xml"/><Relationship Id="rId4" Type="http://schemas.openxmlformats.org/officeDocument/2006/relationships/image" Target="../media/image7.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hemeOverride" Target="../theme/themeOverride34.xml"/><Relationship Id="rId4" Type="http://schemas.openxmlformats.org/officeDocument/2006/relationships/image" Target="../media/image7.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hemeOverride" Target="../theme/themeOverride35.xml"/><Relationship Id="rId4" Type="http://schemas.openxmlformats.org/officeDocument/2006/relationships/image" Target="../media/image7.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hemeOverride" Target="../theme/themeOverride36.xml"/><Relationship Id="rId4" Type="http://schemas.openxmlformats.org/officeDocument/2006/relationships/image" Target="../media/image7.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hemeOverride" Target="../theme/themeOverride37.xml"/><Relationship Id="rId4" Type="http://schemas.openxmlformats.org/officeDocument/2006/relationships/image" Target="../media/image7.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hemeOverride" Target="../theme/themeOverride38.xml"/><Relationship Id="rId4" Type="http://schemas.openxmlformats.org/officeDocument/2006/relationships/image" Target="../media/image7.jpeg"/></Relationships>
</file>

<file path=ppt/slides/_rels/slide4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39.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hemeOverride" Target="../theme/themeOverride40.xml"/><Relationship Id="rId4" Type="http://schemas.openxmlformats.org/officeDocument/2006/relationships/image" Target="../media/image7.jpe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hemeOverride" Target="../theme/themeOverride41.xml"/><Relationship Id="rId4" Type="http://schemas.openxmlformats.org/officeDocument/2006/relationships/image" Target="../media/image7.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hemeOverride" Target="../theme/themeOverride42.xml"/><Relationship Id="rId4" Type="http://schemas.openxmlformats.org/officeDocument/2006/relationships/image" Target="../media/image7.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themeOverride" Target="../theme/themeOverride43.xml"/><Relationship Id="rId4" Type="http://schemas.openxmlformats.org/officeDocument/2006/relationships/image" Target="../media/image7.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hemeOverride" Target="../theme/themeOverride44.xml"/><Relationship Id="rId4" Type="http://schemas.openxmlformats.org/officeDocument/2006/relationships/image" Target="../media/image7.jpeg"/></Relationships>
</file>

<file path=ppt/slides/_rels/slide4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4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themeOverride" Target="../theme/themeOverride46.xml"/><Relationship Id="rId4" Type="http://schemas.openxmlformats.org/officeDocument/2006/relationships/image" Target="../media/image7.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hemeOverride" Target="../theme/themeOverride47.xml"/><Relationship Id="rId4" Type="http://schemas.openxmlformats.org/officeDocument/2006/relationships/image" Target="../media/image7.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hemeOverride" Target="../theme/themeOverride48.xml"/><Relationship Id="rId4" Type="http://schemas.openxmlformats.org/officeDocument/2006/relationships/image" Target="../media/image7.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hemeOverride" Target="../theme/themeOverride49.xml"/><Relationship Id="rId4" Type="http://schemas.openxmlformats.org/officeDocument/2006/relationships/image" Target="../media/image7.jpe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hemeOverride" Target="../theme/themeOverride50.xml"/><Relationship Id="rId4" Type="http://schemas.openxmlformats.org/officeDocument/2006/relationships/image" Target="../media/image7.jpeg"/></Relationships>
</file>

<file path=ppt/slides/_rels/slide5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51.xml"/></Relationships>
</file>

<file path=ppt/slides/_rels/slide5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52.xml"/></Relationships>
</file>

<file path=ppt/slides/_rels/slide5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8.xml"/><Relationship Id="rId1" Type="http://schemas.openxmlformats.org/officeDocument/2006/relationships/themeOverride" Target="../theme/themeOverride53.xml"/><Relationship Id="rId4" Type="http://schemas.openxmlformats.org/officeDocument/2006/relationships/image" Target="../media/image16.jpe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hemeOverride" Target="../theme/themeOverride54.xml"/><Relationship Id="rId4" Type="http://schemas.openxmlformats.org/officeDocument/2006/relationships/image" Target="../media/image7.jpe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hemeOverride" Target="../theme/themeOverride55.xml"/><Relationship Id="rId4" Type="http://schemas.openxmlformats.org/officeDocument/2006/relationships/image" Target="../media/image7.jpe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hemeOverride" Target="../theme/themeOverride56.xml"/><Relationship Id="rId4" Type="http://schemas.openxmlformats.org/officeDocument/2006/relationships/image" Target="../media/image7.jpe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hemeOverride" Target="../theme/themeOverride57.xml"/><Relationship Id="rId4" Type="http://schemas.openxmlformats.org/officeDocument/2006/relationships/image" Target="../media/image7.jpe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hemeOverride" Target="../theme/themeOverride58.xml"/><Relationship Id="rId4" Type="http://schemas.openxmlformats.org/officeDocument/2006/relationships/image" Target="../media/image7.jpe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hemeOverride" Target="../theme/themeOverride59.xml"/><Relationship Id="rId4" Type="http://schemas.openxmlformats.org/officeDocument/2006/relationships/image" Target="../media/image7.jpe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hemeOverride" Target="../theme/themeOverride60.xml"/><Relationship Id="rId4" Type="http://schemas.openxmlformats.org/officeDocument/2006/relationships/image" Target="../media/image7.jpeg"/></Relationships>
</file>

<file path=ppt/slides/_rels/slide6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61.xml"/></Relationships>
</file>

<file path=ppt/slides/_rels/slide6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62.xml"/></Relationships>
</file>

<file path=ppt/slides/_rels/slide6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63.xml"/></Relationships>
</file>

<file path=ppt/slides/_rels/slide6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13.xml"/><Relationship Id="rId1" Type="http://schemas.openxmlformats.org/officeDocument/2006/relationships/themeOverride" Target="../theme/themeOverride64.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hemeOverride" Target="../theme/themeOverride65.xml"/><Relationship Id="rId6" Type="http://schemas.openxmlformats.org/officeDocument/2006/relationships/image" Target="../media/image17.wmf"/><Relationship Id="rId5" Type="http://schemas.openxmlformats.org/officeDocument/2006/relationships/oleObject" Target="../embeddings/oleObject3.bin"/><Relationship Id="rId4" Type="http://schemas.openxmlformats.org/officeDocument/2006/relationships/image" Target="../media/image7.jpe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8.xml"/><Relationship Id="rId1" Type="http://schemas.openxmlformats.org/officeDocument/2006/relationships/themeOverride" Target="../theme/themeOverride66.xml"/><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6">
            <a:alphaModFix amt="67000"/>
          </a:blip>
          <a:tile tx="0" ty="0" sx="100000" sy="100000" flip="none" algn="tl"/>
        </a:blipFill>
        <a:effectLst/>
      </p:bgPr>
    </p:bg>
    <p:spTree>
      <p:nvGrpSpPr>
        <p:cNvPr id="1" name=""/>
        <p:cNvGrpSpPr/>
        <p:nvPr/>
      </p:nvGrpSpPr>
      <p:grpSpPr>
        <a:xfrm>
          <a:off x="0" y="0"/>
          <a:ext cx="0" cy="0"/>
          <a:chOff x="0" y="0"/>
          <a:chExt cx="0" cy="0"/>
        </a:xfrm>
      </p:grpSpPr>
      <p:sp>
        <p:nvSpPr>
          <p:cNvPr id="15" name="主标题"/>
          <p:cNvSpPr txBox="1"/>
          <p:nvPr>
            <p:custDataLst>
              <p:tags r:id="rId2"/>
            </p:custDataLst>
          </p:nvPr>
        </p:nvSpPr>
        <p:spPr>
          <a:xfrm>
            <a:off x="3584110" y="2947435"/>
            <a:ext cx="5021865" cy="797456"/>
          </a:xfrm>
          <a:prstGeom prst="rect">
            <a:avLst/>
          </a:prstGeom>
          <a:noFill/>
          <a:ln w="9525">
            <a:noFill/>
          </a:ln>
        </p:spPr>
        <p:txBody>
          <a:bodyPr wrap="square" lIns="91351" tIns="45676" rIns="91351" bIns="45676">
            <a:spAutoFit/>
          </a:bodyPr>
          <a:lstStyle/>
          <a:p>
            <a:pPr algn="dist" defTabSz="455884"/>
            <a:r>
              <a:rPr lang="zh-CN" altLang="en-US" sz="4600" b="1" dirty="0">
                <a:solidFill>
                  <a:srgbClr val="FF0000"/>
                </a:solidFill>
                <a:latin typeface="微软雅黑" panose="020B0503020204020204" charset="-122"/>
                <a:ea typeface="微软雅黑" panose="020B0503020204020204" charset="-122"/>
                <a:sym typeface="Arial" panose="020B0604020202020204" pitchFamily="34" charset="0"/>
              </a:rPr>
              <a:t>第三章 回溯法</a:t>
            </a:r>
            <a:endParaRPr lang="zh-CN" altLang="en-US" sz="4800" b="1" dirty="0">
              <a:solidFill>
                <a:srgbClr val="FF0000"/>
              </a:solidFill>
              <a:latin typeface="Arial" panose="020B0604020202020204" pitchFamily="34" charset="0"/>
              <a:ea typeface="微软雅黑" panose="020B0503020204020204" charset="-122"/>
              <a:sym typeface="Arial" panose="020B0604020202020204" pitchFamily="34" charset="0"/>
            </a:endParaRPr>
          </a:p>
        </p:txBody>
      </p:sp>
      <p:sp>
        <p:nvSpPr>
          <p:cNvPr id="12" name="主标题英文"/>
          <p:cNvSpPr txBox="1"/>
          <p:nvPr>
            <p:custDataLst>
              <p:tags r:id="rId3"/>
            </p:custDataLst>
          </p:nvPr>
        </p:nvSpPr>
        <p:spPr>
          <a:xfrm>
            <a:off x="469994" y="4094735"/>
            <a:ext cx="11250100" cy="826027"/>
          </a:xfrm>
          <a:prstGeom prst="rect">
            <a:avLst/>
          </a:prstGeom>
          <a:noFill/>
          <a:ln w="9525">
            <a:noFill/>
          </a:ln>
        </p:spPr>
        <p:txBody>
          <a:bodyPr lIns="91351" tIns="45676" rIns="91351" bIns="45676">
            <a:noAutofit/>
          </a:bodyPr>
          <a:lstStyle/>
          <a:p>
            <a:pPr algn="ctr" defTabSz="455884"/>
            <a:r>
              <a:rPr lang="en-US" altLang="zh-CN" sz="4200" dirty="0">
                <a:solidFill>
                  <a:srgbClr val="FF0000"/>
                </a:solidFill>
                <a:latin typeface="Calibri" panose="020F0502020204030204" charset="0"/>
                <a:ea typeface="华文楷体" panose="02010600040101010101" pitchFamily="2" charset="-122"/>
                <a:sym typeface="Arial" panose="020B0604020202020204" pitchFamily="34" charset="0"/>
              </a:rPr>
              <a:t>Chapter 3 Backtracking</a:t>
            </a:r>
          </a:p>
        </p:txBody>
      </p:sp>
      <p:sp>
        <p:nvSpPr>
          <p:cNvPr id="17" name="汇报人"/>
          <p:cNvSpPr txBox="1"/>
          <p:nvPr>
            <p:custDataLst>
              <p:tags r:id="rId4"/>
            </p:custDataLst>
          </p:nvPr>
        </p:nvSpPr>
        <p:spPr>
          <a:xfrm>
            <a:off x="3800895" y="5493625"/>
            <a:ext cx="4588303" cy="953982"/>
          </a:xfrm>
          <a:prstGeom prst="rect">
            <a:avLst/>
          </a:prstGeom>
          <a:noFill/>
        </p:spPr>
        <p:txBody>
          <a:bodyPr wrap="square" rtlCol="0">
            <a:spAutoFit/>
          </a:bodyPr>
          <a:lstStyle/>
          <a:p>
            <a:pPr algn="ctr" defTabSz="474933"/>
            <a:r>
              <a:rPr lang="zh-CN" altLang="en-US" sz="2800" b="1" dirty="0">
                <a:solidFill>
                  <a:srgbClr val="0000FF"/>
                </a:solidFill>
                <a:latin typeface="华文楷体" panose="02010600040101010101" pitchFamily="2" charset="-122"/>
                <a:ea typeface="华文楷体" panose="02010600040101010101" pitchFamily="2" charset="-122"/>
                <a:sym typeface="Arial" panose="020B0604020202020204" pitchFamily="34" charset="0"/>
              </a:rPr>
              <a:t>计算机学院  高翔</a:t>
            </a:r>
            <a:endParaRPr lang="en-US" altLang="zh-CN" sz="2800" b="1" dirty="0">
              <a:solidFill>
                <a:srgbClr val="0000FF"/>
              </a:solidFill>
              <a:latin typeface="华文楷体" panose="02010600040101010101" pitchFamily="2" charset="-122"/>
              <a:ea typeface="华文楷体" panose="02010600040101010101" pitchFamily="2" charset="-122"/>
              <a:sym typeface="Arial" panose="020B0604020202020204" pitchFamily="34" charset="0"/>
            </a:endParaRPr>
          </a:p>
          <a:p>
            <a:pPr algn="ctr" defTabSz="474933"/>
            <a:r>
              <a:rPr lang="en-US" altLang="zh-CN" sz="2800" b="1" dirty="0">
                <a:solidFill>
                  <a:srgbClr val="0000FF"/>
                </a:solidFill>
                <a:latin typeface="华文楷体" panose="02010600040101010101" pitchFamily="2" charset="-122"/>
                <a:ea typeface="华文楷体" panose="02010600040101010101" pitchFamily="2" charset="-122"/>
              </a:rPr>
              <a:t>gaoxg@nwpu.edu.cn</a:t>
            </a:r>
          </a:p>
        </p:txBody>
      </p:sp>
      <p:sp>
        <p:nvSpPr>
          <p:cNvPr id="2" name="校徽打底">
            <a:extLst>
              <a:ext uri="{FF2B5EF4-FFF2-40B4-BE49-F238E27FC236}">
                <a16:creationId xmlns:a16="http://schemas.microsoft.com/office/drawing/2014/main" id="{DBB2F946-326E-6A1B-8BE7-E39A1CBE93CA}"/>
              </a:ext>
            </a:extLst>
          </p:cNvPr>
          <p:cNvSpPr/>
          <p:nvPr/>
        </p:nvSpPr>
        <p:spPr>
          <a:xfrm>
            <a:off x="3106501" y="1092139"/>
            <a:ext cx="6047884" cy="5705312"/>
          </a:xfrm>
          <a:prstGeom prst="rect">
            <a:avLst/>
          </a:prstGeom>
          <a:blipFill dpi="0" rotWithShape="1">
            <a:blip r:embed="rId7">
              <a:alphaModFix amt="15000"/>
            </a:blip>
            <a:srcRect/>
            <a:stretch>
              <a:fillRect/>
            </a:stretch>
          </a:blipFill>
          <a:ln w="12700" cap="flat" cmpd="sng" algn="ctr">
            <a:noFill/>
            <a:prstDash val="solid"/>
            <a:miter lim="800000"/>
          </a:ln>
          <a:effectLst/>
        </p:spPr>
        <p:txBody>
          <a:bodyPr rtlCol="0" anchor="ctr"/>
          <a:lstStyle/>
          <a:p>
            <a:pPr algn="ctr" defTabSz="914309">
              <a:defRPr/>
            </a:pPr>
            <a:endParaRPr lang="zh-CN" altLang="en-US" sz="1800" kern="0" dirty="0">
              <a:solidFill>
                <a:prstClr val="white"/>
              </a:solidFill>
              <a:latin typeface="Arial"/>
              <a:ea typeface="微软雅黑"/>
              <a:sym typeface="Arial" panose="020B0604020202020204" pitchFamily="34" charset="0"/>
            </a:endParaRPr>
          </a:p>
        </p:txBody>
      </p:sp>
      <p:grpSp>
        <p:nvGrpSpPr>
          <p:cNvPr id="3" name="校徽组合">
            <a:extLst>
              <a:ext uri="{FF2B5EF4-FFF2-40B4-BE49-F238E27FC236}">
                <a16:creationId xmlns:a16="http://schemas.microsoft.com/office/drawing/2014/main" id="{E87E0F6E-6B73-C950-7D50-26DE24994869}"/>
              </a:ext>
            </a:extLst>
          </p:cNvPr>
          <p:cNvGrpSpPr/>
          <p:nvPr/>
        </p:nvGrpSpPr>
        <p:grpSpPr>
          <a:xfrm>
            <a:off x="5366576" y="-7024"/>
            <a:ext cx="1456935" cy="1052599"/>
            <a:chOff x="5015984" y="467571"/>
            <a:chExt cx="2160032" cy="1905000"/>
          </a:xfrm>
        </p:grpSpPr>
        <p:sp>
          <p:nvSpPr>
            <p:cNvPr id="7" name="五边形">
              <a:extLst>
                <a:ext uri="{FF2B5EF4-FFF2-40B4-BE49-F238E27FC236}">
                  <a16:creationId xmlns:a16="http://schemas.microsoft.com/office/drawing/2014/main" id="{13DBF0C9-7F2B-A1FB-66A4-FCB483EF44AC}"/>
                </a:ext>
              </a:extLst>
            </p:cNvPr>
            <p:cNvSpPr/>
            <p:nvPr/>
          </p:nvSpPr>
          <p:spPr>
            <a:xfrm rot="5400000">
              <a:off x="5143500" y="340055"/>
              <a:ext cx="1905000" cy="2160032"/>
            </a:xfrm>
            <a:prstGeom prst="homePlate">
              <a:avLst>
                <a:gd name="adj" fmla="val 32000"/>
              </a:avLst>
            </a:prstGeom>
            <a:solidFill>
              <a:srgbClr val="1045C9"/>
            </a:solidFill>
            <a:ln w="12700" cap="flat" cmpd="sng" algn="ctr">
              <a:noFill/>
              <a:prstDash val="solid"/>
              <a:miter lim="800000"/>
            </a:ln>
            <a:effectLst/>
          </p:spPr>
          <p:txBody>
            <a:bodyPr rtlCol="0" anchor="ctr"/>
            <a:lstStyle/>
            <a:p>
              <a:pPr algn="ctr" defTabSz="914309">
                <a:defRPr/>
              </a:pPr>
              <a:endParaRPr lang="zh-CN" altLang="en-US" sz="1800" kern="0">
                <a:solidFill>
                  <a:prstClr val="white"/>
                </a:solidFill>
                <a:latin typeface="Arial"/>
                <a:ea typeface="微软雅黑"/>
                <a:sym typeface="Arial" panose="020B0604020202020204" pitchFamily="34" charset="0"/>
              </a:endParaRPr>
            </a:p>
          </p:txBody>
        </p:sp>
        <p:pic>
          <p:nvPicPr>
            <p:cNvPr id="9" name="校徽">
              <a:extLst>
                <a:ext uri="{FF2B5EF4-FFF2-40B4-BE49-F238E27FC236}">
                  <a16:creationId xmlns:a16="http://schemas.microsoft.com/office/drawing/2014/main" id="{DC30E6EE-822E-6A89-A6AF-C82607F132B3}"/>
                </a:ext>
              </a:extLst>
            </p:cNvPr>
            <p:cNvPicPr>
              <a:picLocks noChangeAspect="1"/>
            </p:cNvPicPr>
            <p:nvPr/>
          </p:nvPicPr>
          <p:blipFill>
            <a:blip r:embed="rId8" cstate="screen"/>
            <a:stretch>
              <a:fillRect/>
            </a:stretch>
          </p:blipFill>
          <p:spPr>
            <a:xfrm>
              <a:off x="5384165" y="584656"/>
              <a:ext cx="1423673" cy="1421486"/>
            </a:xfrm>
            <a:prstGeom prst="rect">
              <a:avLst/>
            </a:prstGeom>
          </p:spPr>
        </p:pic>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800"/>
                                  </p:stCondLst>
                                  <p:childTnLst>
                                    <p:set>
                                      <p:cBhvr>
                                        <p:cTn id="6" dur="1" fill="hold">
                                          <p:stCondLst>
                                            <p:cond delay="0"/>
                                          </p:stCondLst>
                                        </p:cTn>
                                        <p:tgtEl>
                                          <p:spTgt spid="15"/>
                                        </p:tgtEl>
                                        <p:attrNameLst>
                                          <p:attrName>style.visibility</p:attrName>
                                        </p:attrNameLst>
                                      </p:cBhvr>
                                      <p:to>
                                        <p:strVal val="visible"/>
                                      </p:to>
                                    </p:set>
                                    <p:anim calcmode="lin" valueType="num">
                                      <p:cBhvr>
                                        <p:cTn id="7" dur="750" fill="hold"/>
                                        <p:tgtEl>
                                          <p:spTgt spid="15"/>
                                        </p:tgtEl>
                                        <p:attrNameLst>
                                          <p:attrName>ppt_w</p:attrName>
                                        </p:attrNameLst>
                                      </p:cBhvr>
                                      <p:tavLst>
                                        <p:tav tm="0">
                                          <p:val>
                                            <p:strVal val="#ppt_w+.3"/>
                                          </p:val>
                                        </p:tav>
                                        <p:tav tm="100000">
                                          <p:val>
                                            <p:strVal val="#ppt_w"/>
                                          </p:val>
                                        </p:tav>
                                      </p:tavLst>
                                    </p:anim>
                                    <p:anim calcmode="lin" valueType="num">
                                      <p:cBhvr>
                                        <p:cTn id="8" dur="750" fill="hold"/>
                                        <p:tgtEl>
                                          <p:spTgt spid="15"/>
                                        </p:tgtEl>
                                        <p:attrNameLst>
                                          <p:attrName>ppt_h</p:attrName>
                                        </p:attrNameLst>
                                      </p:cBhvr>
                                      <p:tavLst>
                                        <p:tav tm="0">
                                          <p:val>
                                            <p:strVal val="#ppt_h"/>
                                          </p:val>
                                        </p:tav>
                                        <p:tav tm="100000">
                                          <p:val>
                                            <p:strVal val="#ppt_h"/>
                                          </p:val>
                                        </p:tav>
                                      </p:tavLst>
                                    </p:anim>
                                    <p:animEffect transition="in" filter="fade">
                                      <p:cBhvr>
                                        <p:cTn id="9" dur="750"/>
                                        <p:tgtEl>
                                          <p:spTgt spid="15"/>
                                        </p:tgtEl>
                                      </p:cBhvr>
                                    </p:animEffect>
                                  </p:childTnLst>
                                </p:cTn>
                              </p:par>
                              <p:par>
                                <p:cTn id="10" presetID="47" presetClass="entr" presetSubtype="0" fill="hold" grpId="0" nodeType="withEffect">
                                  <p:stCondLst>
                                    <p:cond delay="120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750"/>
                                        <p:tgtEl>
                                          <p:spTgt spid="12"/>
                                        </p:tgtEl>
                                      </p:cBhvr>
                                    </p:animEffect>
                                    <p:anim calcmode="lin" valueType="num">
                                      <p:cBhvr>
                                        <p:cTn id="13" dur="750" fill="hold"/>
                                        <p:tgtEl>
                                          <p:spTgt spid="12"/>
                                        </p:tgtEl>
                                        <p:attrNameLst>
                                          <p:attrName>ppt_x</p:attrName>
                                        </p:attrNameLst>
                                      </p:cBhvr>
                                      <p:tavLst>
                                        <p:tav tm="0">
                                          <p:val>
                                            <p:strVal val="#ppt_x"/>
                                          </p:val>
                                        </p:tav>
                                        <p:tav tm="100000">
                                          <p:val>
                                            <p:strVal val="#ppt_x"/>
                                          </p:val>
                                        </p:tav>
                                      </p:tavLst>
                                    </p:anim>
                                    <p:anim calcmode="lin" valueType="num">
                                      <p:cBhvr>
                                        <p:cTn id="14" dur="75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alphaModFix amt="67000"/>
          </a:blip>
          <a:tile tx="0" ty="0" sx="100000" sy="100000" flip="none" algn="tl"/>
        </a:blipFill>
        <a:effectLst/>
      </p:bgPr>
    </p:bg>
    <p:spTree>
      <p:nvGrpSpPr>
        <p:cNvPr id="1" name=""/>
        <p:cNvGrpSpPr/>
        <p:nvPr/>
      </p:nvGrpSpPr>
      <p:grpSpPr>
        <a:xfrm>
          <a:off x="0" y="0"/>
          <a:ext cx="0" cy="0"/>
          <a:chOff x="0" y="0"/>
          <a:chExt cx="0" cy="0"/>
        </a:xfrm>
      </p:grpSpPr>
      <p:sp>
        <p:nvSpPr>
          <p:cNvPr id="3075" name="Text Box 3">
            <a:hlinkClick r:id="rId3" action="ppaction://hlinksldjump"/>
          </p:cNvPr>
          <p:cNvSpPr txBox="1">
            <a:spLocks noChangeArrowheads="1"/>
          </p:cNvSpPr>
          <p:nvPr/>
        </p:nvSpPr>
        <p:spPr bwMode="auto">
          <a:xfrm>
            <a:off x="1092225" y="1125637"/>
            <a:ext cx="4679911" cy="579363"/>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309" fontAlgn="base">
              <a:spcBef>
                <a:spcPct val="50000"/>
              </a:spcBef>
              <a:spcAft>
                <a:spcPct val="0"/>
              </a:spcAft>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3.1  </a:t>
            </a:r>
            <a:r>
              <a:rPr lang="zh-CN" altLang="en-US"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回溯法的基本思想</a:t>
            </a:r>
          </a:p>
        </p:txBody>
      </p:sp>
      <p:sp>
        <p:nvSpPr>
          <p:cNvPr id="12" name="Text Box 3">
            <a:hlinkClick r:id="rId4" action="ppaction://hlinksldjump"/>
          </p:cNvPr>
          <p:cNvSpPr txBox="1">
            <a:spLocks noChangeArrowheads="1"/>
          </p:cNvSpPr>
          <p:nvPr/>
        </p:nvSpPr>
        <p:spPr bwMode="auto">
          <a:xfrm>
            <a:off x="1092225" y="1949600"/>
            <a:ext cx="4679911" cy="584699"/>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309" fontAlgn="base">
              <a:spcBef>
                <a:spcPct val="50000"/>
              </a:spcBef>
              <a:spcAft>
                <a:spcPct val="0"/>
              </a:spcAft>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3.2  </a:t>
            </a:r>
            <a:r>
              <a:rPr lang="zh-CN" altLang="en-US"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迷宫问题 </a:t>
            </a:r>
          </a:p>
        </p:txBody>
      </p:sp>
      <p:sp>
        <p:nvSpPr>
          <p:cNvPr id="13" name="Text Box 3">
            <a:hlinkClick r:id="rId5" action="ppaction://hlinksldjump"/>
          </p:cNvPr>
          <p:cNvSpPr txBox="1">
            <a:spLocks noChangeArrowheads="1"/>
          </p:cNvSpPr>
          <p:nvPr/>
        </p:nvSpPr>
        <p:spPr bwMode="auto">
          <a:xfrm>
            <a:off x="1092225" y="2778899"/>
            <a:ext cx="4679911" cy="584699"/>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309" fontAlgn="base">
              <a:spcBef>
                <a:spcPct val="50000"/>
              </a:spcBef>
              <a:spcAft>
                <a:spcPct val="0"/>
              </a:spcAft>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3.3 n</a:t>
            </a:r>
            <a:r>
              <a:rPr lang="zh-CN" altLang="en-US"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皇后问题</a:t>
            </a:r>
          </a:p>
        </p:txBody>
      </p:sp>
      <p:sp>
        <p:nvSpPr>
          <p:cNvPr id="2" name="Text Box 3">
            <a:hlinkClick r:id="rId6" action="ppaction://hlinksldjump"/>
            <a:extLst>
              <a:ext uri="{FF2B5EF4-FFF2-40B4-BE49-F238E27FC236}">
                <a16:creationId xmlns:a16="http://schemas.microsoft.com/office/drawing/2014/main" id="{C22E27D3-52FB-71DF-8099-66B014826466}"/>
              </a:ext>
            </a:extLst>
          </p:cNvPr>
          <p:cNvSpPr txBox="1">
            <a:spLocks noChangeArrowheads="1"/>
          </p:cNvSpPr>
          <p:nvPr/>
        </p:nvSpPr>
        <p:spPr bwMode="auto">
          <a:xfrm>
            <a:off x="1092225" y="3608198"/>
            <a:ext cx="4679911" cy="584699"/>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309" fontAlgn="base">
              <a:spcBef>
                <a:spcPct val="50000"/>
              </a:spcBef>
              <a:spcAft>
                <a:spcPct val="0"/>
              </a:spcAft>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3.4 </a:t>
            </a:r>
            <a:r>
              <a:rPr lang="zh-CN" altLang="en-US"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地图着色问题</a:t>
            </a:r>
          </a:p>
        </p:txBody>
      </p:sp>
      <p:sp>
        <p:nvSpPr>
          <p:cNvPr id="3" name="Text Box 3">
            <a:hlinkClick r:id="rId7" action="ppaction://hlinksldjump"/>
            <a:extLst>
              <a:ext uri="{FF2B5EF4-FFF2-40B4-BE49-F238E27FC236}">
                <a16:creationId xmlns:a16="http://schemas.microsoft.com/office/drawing/2014/main" id="{E9D5D7F8-B8B3-1CD1-21B2-CDBEA909FA93}"/>
              </a:ext>
            </a:extLst>
          </p:cNvPr>
          <p:cNvSpPr txBox="1">
            <a:spLocks noChangeArrowheads="1"/>
          </p:cNvSpPr>
          <p:nvPr/>
        </p:nvSpPr>
        <p:spPr bwMode="auto">
          <a:xfrm>
            <a:off x="1092225" y="4437497"/>
            <a:ext cx="4679911" cy="584699"/>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309" fontAlgn="base">
              <a:spcBef>
                <a:spcPct val="50000"/>
              </a:spcBef>
              <a:spcAft>
                <a:spcPct val="0"/>
              </a:spcAft>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3.5 0-1</a:t>
            </a:r>
            <a:r>
              <a:rPr lang="zh-CN" altLang="en-US"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背包问题</a:t>
            </a:r>
          </a:p>
        </p:txBody>
      </p:sp>
      <p:sp>
        <p:nvSpPr>
          <p:cNvPr id="4" name="Text Box 3">
            <a:hlinkClick r:id="rId8" action="ppaction://hlinksldjump"/>
            <a:extLst>
              <a:ext uri="{FF2B5EF4-FFF2-40B4-BE49-F238E27FC236}">
                <a16:creationId xmlns:a16="http://schemas.microsoft.com/office/drawing/2014/main" id="{E81A006F-F6F4-E60D-C3FB-86DC348017E1}"/>
              </a:ext>
            </a:extLst>
          </p:cNvPr>
          <p:cNvSpPr txBox="1">
            <a:spLocks noChangeArrowheads="1"/>
          </p:cNvSpPr>
          <p:nvPr/>
        </p:nvSpPr>
        <p:spPr bwMode="auto">
          <a:xfrm>
            <a:off x="1092225" y="5266796"/>
            <a:ext cx="4679911" cy="584699"/>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309" fontAlgn="base">
              <a:spcBef>
                <a:spcPct val="50000"/>
              </a:spcBef>
              <a:spcAft>
                <a:spcPct val="0"/>
              </a:spcAft>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3.6 </a:t>
            </a:r>
            <a:r>
              <a:rPr lang="zh-CN" altLang="en-US"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堡垒问题</a:t>
            </a:r>
          </a:p>
        </p:txBody>
      </p:sp>
      <p:sp>
        <p:nvSpPr>
          <p:cNvPr id="6" name="Text Box 3">
            <a:hlinkClick r:id="rId9" action="ppaction://hlinksldjump"/>
            <a:extLst>
              <a:ext uri="{FF2B5EF4-FFF2-40B4-BE49-F238E27FC236}">
                <a16:creationId xmlns:a16="http://schemas.microsoft.com/office/drawing/2014/main" id="{E788FDB9-DBA1-4BE7-B70A-E3A670F61589}"/>
              </a:ext>
            </a:extLst>
          </p:cNvPr>
          <p:cNvSpPr txBox="1">
            <a:spLocks noChangeArrowheads="1"/>
          </p:cNvSpPr>
          <p:nvPr/>
        </p:nvSpPr>
        <p:spPr bwMode="auto">
          <a:xfrm>
            <a:off x="6186077" y="1133520"/>
            <a:ext cx="4679911" cy="584775"/>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309" fontAlgn="base">
              <a:spcBef>
                <a:spcPct val="50000"/>
              </a:spcBef>
              <a:spcAft>
                <a:spcPct val="0"/>
              </a:spcAft>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3.7 </a:t>
            </a:r>
            <a:r>
              <a:rPr lang="zh-CN" altLang="en-US"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最大装载问题</a:t>
            </a:r>
          </a:p>
        </p:txBody>
      </p:sp>
      <p:sp>
        <p:nvSpPr>
          <p:cNvPr id="7" name="Text Box 3">
            <a:hlinkClick r:id="rId10" action="ppaction://hlinksldjump"/>
            <a:extLst>
              <a:ext uri="{FF2B5EF4-FFF2-40B4-BE49-F238E27FC236}">
                <a16:creationId xmlns:a16="http://schemas.microsoft.com/office/drawing/2014/main" id="{7B85A4BA-ABAC-CBA8-2A2D-7E36FB03581D}"/>
              </a:ext>
            </a:extLst>
          </p:cNvPr>
          <p:cNvSpPr txBox="1">
            <a:spLocks noChangeArrowheads="1"/>
          </p:cNvSpPr>
          <p:nvPr/>
        </p:nvSpPr>
        <p:spPr bwMode="auto">
          <a:xfrm>
            <a:off x="6186077" y="1950227"/>
            <a:ext cx="4679911" cy="584699"/>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309" fontAlgn="base">
              <a:spcBef>
                <a:spcPct val="50000"/>
              </a:spcBef>
              <a:spcAft>
                <a:spcPct val="0"/>
              </a:spcAft>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3.8  </a:t>
            </a:r>
            <a:r>
              <a:rPr lang="zh-CN" altLang="en-US"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迷宫问题</a:t>
            </a:r>
          </a:p>
        </p:txBody>
      </p:sp>
      <p:sp>
        <p:nvSpPr>
          <p:cNvPr id="8" name="Text Box 3">
            <a:hlinkClick r:id="rId11" action="ppaction://hlinksldjump"/>
            <a:extLst>
              <a:ext uri="{FF2B5EF4-FFF2-40B4-BE49-F238E27FC236}">
                <a16:creationId xmlns:a16="http://schemas.microsoft.com/office/drawing/2014/main" id="{A99B0588-AABD-1348-05D7-CCE03B8C1EB1}"/>
              </a:ext>
            </a:extLst>
          </p:cNvPr>
          <p:cNvSpPr txBox="1">
            <a:spLocks noChangeArrowheads="1"/>
          </p:cNvSpPr>
          <p:nvPr/>
        </p:nvSpPr>
        <p:spPr bwMode="auto">
          <a:xfrm>
            <a:off x="6186077" y="2778899"/>
            <a:ext cx="4679911" cy="584699"/>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309" fontAlgn="base">
              <a:spcBef>
                <a:spcPct val="50000"/>
              </a:spcBef>
              <a:spcAft>
                <a:spcPct val="0"/>
              </a:spcAft>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3.9 </a:t>
            </a:r>
            <a:r>
              <a:rPr lang="zh-CN" altLang="en-US"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排列问题</a:t>
            </a:r>
          </a:p>
        </p:txBody>
      </p:sp>
      <p:sp>
        <p:nvSpPr>
          <p:cNvPr id="9" name="Text Box 3">
            <a:hlinkClick r:id="rId12" action="ppaction://hlinksldjump"/>
            <a:extLst>
              <a:ext uri="{FF2B5EF4-FFF2-40B4-BE49-F238E27FC236}">
                <a16:creationId xmlns:a16="http://schemas.microsoft.com/office/drawing/2014/main" id="{1204CB89-C600-0ACB-3561-EAE891030A76}"/>
              </a:ext>
            </a:extLst>
          </p:cNvPr>
          <p:cNvSpPr txBox="1">
            <a:spLocks noChangeArrowheads="1"/>
          </p:cNvSpPr>
          <p:nvPr/>
        </p:nvSpPr>
        <p:spPr bwMode="auto">
          <a:xfrm>
            <a:off x="6186077" y="3607571"/>
            <a:ext cx="4679911" cy="584700"/>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no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309" fontAlgn="base">
              <a:spcBef>
                <a:spcPct val="50000"/>
              </a:spcBef>
              <a:spcAft>
                <a:spcPct val="0"/>
              </a:spcAft>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3.10 </a:t>
            </a:r>
            <a:r>
              <a:rPr lang="zh-CN" altLang="en-US"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素数环问题</a:t>
            </a:r>
            <a:endPar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endParaRPr>
          </a:p>
        </p:txBody>
      </p:sp>
      <p:sp>
        <p:nvSpPr>
          <p:cNvPr id="10" name="Text Box 3">
            <a:hlinkClick r:id="rId13" action="ppaction://hlinksldjump"/>
            <a:extLst>
              <a:ext uri="{FF2B5EF4-FFF2-40B4-BE49-F238E27FC236}">
                <a16:creationId xmlns:a16="http://schemas.microsoft.com/office/drawing/2014/main" id="{1AB92CED-8090-4421-896E-232388A5E9DA}"/>
              </a:ext>
            </a:extLst>
          </p:cNvPr>
          <p:cNvSpPr txBox="1">
            <a:spLocks noChangeArrowheads="1"/>
          </p:cNvSpPr>
          <p:nvPr/>
        </p:nvSpPr>
        <p:spPr bwMode="auto">
          <a:xfrm>
            <a:off x="6224161" y="4409553"/>
            <a:ext cx="4679911" cy="584699"/>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309" fontAlgn="base">
              <a:spcBef>
                <a:spcPct val="50000"/>
              </a:spcBef>
              <a:spcAft>
                <a:spcPct val="0"/>
              </a:spcAft>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3.11 </a:t>
            </a:r>
            <a:r>
              <a:rPr lang="zh-CN" altLang="en-US"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旅行商问题</a:t>
            </a:r>
          </a:p>
        </p:txBody>
      </p:sp>
      <p:sp>
        <p:nvSpPr>
          <p:cNvPr id="11" name="Text Box 3">
            <a:hlinkClick r:id="rId14" action="ppaction://hlinksldjump"/>
            <a:extLst>
              <a:ext uri="{FF2B5EF4-FFF2-40B4-BE49-F238E27FC236}">
                <a16:creationId xmlns:a16="http://schemas.microsoft.com/office/drawing/2014/main" id="{BB57C56F-FEE8-4854-03E9-ABF6E3E7B004}"/>
              </a:ext>
            </a:extLst>
          </p:cNvPr>
          <p:cNvSpPr txBox="1">
            <a:spLocks noChangeArrowheads="1"/>
          </p:cNvSpPr>
          <p:nvPr/>
        </p:nvSpPr>
        <p:spPr bwMode="auto">
          <a:xfrm>
            <a:off x="6224161" y="5262800"/>
            <a:ext cx="4679911" cy="584699"/>
          </a:xfrm>
          <a:prstGeom prst="rect">
            <a:avLst/>
          </a:prstGeom>
          <a:solidFill>
            <a:srgbClr val="00B0F0"/>
          </a:solidFill>
          <a:ln>
            <a:headEnd/>
            <a:tailEnd/>
          </a:ln>
        </p:spPr>
        <p:style>
          <a:lnRef idx="1">
            <a:schemeClr val="accent6"/>
          </a:lnRef>
          <a:fillRef idx="2">
            <a:schemeClr val="accent6"/>
          </a:fillRef>
          <a:effectRef idx="1">
            <a:schemeClr val="accent6"/>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defTabSz="914309" fontAlgn="base">
              <a:spcBef>
                <a:spcPct val="50000"/>
              </a:spcBef>
              <a:spcAft>
                <a:spcPct val="0"/>
              </a:spcAft>
            </a:pPr>
            <a:r>
              <a:rPr lang="en-US" altLang="zh-CN"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3.12 </a:t>
            </a:r>
            <a:r>
              <a:rPr lang="zh-CN" altLang="en-US" sz="3200" b="1" spc="50" dirty="0">
                <a:ln w="11430"/>
                <a:solidFill>
                  <a:srgbClr val="FF0000"/>
                </a:solidFill>
                <a:effectLst>
                  <a:outerShdw blurRad="76200" dist="50800" dir="5400000" algn="tl" rotWithShape="0">
                    <a:srgbClr val="000000">
                      <a:alpha val="65000"/>
                    </a:srgbClr>
                  </a:outerShdw>
                </a:effectLst>
                <a:latin typeface="华文楷体" panose="02010600040101010101" pitchFamily="2" charset="-122"/>
                <a:ea typeface="华文楷体" panose="02010600040101010101" pitchFamily="2" charset="-122"/>
                <a:cs typeface="Consolas" pitchFamily="49" charset="0"/>
              </a:rPr>
              <a:t>作业安排问题</a:t>
            </a:r>
          </a:p>
        </p:txBody>
      </p:sp>
      <p:sp>
        <p:nvSpPr>
          <p:cNvPr id="5" name="文本框 4">
            <a:extLst>
              <a:ext uri="{FF2B5EF4-FFF2-40B4-BE49-F238E27FC236}">
                <a16:creationId xmlns:a16="http://schemas.microsoft.com/office/drawing/2014/main" id="{71D12605-A754-5662-28F2-3B4D35531D0E}"/>
              </a:ext>
            </a:extLst>
          </p:cNvPr>
          <p:cNvSpPr txBox="1"/>
          <p:nvPr/>
        </p:nvSpPr>
        <p:spPr>
          <a:xfrm>
            <a:off x="5429132" y="310559"/>
            <a:ext cx="1332148" cy="584775"/>
          </a:xfrm>
          <a:prstGeom prst="rect">
            <a:avLst/>
          </a:prstGeom>
          <a:solidFill>
            <a:schemeClr val="bg2">
              <a:lumMod val="90000"/>
            </a:schemeClr>
          </a:solidFill>
        </p:spPr>
        <p:txBody>
          <a:bodyPr wrap="square" rtlCol="0">
            <a:spAutoFit/>
          </a:bodyPr>
          <a:lstStyle/>
          <a:p>
            <a:r>
              <a:rPr lang="zh-CN" altLang="en-US" sz="3200" b="1" dirty="0">
                <a:solidFill>
                  <a:srgbClr val="FF0000"/>
                </a:solidFill>
                <a:ea typeface="楷体" pitchFamily="49" charset="-122"/>
                <a:cs typeface="Times New Roman" pitchFamily="18" charset="0"/>
              </a:rPr>
              <a:t>目  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3076" name="Rectangle 3"/>
          <p:cNvSpPr>
            <a:spLocks noGrp="1" noChangeArrowheads="1"/>
          </p:cNvSpPr>
          <p:nvPr>
            <p:ph idx="1"/>
          </p:nvPr>
        </p:nvSpPr>
        <p:spPr>
          <a:xfrm>
            <a:off x="673013" y="1701601"/>
            <a:ext cx="8302513" cy="4838825"/>
          </a:xfrm>
        </p:spPr>
        <p:txBody>
          <a:bodyPr>
            <a:normAutofit/>
          </a:bodyPr>
          <a:lstStyle/>
          <a:p>
            <a:pPr eaLnBrk="1" hangingPunct="1">
              <a:lnSpc>
                <a:spcPct val="90000"/>
              </a:lnSpc>
              <a:buFont typeface="Wingdings" panose="05000000000000000000" pitchFamily="2" charset="2"/>
              <a:buChar char="l"/>
            </a:pPr>
            <a:r>
              <a:rPr lang="zh-CN" altLang="en-US" sz="2300" dirty="0">
                <a:solidFill>
                  <a:srgbClr val="0000FF"/>
                </a:solidFill>
                <a:latin typeface="华文楷体" panose="02010600040101010101" pitchFamily="2" charset="-122"/>
                <a:ea typeface="华文楷体" panose="02010600040101010101" pitchFamily="2" charset="-122"/>
              </a:rPr>
              <a:t>对于有些最优解问题，没有任何的理论也无法采用精确的数学公式来帮助我们找到最优解，我们只能用穷举算法。在这里我们介绍一种系统化的穷举搜索技术，称为回溯技术。</a:t>
            </a:r>
          </a:p>
          <a:p>
            <a:pPr eaLnBrk="1" hangingPunct="1">
              <a:lnSpc>
                <a:spcPct val="90000"/>
              </a:lnSpc>
              <a:buFont typeface="Wingdings" panose="05000000000000000000" pitchFamily="2" charset="2"/>
              <a:buChar char="l"/>
            </a:pPr>
            <a:r>
              <a:rPr lang="zh-CN" altLang="en-US" sz="2300" dirty="0">
                <a:solidFill>
                  <a:srgbClr val="0000FF"/>
                </a:solidFill>
                <a:latin typeface="华文楷体" panose="02010600040101010101" pitchFamily="2" charset="-122"/>
                <a:ea typeface="华文楷体" panose="02010600040101010101" pitchFamily="2" charset="-122"/>
              </a:rPr>
              <a:t>所谓回溯技术就是像人走迷宫一样，先选择一个前进方向尝试，一步步试探，在遇到死胡同不能再往前的时候就会退到上一个分支点，另选一个方向尝试，而在前进和回撤的路上都设置一些标记，以便能够正确返回，直到达到目标或者所有的可行方案都已经尝试完为止。</a:t>
            </a:r>
          </a:p>
        </p:txBody>
      </p:sp>
      <p:sp>
        <p:nvSpPr>
          <p:cNvPr id="4" name="灯片编号占位符 5"/>
          <p:cNvSpPr>
            <a:spLocks noGrp="1"/>
          </p:cNvSpPr>
          <p:nvPr>
            <p:ph type="sldNum" sz="quarter" idx="12"/>
          </p:nvPr>
        </p:nvSpPr>
        <p:spPr/>
        <p:txBody>
          <a:bodyPr/>
          <a:lstStyle/>
          <a:p>
            <a:pPr>
              <a:defRPr/>
            </a:pPr>
            <a:fld id="{ADC94B14-2107-44D0-888B-6261B557BE6F}" type="slidenum">
              <a:rPr lang="zh-CN" altLang="en-US"/>
              <a:pPr>
                <a:defRPr/>
              </a:pPr>
              <a:t>3</a:t>
            </a:fld>
            <a:endParaRPr lang="en-US" altLang="zh-CN"/>
          </a:p>
        </p:txBody>
      </p:sp>
      <p:sp>
        <p:nvSpPr>
          <p:cNvPr id="2" name="基础扎实 / Strong Preparation">
            <a:extLst>
              <a:ext uri="{FF2B5EF4-FFF2-40B4-BE49-F238E27FC236}">
                <a16:creationId xmlns:a16="http://schemas.microsoft.com/office/drawing/2014/main" id="{DE423197-09E0-4978-D173-090F09D5100D}"/>
              </a:ext>
            </a:extLst>
          </p:cNvPr>
          <p:cNvSpPr txBox="1"/>
          <p:nvPr/>
        </p:nvSpPr>
        <p:spPr>
          <a:xfrm>
            <a:off x="2603627" y="367980"/>
            <a:ext cx="5870237" cy="561660"/>
          </a:xfrm>
          <a:prstGeom prst="rect">
            <a:avLst/>
          </a:prstGeom>
          <a:noFill/>
          <a:ln>
            <a:noFill/>
          </a:ln>
        </p:spPr>
        <p:txBody>
          <a:bodyPr wrap="square" lIns="68549" tIns="34274" rIns="68549" bIns="34274" rtlCol="0">
            <a:spAutoFit/>
          </a:bodyPr>
          <a:lstStyle/>
          <a:p>
            <a:pPr algn="ctr" defTabSz="950595">
              <a:buClr>
                <a:prstClr val="white"/>
              </a:buClr>
              <a:buSzTx/>
              <a:buFontTx/>
              <a:defRPr/>
            </a:pPr>
            <a:r>
              <a:rPr lang="en-US" altLang="zh-CN" sz="3200" b="1" spc="50" dirty="0">
                <a:ln w="11430"/>
                <a:solidFill>
                  <a:srgbClr val="006600"/>
                </a:solidFill>
                <a:latin typeface="+mn-ea"/>
                <a:sym typeface="Arial" panose="020B0604020202020204" pitchFamily="34" charset="0"/>
              </a:rPr>
              <a:t>3</a:t>
            </a:r>
            <a:r>
              <a:rPr lang="zh-CN" altLang="en-US" sz="3200" b="1" spc="50" dirty="0">
                <a:ln w="11430"/>
                <a:solidFill>
                  <a:srgbClr val="006600"/>
                </a:solidFill>
                <a:latin typeface="+mn-ea"/>
                <a:sym typeface="Arial" panose="020B0604020202020204" pitchFamily="34" charset="0"/>
              </a:rPr>
              <a:t>.1 回溯法的基本思想</a:t>
            </a:r>
          </a:p>
        </p:txBody>
      </p:sp>
    </p:spTree>
    <p:extLst>
      <p:ext uri="{BB962C8B-B14F-4D97-AF65-F5344CB8AC3E}">
        <p14:creationId xmlns:p14="http://schemas.microsoft.com/office/powerpoint/2010/main" val="1485407442"/>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100" name="Rectangle 3"/>
          <p:cNvSpPr>
            <a:spLocks noGrp="1" noChangeArrowheads="1"/>
          </p:cNvSpPr>
          <p:nvPr>
            <p:ph idx="1"/>
          </p:nvPr>
        </p:nvSpPr>
        <p:spPr>
          <a:xfrm>
            <a:off x="719309" y="1052980"/>
            <a:ext cx="8328225" cy="4352346"/>
          </a:xfrm>
        </p:spPr>
        <p:txBody>
          <a:bodyPr>
            <a:normAutofit/>
          </a:bodyPr>
          <a:lstStyle/>
          <a:p>
            <a:pPr>
              <a:buFont typeface="Wingdings" panose="05000000000000000000" pitchFamily="2" charset="2"/>
              <a:buChar char="l"/>
            </a:pPr>
            <a:r>
              <a:rPr lang="zh-CN" altLang="en-US" sz="2300" dirty="0">
                <a:solidFill>
                  <a:srgbClr val="0000FF"/>
                </a:solidFill>
                <a:latin typeface="华文楷体" panose="02010600040101010101" pitchFamily="2" charset="-122"/>
                <a:ea typeface="华文楷体" panose="02010600040101010101" pitchFamily="2" charset="-122"/>
              </a:rPr>
              <a:t>在通常的情况下，我们使用递归方式来实现回溯技术，也就是在每一个分叉点进行递归尝试。在回溯时通常采用栈来记录回溯过程，使用栈可使穷举过程能回溯到所要的位置，并继续在指定层次上往下穷举所有可能的解。</a:t>
            </a:r>
            <a:endParaRPr lang="en-US" altLang="zh-CN" sz="2300" dirty="0">
              <a:solidFill>
                <a:srgbClr val="0000FF"/>
              </a:solidFill>
              <a:latin typeface="华文楷体" panose="02010600040101010101" pitchFamily="2" charset="-122"/>
              <a:ea typeface="华文楷体" panose="02010600040101010101" pitchFamily="2" charset="-122"/>
            </a:endParaRPr>
          </a:p>
          <a:p>
            <a:pPr>
              <a:buFont typeface="Wingdings" panose="05000000000000000000" pitchFamily="2" charset="2"/>
              <a:buChar char="l"/>
            </a:pPr>
            <a:r>
              <a:rPr lang="zh-CN" altLang="en-US" sz="2300" dirty="0">
                <a:solidFill>
                  <a:srgbClr val="0000FF"/>
                </a:solidFill>
                <a:latin typeface="华文楷体" panose="02010600040101010101" pitchFamily="2" charset="-122"/>
                <a:ea typeface="华文楷体" panose="02010600040101010101" pitchFamily="2" charset="-122"/>
              </a:rPr>
              <a:t>回溯法在问题的解空间树中，按深度优先策略，从根结点出发搜索解空间树。算法搜索至解空间树的任意一点时，先判断该结点是否包含问题的解。如果肯定不包含，则跳过对该结点为根的子树的搜索，逐层向其祖先结点回溯；否则，进入该子树，继续按深度优先策略搜索。</a:t>
            </a:r>
            <a:endParaRPr lang="ja-JP" altLang="en-US" sz="2300" dirty="0">
              <a:solidFill>
                <a:srgbClr val="0000FF"/>
              </a:solidFill>
              <a:latin typeface="华文楷体" panose="02010600040101010101" pitchFamily="2" charset="-122"/>
              <a:ea typeface="华文楷体" panose="02010600040101010101" pitchFamily="2" charset="-122"/>
            </a:endParaRPr>
          </a:p>
          <a:p>
            <a:endParaRPr lang="zh-CN" altLang="en-US" sz="2300" dirty="0">
              <a:latin typeface="微软雅黑" panose="020B0503020204020204" pitchFamily="34" charset="-122"/>
              <a:ea typeface="微软雅黑" panose="020B0503020204020204" pitchFamily="34" charset="-122"/>
            </a:endParaRPr>
          </a:p>
        </p:txBody>
      </p:sp>
      <p:sp>
        <p:nvSpPr>
          <p:cNvPr id="4" name="灯片编号占位符 5"/>
          <p:cNvSpPr>
            <a:spLocks noGrp="1"/>
          </p:cNvSpPr>
          <p:nvPr>
            <p:ph type="sldNum" sz="quarter" idx="12"/>
          </p:nvPr>
        </p:nvSpPr>
        <p:spPr/>
        <p:txBody>
          <a:bodyPr/>
          <a:lstStyle/>
          <a:p>
            <a:pPr>
              <a:defRPr/>
            </a:pPr>
            <a:fld id="{936C111F-9F03-4FD5-8696-30F4334B6C4D}" type="slidenum">
              <a:rPr lang="zh-CN" altLang="en-US"/>
              <a:pPr>
                <a:defRPr/>
              </a:pPr>
              <a:t>4</a:t>
            </a:fld>
            <a:endParaRPr lang="en-US" altLang="zh-CN"/>
          </a:p>
        </p:txBody>
      </p:sp>
    </p:spTree>
    <p:extLst>
      <p:ext uri="{BB962C8B-B14F-4D97-AF65-F5344CB8AC3E}">
        <p14:creationId xmlns:p14="http://schemas.microsoft.com/office/powerpoint/2010/main" val="684537536"/>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494506" y="757532"/>
            <a:ext cx="10361851" cy="1143265"/>
          </a:xfrm>
        </p:spPr>
        <p:txBody>
          <a:bodyPr>
            <a:normAutofit/>
          </a:bodyPr>
          <a:lstStyle/>
          <a:p>
            <a:pPr eaLnBrk="1" hangingPunct="1">
              <a:defRPr/>
            </a:pPr>
            <a:r>
              <a:rPr lang="zh-CN" altLang="en-US" sz="3200" b="1" dirty="0">
                <a:solidFill>
                  <a:srgbClr val="0000FF"/>
                </a:solidFill>
                <a:effectLst/>
                <a:latin typeface="华文楷体" panose="02010600040101010101" pitchFamily="2" charset="-122"/>
                <a:ea typeface="华文楷体" panose="02010600040101010101" pitchFamily="2" charset="-122"/>
              </a:rPr>
              <a:t>生成问题状态的基本方法</a:t>
            </a:r>
          </a:p>
        </p:txBody>
      </p:sp>
      <p:sp>
        <p:nvSpPr>
          <p:cNvPr id="6148" name="Rectangle 3"/>
          <p:cNvSpPr>
            <a:spLocks noGrp="1" noChangeArrowheads="1"/>
          </p:cNvSpPr>
          <p:nvPr>
            <p:ph idx="1"/>
          </p:nvPr>
        </p:nvSpPr>
        <p:spPr>
          <a:xfrm>
            <a:off x="455571" y="1901284"/>
            <a:ext cx="8591964" cy="4285009"/>
          </a:xfrm>
        </p:spPr>
        <p:txBody>
          <a:bodyPr>
            <a:normAutofit/>
          </a:bodyPr>
          <a:lstStyle/>
          <a:p>
            <a:pPr eaLnBrk="1" hangingPunct="1">
              <a:buFont typeface="Wingdings" panose="05000000000000000000" pitchFamily="2" charset="2"/>
              <a:buChar char="l"/>
            </a:pPr>
            <a:r>
              <a:rPr lang="zh-CN" altLang="en-US" sz="2300" b="1" dirty="0">
                <a:solidFill>
                  <a:srgbClr val="0000FF"/>
                </a:solidFill>
                <a:latin typeface="华文楷体" panose="02010600040101010101" pitchFamily="2" charset="-122"/>
                <a:ea typeface="华文楷体" panose="02010600040101010101" pitchFamily="2" charset="-122"/>
              </a:rPr>
              <a:t>活结点</a:t>
            </a: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一个自身已生成但其儿子还没有全部生成的节点称做活结点</a:t>
            </a:r>
          </a:p>
          <a:p>
            <a:pPr eaLnBrk="1" hangingPunct="1">
              <a:buFont typeface="Wingdings" panose="05000000000000000000" pitchFamily="2" charset="2"/>
              <a:buChar char="l"/>
            </a:pPr>
            <a:r>
              <a:rPr lang="zh-CN" altLang="en-US" sz="2300" b="1" dirty="0">
                <a:solidFill>
                  <a:srgbClr val="0000FF"/>
                </a:solidFill>
                <a:latin typeface="华文楷体" panose="02010600040101010101" pitchFamily="2" charset="-122"/>
                <a:ea typeface="华文楷体" panose="02010600040101010101" pitchFamily="2" charset="-122"/>
              </a:rPr>
              <a:t>死结点</a:t>
            </a: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一个所有儿子已经产生的结点称做死结点</a:t>
            </a:r>
          </a:p>
          <a:p>
            <a:pPr eaLnBrk="1" hangingPunct="1">
              <a:buFont typeface="Wingdings" panose="05000000000000000000" pitchFamily="2" charset="2"/>
              <a:buChar char="l"/>
            </a:pPr>
            <a:r>
              <a:rPr lang="zh-CN" altLang="en-US" sz="2300" b="1" dirty="0">
                <a:solidFill>
                  <a:srgbClr val="0000FF"/>
                </a:solidFill>
                <a:latin typeface="华文楷体" panose="02010600040101010101" pitchFamily="2" charset="-122"/>
                <a:ea typeface="华文楷体" panose="02010600040101010101" pitchFamily="2" charset="-122"/>
              </a:rPr>
              <a:t>深度优先的问题状态生成法：如果对一个扩展结点</a:t>
            </a:r>
            <a:r>
              <a:rPr lang="en-US" altLang="zh-CN" sz="2300" b="1" dirty="0">
                <a:solidFill>
                  <a:srgbClr val="0000FF"/>
                </a:solidFill>
                <a:latin typeface="华文楷体" panose="02010600040101010101" pitchFamily="2" charset="-122"/>
                <a:ea typeface="华文楷体" panose="02010600040101010101" pitchFamily="2" charset="-122"/>
              </a:rPr>
              <a:t>R</a:t>
            </a:r>
            <a:r>
              <a:rPr lang="zh-CN" altLang="en-US" sz="2300" b="1" dirty="0">
                <a:solidFill>
                  <a:srgbClr val="0000FF"/>
                </a:solidFill>
                <a:latin typeface="华文楷体" panose="02010600040101010101" pitchFamily="2" charset="-122"/>
                <a:ea typeface="华文楷体" panose="02010600040101010101" pitchFamily="2" charset="-122"/>
              </a:rPr>
              <a:t>，一旦产生了它的一个儿子</a:t>
            </a:r>
            <a:r>
              <a:rPr lang="en-US" altLang="zh-CN" sz="2300" b="1" dirty="0">
                <a:solidFill>
                  <a:srgbClr val="0000FF"/>
                </a:solidFill>
                <a:latin typeface="华文楷体" panose="02010600040101010101" pitchFamily="2" charset="-122"/>
                <a:ea typeface="华文楷体" panose="02010600040101010101" pitchFamily="2" charset="-122"/>
              </a:rPr>
              <a:t>C</a:t>
            </a:r>
            <a:r>
              <a:rPr lang="zh-CN" altLang="en-US" sz="2300" b="1" dirty="0">
                <a:solidFill>
                  <a:srgbClr val="0000FF"/>
                </a:solidFill>
                <a:latin typeface="华文楷体" panose="02010600040101010101" pitchFamily="2" charset="-122"/>
                <a:ea typeface="华文楷体" panose="02010600040101010101" pitchFamily="2" charset="-122"/>
              </a:rPr>
              <a:t>，就把</a:t>
            </a:r>
            <a:r>
              <a:rPr lang="en-US" altLang="zh-CN" sz="2300" b="1" dirty="0">
                <a:solidFill>
                  <a:srgbClr val="0000FF"/>
                </a:solidFill>
                <a:latin typeface="华文楷体" panose="02010600040101010101" pitchFamily="2" charset="-122"/>
                <a:ea typeface="华文楷体" panose="02010600040101010101" pitchFamily="2" charset="-122"/>
              </a:rPr>
              <a:t>C</a:t>
            </a:r>
            <a:r>
              <a:rPr lang="zh-CN" altLang="en-US" sz="2300" b="1" dirty="0">
                <a:solidFill>
                  <a:srgbClr val="0000FF"/>
                </a:solidFill>
                <a:latin typeface="华文楷体" panose="02010600040101010101" pitchFamily="2" charset="-122"/>
                <a:ea typeface="华文楷体" panose="02010600040101010101" pitchFamily="2" charset="-122"/>
              </a:rPr>
              <a:t>当做新的扩展结点。在完成对子树</a:t>
            </a:r>
            <a:r>
              <a:rPr lang="en-US" altLang="zh-CN" sz="2300" b="1" dirty="0">
                <a:solidFill>
                  <a:srgbClr val="0000FF"/>
                </a:solidFill>
                <a:latin typeface="华文楷体" panose="02010600040101010101" pitchFamily="2" charset="-122"/>
                <a:ea typeface="华文楷体" panose="02010600040101010101" pitchFamily="2" charset="-122"/>
              </a:rPr>
              <a:t>C</a:t>
            </a:r>
            <a:r>
              <a:rPr lang="zh-CN" altLang="en-US" sz="2300" b="1" dirty="0">
                <a:solidFill>
                  <a:srgbClr val="0000FF"/>
                </a:solidFill>
                <a:latin typeface="华文楷体" panose="02010600040101010101" pitchFamily="2" charset="-122"/>
                <a:ea typeface="华文楷体" panose="02010600040101010101" pitchFamily="2" charset="-122"/>
              </a:rPr>
              <a:t>（以</a:t>
            </a:r>
            <a:r>
              <a:rPr lang="en-US" altLang="zh-CN" sz="2300" b="1" dirty="0">
                <a:solidFill>
                  <a:srgbClr val="0000FF"/>
                </a:solidFill>
                <a:latin typeface="华文楷体" panose="02010600040101010101" pitchFamily="2" charset="-122"/>
                <a:ea typeface="华文楷体" panose="02010600040101010101" pitchFamily="2" charset="-122"/>
              </a:rPr>
              <a:t>C</a:t>
            </a:r>
            <a:r>
              <a:rPr lang="zh-CN" altLang="en-US" sz="2300" b="1" dirty="0">
                <a:solidFill>
                  <a:srgbClr val="0000FF"/>
                </a:solidFill>
                <a:latin typeface="华文楷体" panose="02010600040101010101" pitchFamily="2" charset="-122"/>
                <a:ea typeface="华文楷体" panose="02010600040101010101" pitchFamily="2" charset="-122"/>
              </a:rPr>
              <a:t>为根的子树）的穷尽搜索之后，将</a:t>
            </a:r>
            <a:r>
              <a:rPr lang="en-US" altLang="zh-CN" sz="2300" b="1" dirty="0">
                <a:solidFill>
                  <a:srgbClr val="0000FF"/>
                </a:solidFill>
                <a:latin typeface="华文楷体" panose="02010600040101010101" pitchFamily="2" charset="-122"/>
                <a:ea typeface="华文楷体" panose="02010600040101010101" pitchFamily="2" charset="-122"/>
              </a:rPr>
              <a:t>R</a:t>
            </a:r>
            <a:r>
              <a:rPr lang="zh-CN" altLang="en-US" sz="2300" b="1" dirty="0">
                <a:solidFill>
                  <a:srgbClr val="0000FF"/>
                </a:solidFill>
                <a:latin typeface="华文楷体" panose="02010600040101010101" pitchFamily="2" charset="-122"/>
                <a:ea typeface="华文楷体" panose="02010600040101010101" pitchFamily="2" charset="-122"/>
              </a:rPr>
              <a:t>重新变成扩展结点，继续生成</a:t>
            </a:r>
            <a:r>
              <a:rPr lang="en-US" altLang="zh-CN" sz="2300" b="1" dirty="0">
                <a:solidFill>
                  <a:srgbClr val="0000FF"/>
                </a:solidFill>
                <a:latin typeface="华文楷体" panose="02010600040101010101" pitchFamily="2" charset="-122"/>
                <a:ea typeface="华文楷体" panose="02010600040101010101" pitchFamily="2" charset="-122"/>
              </a:rPr>
              <a:t>R</a:t>
            </a:r>
            <a:r>
              <a:rPr lang="zh-CN" altLang="en-US" sz="2300" b="1" dirty="0">
                <a:solidFill>
                  <a:srgbClr val="0000FF"/>
                </a:solidFill>
                <a:latin typeface="华文楷体" panose="02010600040101010101" pitchFamily="2" charset="-122"/>
                <a:ea typeface="华文楷体" panose="02010600040101010101" pitchFamily="2" charset="-122"/>
              </a:rPr>
              <a:t>的下一个儿子（如果存在）</a:t>
            </a:r>
          </a:p>
        </p:txBody>
      </p:sp>
      <p:sp>
        <p:nvSpPr>
          <p:cNvPr id="4" name="灯片编号占位符 5"/>
          <p:cNvSpPr>
            <a:spLocks noGrp="1"/>
          </p:cNvSpPr>
          <p:nvPr>
            <p:ph type="sldNum" sz="quarter" idx="12"/>
          </p:nvPr>
        </p:nvSpPr>
        <p:spPr>
          <a:xfrm>
            <a:off x="8600915" y="7330392"/>
            <a:ext cx="2742843" cy="365210"/>
          </a:xfrm>
        </p:spPr>
        <p:txBody>
          <a:bodyPr/>
          <a:lstStyle/>
          <a:p>
            <a:pPr>
              <a:defRPr/>
            </a:pPr>
            <a:fld id="{C75DDC32-BEE5-49DC-9F1C-787942EA2A81}" type="slidenum">
              <a:rPr lang="zh-CN" altLang="en-US"/>
              <a:pPr>
                <a:defRPr/>
              </a:pPr>
              <a:t>5</a:t>
            </a:fld>
            <a:endParaRPr lang="en-US" altLang="zh-CN"/>
          </a:p>
        </p:txBody>
      </p:sp>
    </p:spTree>
    <p:extLst>
      <p:ext uri="{BB962C8B-B14F-4D97-AF65-F5344CB8AC3E}">
        <p14:creationId xmlns:p14="http://schemas.microsoft.com/office/powerpoint/2010/main" val="1603351947"/>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7172" name="Rectangle 3"/>
          <p:cNvSpPr>
            <a:spLocks noGrp="1" noChangeArrowheads="1"/>
          </p:cNvSpPr>
          <p:nvPr>
            <p:ph idx="1"/>
          </p:nvPr>
        </p:nvSpPr>
        <p:spPr>
          <a:xfrm>
            <a:off x="431315" y="1485128"/>
            <a:ext cx="8544211" cy="4115753"/>
          </a:xfrm>
        </p:spPr>
        <p:txBody>
          <a:bodyPr>
            <a:normAutofit/>
          </a:bodyPr>
          <a:lstStyle/>
          <a:p>
            <a:pPr eaLnBrk="1" hangingPunct="1"/>
            <a:endParaRPr lang="zh-CN" altLang="en-US" sz="2700" dirty="0">
              <a:latin typeface="微软雅黑" panose="020B0503020204020204" pitchFamily="34" charset="-122"/>
              <a:ea typeface="微软雅黑" panose="020B0503020204020204" pitchFamily="34" charset="-122"/>
            </a:endParaRPr>
          </a:p>
          <a:p>
            <a:pPr eaLnBrk="1" hangingPunct="1"/>
            <a:r>
              <a:rPr lang="zh-CN" altLang="en-US" sz="2300" b="1" dirty="0">
                <a:solidFill>
                  <a:srgbClr val="0000FF"/>
                </a:solidFill>
                <a:latin typeface="华文楷体" panose="02010600040101010101" pitchFamily="2" charset="-122"/>
                <a:ea typeface="华文楷体" panose="02010600040101010101" pitchFamily="2" charset="-122"/>
              </a:rPr>
              <a:t>回溯法：为了避免生成那些不可能产生最佳解的问题状态，要不断地利用限界函数</a:t>
            </a:r>
            <a:r>
              <a:rPr lang="en-US" altLang="zh-CN" sz="2300" b="1" dirty="0">
                <a:solidFill>
                  <a:srgbClr val="0000FF"/>
                </a:solidFill>
                <a:latin typeface="华文楷体" panose="02010600040101010101" pitchFamily="2" charset="-122"/>
                <a:ea typeface="华文楷体" panose="02010600040101010101" pitchFamily="2" charset="-122"/>
              </a:rPr>
              <a:t>(bounding function)</a:t>
            </a:r>
            <a:r>
              <a:rPr lang="zh-CN" altLang="en-US" sz="2300" b="1" dirty="0">
                <a:solidFill>
                  <a:srgbClr val="0000FF"/>
                </a:solidFill>
                <a:latin typeface="华文楷体" panose="02010600040101010101" pitchFamily="2" charset="-122"/>
                <a:ea typeface="华文楷体" panose="02010600040101010101" pitchFamily="2" charset="-122"/>
              </a:rPr>
              <a:t>来处死那些实际上不可能产生所需解的活结点，以减少问题的计算量。具有限界函数的深度优先生成法称为回溯法。</a:t>
            </a:r>
            <a:endParaRPr lang="ja-JP" altLang="en-US" sz="2300" b="1" dirty="0">
              <a:solidFill>
                <a:srgbClr val="0000FF"/>
              </a:solidFill>
              <a:latin typeface="华文楷体" panose="02010600040101010101" pitchFamily="2" charset="-122"/>
              <a:ea typeface="华文楷体" panose="02010600040101010101" pitchFamily="2" charset="-122"/>
            </a:endParaRPr>
          </a:p>
          <a:p>
            <a:pPr eaLnBrk="1" hangingPunct="1"/>
            <a:endParaRPr lang="zh-CN" altLang="en-US" sz="2700" dirty="0">
              <a:latin typeface="微软雅黑" panose="020B0503020204020204" pitchFamily="34" charset="-122"/>
              <a:ea typeface="微软雅黑" panose="020B0503020204020204" pitchFamily="34" charset="-122"/>
            </a:endParaRPr>
          </a:p>
        </p:txBody>
      </p:sp>
      <p:sp>
        <p:nvSpPr>
          <p:cNvPr id="4" name="灯片编号占位符 5"/>
          <p:cNvSpPr>
            <a:spLocks noGrp="1"/>
          </p:cNvSpPr>
          <p:nvPr>
            <p:ph type="sldNum" sz="quarter" idx="12"/>
          </p:nvPr>
        </p:nvSpPr>
        <p:spPr/>
        <p:txBody>
          <a:bodyPr/>
          <a:lstStyle/>
          <a:p>
            <a:pPr>
              <a:defRPr/>
            </a:pPr>
            <a:fld id="{1462D963-1991-4628-9866-4271B3F0630E}" type="slidenum">
              <a:rPr lang="zh-CN" altLang="en-US"/>
              <a:pPr>
                <a:defRPr/>
              </a:pPr>
              <a:t>6</a:t>
            </a:fld>
            <a:endParaRPr lang="en-US" altLang="zh-CN"/>
          </a:p>
        </p:txBody>
      </p:sp>
      <p:sp>
        <p:nvSpPr>
          <p:cNvPr id="17" name="Rectangle 2">
            <a:extLst>
              <a:ext uri="{FF2B5EF4-FFF2-40B4-BE49-F238E27FC236}">
                <a16:creationId xmlns:a16="http://schemas.microsoft.com/office/drawing/2014/main" id="{2F3E3992-0E26-04E4-0912-F10F2D50B788}"/>
              </a:ext>
            </a:extLst>
          </p:cNvPr>
          <p:cNvSpPr txBox="1">
            <a:spLocks noChangeArrowheads="1"/>
          </p:cNvSpPr>
          <p:nvPr/>
        </p:nvSpPr>
        <p:spPr>
          <a:xfrm>
            <a:off x="537774" y="785558"/>
            <a:ext cx="10361851" cy="1143265"/>
          </a:xfrm>
          <a:prstGeom prst="rect">
            <a:avLst/>
          </a:prstGeom>
        </p:spPr>
        <p:txBody>
          <a:bodyPr vert="horz" lIns="108850" tIns="54425" rIns="108850" bIns="54425"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zh-CN" altLang="en-US" sz="3200" b="1" dirty="0">
                <a:solidFill>
                  <a:srgbClr val="0000FF"/>
                </a:solidFill>
                <a:latin typeface="华文楷体" panose="02010600040101010101" pitchFamily="2" charset="-122"/>
                <a:ea typeface="华文楷体" panose="02010600040101010101" pitchFamily="2" charset="-122"/>
              </a:rPr>
              <a:t>生成问题状态的基本方法</a:t>
            </a:r>
          </a:p>
        </p:txBody>
      </p:sp>
    </p:spTree>
    <p:extLst>
      <p:ext uri="{BB962C8B-B14F-4D97-AF65-F5344CB8AC3E}">
        <p14:creationId xmlns:p14="http://schemas.microsoft.com/office/powerpoint/2010/main" val="3048260273"/>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8676" name="Rectangle 3"/>
          <p:cNvSpPr>
            <a:spLocks noGrp="1" noChangeArrowheads="1"/>
          </p:cNvSpPr>
          <p:nvPr>
            <p:ph idx="1"/>
          </p:nvPr>
        </p:nvSpPr>
        <p:spPr>
          <a:xfrm>
            <a:off x="478582" y="1341562"/>
            <a:ext cx="11134814" cy="4725494"/>
          </a:xfrm>
        </p:spPr>
        <p:txBody>
          <a:bodyPr>
            <a:normAutofit/>
          </a:bodyPr>
          <a:lstStyle/>
          <a:p>
            <a:pPr marL="0">
              <a:spcBef>
                <a:spcPct val="0"/>
              </a:spcBef>
              <a:buNone/>
            </a:pPr>
            <a:r>
              <a:rPr lang="zh-CN" altLang="en-US" sz="2300" b="1" dirty="0">
                <a:solidFill>
                  <a:srgbClr val="0000FF"/>
                </a:solidFill>
                <a:latin typeface="华文楷体" panose="02010600040101010101" pitchFamily="2" charset="-122"/>
                <a:ea typeface="华文楷体" panose="02010600040101010101" pitchFamily="2" charset="-122"/>
              </a:rPr>
              <a:t>回溯法对解空间作深度优先搜索，因此，在一般情况下用递归方法实现回溯法。</a:t>
            </a:r>
          </a:p>
          <a:p>
            <a:pPr eaLnBrk="1" hangingPunct="1">
              <a:spcBef>
                <a:spcPct val="0"/>
              </a:spcBef>
              <a:buFontTx/>
              <a:buNone/>
            </a:pPr>
            <a:r>
              <a:rPr lang="en-US" altLang="zh-CN" sz="2300" b="1" dirty="0">
                <a:solidFill>
                  <a:srgbClr val="0000FF"/>
                </a:solidFill>
                <a:latin typeface="华文楷体" panose="02010600040101010101" pitchFamily="2" charset="-122"/>
                <a:ea typeface="华文楷体" panose="02010600040101010101" pitchFamily="2" charset="-122"/>
              </a:rPr>
              <a:t>void backtrack (int t)</a:t>
            </a:r>
          </a:p>
          <a:p>
            <a:pPr eaLnBrk="1" hangingPunct="1">
              <a:spcBef>
                <a:spcPct val="0"/>
              </a:spcBef>
              <a:buFontTx/>
              <a:buNone/>
            </a:pPr>
            <a:r>
              <a:rPr lang="en-US" altLang="zh-CN" sz="2300" b="1" dirty="0">
                <a:solidFill>
                  <a:srgbClr val="0000FF"/>
                </a:solidFill>
                <a:latin typeface="华文楷体" panose="02010600040101010101" pitchFamily="2" charset="-122"/>
                <a:ea typeface="华文楷体" panose="02010600040101010101" pitchFamily="2" charset="-122"/>
              </a:rPr>
              <a:t>{</a:t>
            </a:r>
          </a:p>
          <a:p>
            <a:pPr eaLnBrk="1" hangingPunct="1">
              <a:spcBef>
                <a:spcPct val="0"/>
              </a:spcBef>
              <a:buFontTx/>
              <a:buNone/>
            </a:pPr>
            <a:r>
              <a:rPr lang="en-US" altLang="zh-CN" sz="2300" b="1" dirty="0">
                <a:solidFill>
                  <a:srgbClr val="0000FF"/>
                </a:solidFill>
                <a:latin typeface="华文楷体" panose="02010600040101010101" pitchFamily="2" charset="-122"/>
                <a:ea typeface="华文楷体" panose="02010600040101010101" pitchFamily="2" charset="-122"/>
              </a:rPr>
              <a:t>       if (t&gt;n) output(x);</a:t>
            </a:r>
          </a:p>
          <a:p>
            <a:pPr eaLnBrk="1" hangingPunct="1">
              <a:spcBef>
                <a:spcPct val="0"/>
              </a:spcBef>
              <a:buFontTx/>
              <a:buNone/>
            </a:pPr>
            <a:r>
              <a:rPr lang="en-US" altLang="zh-CN" sz="2300" b="1" dirty="0">
                <a:solidFill>
                  <a:srgbClr val="0000FF"/>
                </a:solidFill>
                <a:latin typeface="华文楷体" panose="02010600040101010101" pitchFamily="2" charset="-122"/>
                <a:ea typeface="华文楷体" panose="02010600040101010101" pitchFamily="2" charset="-122"/>
              </a:rPr>
              <a:t>       else</a:t>
            </a:r>
          </a:p>
          <a:p>
            <a:pPr eaLnBrk="1" hangingPunct="1">
              <a:spcBef>
                <a:spcPct val="0"/>
              </a:spcBef>
              <a:buFontTx/>
              <a:buNone/>
            </a:pPr>
            <a:r>
              <a:rPr lang="en-US" altLang="zh-CN" sz="2300" b="1" dirty="0">
                <a:solidFill>
                  <a:srgbClr val="0000FF"/>
                </a:solidFill>
                <a:latin typeface="华文楷体" panose="02010600040101010101" pitchFamily="2" charset="-122"/>
                <a:ea typeface="华文楷体" panose="02010600040101010101" pitchFamily="2" charset="-122"/>
              </a:rPr>
              <a:t>         	for (int </a:t>
            </a:r>
            <a:r>
              <a:rPr lang="en-US" altLang="zh-CN" sz="2300" b="1" dirty="0" err="1">
                <a:solidFill>
                  <a:srgbClr val="0000FF"/>
                </a:solidFill>
                <a:latin typeface="华文楷体" panose="02010600040101010101" pitchFamily="2" charset="-122"/>
                <a:ea typeface="华文楷体" panose="02010600040101010101" pitchFamily="2" charset="-122"/>
              </a:rPr>
              <a:t>i</a:t>
            </a:r>
            <a:r>
              <a:rPr lang="en-US" altLang="zh-CN" sz="2300" b="1" dirty="0">
                <a:solidFill>
                  <a:srgbClr val="0000FF"/>
                </a:solidFill>
                <a:latin typeface="华文楷体" panose="02010600040101010101" pitchFamily="2" charset="-122"/>
                <a:ea typeface="华文楷体" panose="02010600040101010101" pitchFamily="2" charset="-122"/>
              </a:rPr>
              <a:t>=f(</a:t>
            </a:r>
            <a:r>
              <a:rPr lang="en-US" altLang="zh-CN" sz="2300" b="1" dirty="0" err="1">
                <a:solidFill>
                  <a:srgbClr val="0000FF"/>
                </a:solidFill>
                <a:latin typeface="华文楷体" panose="02010600040101010101" pitchFamily="2" charset="-122"/>
                <a:ea typeface="华文楷体" panose="02010600040101010101" pitchFamily="2" charset="-122"/>
              </a:rPr>
              <a:t>n,t</a:t>
            </a:r>
            <a:r>
              <a:rPr lang="en-US"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err="1">
                <a:solidFill>
                  <a:srgbClr val="0000FF"/>
                </a:solidFill>
                <a:latin typeface="华文楷体" panose="02010600040101010101" pitchFamily="2" charset="-122"/>
                <a:ea typeface="华文楷体" panose="02010600040101010101" pitchFamily="2" charset="-122"/>
              </a:rPr>
              <a:t>i</a:t>
            </a:r>
            <a:r>
              <a:rPr lang="en-US" altLang="zh-CN" sz="2300" b="1" dirty="0">
                <a:solidFill>
                  <a:srgbClr val="0000FF"/>
                </a:solidFill>
                <a:latin typeface="华文楷体" panose="02010600040101010101" pitchFamily="2" charset="-122"/>
                <a:ea typeface="华文楷体" panose="02010600040101010101" pitchFamily="2" charset="-122"/>
              </a:rPr>
              <a:t>&lt;=g(</a:t>
            </a:r>
            <a:r>
              <a:rPr lang="en-US" altLang="zh-CN" sz="2300" b="1" dirty="0" err="1">
                <a:solidFill>
                  <a:srgbClr val="0000FF"/>
                </a:solidFill>
                <a:latin typeface="华文楷体" panose="02010600040101010101" pitchFamily="2" charset="-122"/>
                <a:ea typeface="华文楷体" panose="02010600040101010101" pitchFamily="2" charset="-122"/>
              </a:rPr>
              <a:t>n,t</a:t>
            </a:r>
            <a:r>
              <a:rPr lang="en-US"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err="1">
                <a:solidFill>
                  <a:srgbClr val="0000FF"/>
                </a:solidFill>
                <a:latin typeface="华文楷体" panose="02010600040101010101" pitchFamily="2" charset="-122"/>
                <a:ea typeface="华文楷体" panose="02010600040101010101" pitchFamily="2" charset="-122"/>
              </a:rPr>
              <a:t>i</a:t>
            </a:r>
            <a:r>
              <a:rPr lang="en-US" altLang="zh-CN" sz="2300" b="1" dirty="0">
                <a:solidFill>
                  <a:srgbClr val="0000FF"/>
                </a:solidFill>
                <a:latin typeface="华文楷体" panose="02010600040101010101" pitchFamily="2" charset="-122"/>
                <a:ea typeface="华文楷体" panose="02010600040101010101" pitchFamily="2" charset="-122"/>
              </a:rPr>
              <a:t>++) {</a:t>
            </a:r>
          </a:p>
          <a:p>
            <a:pPr eaLnBrk="1" hangingPunct="1">
              <a:spcBef>
                <a:spcPct val="0"/>
              </a:spcBef>
              <a:buFontTx/>
              <a:buNone/>
            </a:pPr>
            <a:r>
              <a:rPr lang="en-US" altLang="zh-CN" sz="2300" b="1" dirty="0">
                <a:solidFill>
                  <a:srgbClr val="0000FF"/>
                </a:solidFill>
                <a:latin typeface="华文楷体" panose="02010600040101010101" pitchFamily="2" charset="-122"/>
                <a:ea typeface="华文楷体" panose="02010600040101010101" pitchFamily="2" charset="-122"/>
              </a:rPr>
              <a:t>           		x[t]=h(</a:t>
            </a:r>
            <a:r>
              <a:rPr lang="en-US" altLang="zh-CN" sz="2300" b="1" dirty="0" err="1">
                <a:solidFill>
                  <a:srgbClr val="0000FF"/>
                </a:solidFill>
                <a:latin typeface="华文楷体" panose="02010600040101010101" pitchFamily="2" charset="-122"/>
                <a:ea typeface="华文楷体" panose="02010600040101010101" pitchFamily="2" charset="-122"/>
              </a:rPr>
              <a:t>i</a:t>
            </a:r>
            <a:r>
              <a:rPr lang="en-US" altLang="zh-CN" sz="2300" b="1" dirty="0">
                <a:solidFill>
                  <a:srgbClr val="0000FF"/>
                </a:solidFill>
                <a:latin typeface="华文楷体" panose="02010600040101010101" pitchFamily="2" charset="-122"/>
                <a:ea typeface="华文楷体" panose="02010600040101010101" pitchFamily="2" charset="-122"/>
              </a:rPr>
              <a:t>);</a:t>
            </a:r>
          </a:p>
          <a:p>
            <a:pPr eaLnBrk="1" hangingPunct="1">
              <a:spcBef>
                <a:spcPct val="0"/>
              </a:spcBef>
              <a:buFontTx/>
              <a:buNone/>
            </a:pPr>
            <a:r>
              <a:rPr lang="en-US" altLang="zh-CN" sz="2300" b="1" dirty="0">
                <a:solidFill>
                  <a:srgbClr val="0000FF"/>
                </a:solidFill>
                <a:latin typeface="华文楷体" panose="02010600040101010101" pitchFamily="2" charset="-122"/>
                <a:ea typeface="华文楷体" panose="02010600040101010101" pitchFamily="2" charset="-122"/>
              </a:rPr>
              <a:t>           		if (constraint(t)&amp;&amp;bound(t)) </a:t>
            </a:r>
          </a:p>
          <a:p>
            <a:pPr eaLnBrk="1" hangingPunct="1">
              <a:spcBef>
                <a:spcPct val="0"/>
              </a:spcBef>
              <a:buFontTx/>
              <a:buNone/>
            </a:pPr>
            <a:r>
              <a:rPr lang="en-US" altLang="zh-CN" sz="2300" b="1" dirty="0">
                <a:solidFill>
                  <a:srgbClr val="0000FF"/>
                </a:solidFill>
                <a:latin typeface="华文楷体" panose="02010600040101010101" pitchFamily="2" charset="-122"/>
                <a:ea typeface="华文楷体" panose="02010600040101010101" pitchFamily="2" charset="-122"/>
              </a:rPr>
              <a:t>					backtrack(t+1);</a:t>
            </a:r>
          </a:p>
          <a:p>
            <a:pPr eaLnBrk="1" hangingPunct="1">
              <a:spcBef>
                <a:spcPct val="0"/>
              </a:spcBef>
              <a:buFontTx/>
              <a:buNone/>
            </a:pPr>
            <a:r>
              <a:rPr lang="en-US" altLang="zh-CN" sz="2300" b="1" dirty="0">
                <a:solidFill>
                  <a:srgbClr val="0000FF"/>
                </a:solidFill>
                <a:latin typeface="华文楷体" panose="02010600040101010101" pitchFamily="2" charset="-122"/>
                <a:ea typeface="华文楷体" panose="02010600040101010101" pitchFamily="2" charset="-122"/>
              </a:rPr>
              <a:t>           	}</a:t>
            </a:r>
          </a:p>
          <a:p>
            <a:pPr eaLnBrk="1" hangingPunct="1">
              <a:spcBef>
                <a:spcPct val="0"/>
              </a:spcBef>
              <a:buFontTx/>
              <a:buNone/>
            </a:pPr>
            <a:r>
              <a:rPr lang="en-US" altLang="zh-CN" sz="2300" b="1" dirty="0">
                <a:solidFill>
                  <a:srgbClr val="0000FF"/>
                </a:solidFill>
                <a:latin typeface="华文楷体" panose="02010600040101010101" pitchFamily="2" charset="-122"/>
                <a:ea typeface="华文楷体" panose="02010600040101010101" pitchFamily="2" charset="-122"/>
              </a:rPr>
              <a:t>}</a:t>
            </a:r>
            <a:endParaRPr lang="zh-CN" altLang="en-US" sz="2300" b="1" dirty="0">
              <a:solidFill>
                <a:srgbClr val="0000FF"/>
              </a:solidFill>
              <a:latin typeface="华文楷体" panose="02010600040101010101" pitchFamily="2" charset="-122"/>
              <a:ea typeface="华文楷体" panose="02010600040101010101" pitchFamily="2" charset="-122"/>
            </a:endParaRPr>
          </a:p>
          <a:p>
            <a:pPr eaLnBrk="1" hangingPunct="1"/>
            <a:endParaRPr lang="zh-CN" altLang="en-US" sz="2300" dirty="0"/>
          </a:p>
        </p:txBody>
      </p:sp>
      <p:sp>
        <p:nvSpPr>
          <p:cNvPr id="4" name="灯片编号占位符 5"/>
          <p:cNvSpPr>
            <a:spLocks noGrp="1"/>
          </p:cNvSpPr>
          <p:nvPr>
            <p:ph type="sldNum" sz="quarter" idx="12"/>
          </p:nvPr>
        </p:nvSpPr>
        <p:spPr/>
        <p:txBody>
          <a:bodyPr/>
          <a:lstStyle/>
          <a:p>
            <a:pPr>
              <a:defRPr/>
            </a:pPr>
            <a:fld id="{63EF50FB-4878-4DE6-A7FA-ED170B795305}" type="slidenum">
              <a:rPr lang="zh-CN" altLang="en-US"/>
              <a:pPr>
                <a:defRPr/>
              </a:pPr>
              <a:t>7</a:t>
            </a:fld>
            <a:endParaRPr lang="en-US" altLang="zh-CN"/>
          </a:p>
        </p:txBody>
      </p:sp>
    </p:spTree>
    <p:extLst>
      <p:ext uri="{BB962C8B-B14F-4D97-AF65-F5344CB8AC3E}">
        <p14:creationId xmlns:p14="http://schemas.microsoft.com/office/powerpoint/2010/main" val="2058698568"/>
      </p:ext>
    </p:extLst>
  </p:cSld>
  <p:clrMapOvr>
    <a:overrideClrMapping bg1="lt1" tx1="dk1" bg2="lt2" tx2="dk2" accent1="accent1" accent2="accent2" accent3="accent3" accent4="accent4" accent5="accent5" accent6="accent6" hlink="hlink" folHlink="folHlink"/>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8196" name="Rectangle 3"/>
          <p:cNvSpPr>
            <a:spLocks noGrp="1" noChangeArrowheads="1"/>
          </p:cNvSpPr>
          <p:nvPr>
            <p:ph idx="1"/>
          </p:nvPr>
        </p:nvSpPr>
        <p:spPr>
          <a:xfrm>
            <a:off x="719573" y="1629152"/>
            <a:ext cx="10361851" cy="1981659"/>
          </a:xfrm>
        </p:spPr>
        <p:txBody>
          <a:bodyPr>
            <a:normAutofit/>
          </a:bodyPr>
          <a:lstStyle/>
          <a:p>
            <a:pPr eaLnBrk="1" hangingPunct="1">
              <a:spcBef>
                <a:spcPct val="0"/>
              </a:spcBef>
              <a:buFontTx/>
              <a:buNone/>
            </a:pPr>
            <a:r>
              <a:rPr lang="en-US" altLang="zh-CN" sz="2300" dirty="0">
                <a:solidFill>
                  <a:srgbClr val="0000FF"/>
                </a:solidFill>
                <a:latin typeface="华文楷体" panose="02010600040101010101" pitchFamily="2" charset="-122"/>
                <a:ea typeface="华文楷体" panose="02010600040101010101" pitchFamily="2" charset="-122"/>
              </a:rPr>
              <a:t>(1)</a:t>
            </a:r>
            <a:r>
              <a:rPr lang="zh-CN" altLang="en-US" sz="2300" dirty="0">
                <a:solidFill>
                  <a:srgbClr val="0000FF"/>
                </a:solidFill>
                <a:latin typeface="华文楷体" panose="02010600040101010101" pitchFamily="2" charset="-122"/>
                <a:ea typeface="华文楷体" panose="02010600040101010101" pitchFamily="2" charset="-122"/>
              </a:rPr>
              <a:t>针对所给问题，定义问题的解空间；</a:t>
            </a:r>
            <a:endParaRPr lang="en-US" altLang="zh-CN" sz="2300" dirty="0">
              <a:solidFill>
                <a:srgbClr val="0000FF"/>
              </a:solidFill>
              <a:latin typeface="华文楷体" panose="02010600040101010101" pitchFamily="2" charset="-122"/>
              <a:ea typeface="华文楷体" panose="02010600040101010101" pitchFamily="2" charset="-122"/>
            </a:endParaRPr>
          </a:p>
          <a:p>
            <a:pPr eaLnBrk="1" hangingPunct="1">
              <a:spcBef>
                <a:spcPct val="0"/>
              </a:spcBef>
              <a:buFontTx/>
              <a:buNone/>
            </a:pPr>
            <a:endParaRPr lang="zh-CN" altLang="en-US" sz="2300" dirty="0">
              <a:solidFill>
                <a:srgbClr val="0000FF"/>
              </a:solidFill>
              <a:latin typeface="华文楷体" panose="02010600040101010101" pitchFamily="2" charset="-122"/>
              <a:ea typeface="华文楷体" panose="02010600040101010101" pitchFamily="2" charset="-122"/>
            </a:endParaRPr>
          </a:p>
          <a:p>
            <a:pPr eaLnBrk="1" hangingPunct="1">
              <a:spcBef>
                <a:spcPct val="0"/>
              </a:spcBef>
              <a:buFontTx/>
              <a:buNone/>
            </a:pPr>
            <a:r>
              <a:rPr lang="en-US" altLang="zh-CN" sz="2300" dirty="0">
                <a:solidFill>
                  <a:srgbClr val="0000FF"/>
                </a:solidFill>
                <a:latin typeface="华文楷体" panose="02010600040101010101" pitchFamily="2" charset="-122"/>
                <a:ea typeface="华文楷体" panose="02010600040101010101" pitchFamily="2" charset="-122"/>
              </a:rPr>
              <a:t>(2)</a:t>
            </a:r>
            <a:r>
              <a:rPr lang="zh-CN" altLang="en-US" sz="2300" dirty="0">
                <a:solidFill>
                  <a:srgbClr val="0000FF"/>
                </a:solidFill>
                <a:latin typeface="华文楷体" panose="02010600040101010101" pitchFamily="2" charset="-122"/>
                <a:ea typeface="华文楷体" panose="02010600040101010101" pitchFamily="2" charset="-122"/>
              </a:rPr>
              <a:t>确定易于搜索的解空间结构；</a:t>
            </a:r>
            <a:endParaRPr lang="en-US" altLang="zh-CN" sz="2300" dirty="0">
              <a:solidFill>
                <a:srgbClr val="0000FF"/>
              </a:solidFill>
              <a:latin typeface="华文楷体" panose="02010600040101010101" pitchFamily="2" charset="-122"/>
              <a:ea typeface="华文楷体" panose="02010600040101010101" pitchFamily="2" charset="-122"/>
            </a:endParaRPr>
          </a:p>
          <a:p>
            <a:pPr eaLnBrk="1" hangingPunct="1">
              <a:spcBef>
                <a:spcPct val="0"/>
              </a:spcBef>
              <a:buFontTx/>
              <a:buNone/>
            </a:pPr>
            <a:endParaRPr lang="zh-CN" altLang="en-US" sz="2300" dirty="0">
              <a:solidFill>
                <a:srgbClr val="0000FF"/>
              </a:solidFill>
              <a:latin typeface="华文楷体" panose="02010600040101010101" pitchFamily="2" charset="-122"/>
              <a:ea typeface="华文楷体" panose="02010600040101010101" pitchFamily="2" charset="-122"/>
            </a:endParaRPr>
          </a:p>
          <a:p>
            <a:pPr eaLnBrk="1" hangingPunct="1">
              <a:spcBef>
                <a:spcPct val="0"/>
              </a:spcBef>
              <a:buFontTx/>
              <a:buNone/>
            </a:pPr>
            <a:r>
              <a:rPr lang="en-US" altLang="zh-CN" sz="2300" dirty="0">
                <a:solidFill>
                  <a:srgbClr val="0000FF"/>
                </a:solidFill>
                <a:latin typeface="华文楷体" panose="02010600040101010101" pitchFamily="2" charset="-122"/>
                <a:ea typeface="华文楷体" panose="02010600040101010101" pitchFamily="2" charset="-122"/>
              </a:rPr>
              <a:t>(3)</a:t>
            </a:r>
            <a:r>
              <a:rPr lang="zh-CN" altLang="en-US" sz="2300" dirty="0">
                <a:solidFill>
                  <a:srgbClr val="0000FF"/>
                </a:solidFill>
                <a:latin typeface="华文楷体" panose="02010600040101010101" pitchFamily="2" charset="-122"/>
                <a:ea typeface="华文楷体" panose="02010600040101010101" pitchFamily="2" charset="-122"/>
              </a:rPr>
              <a:t>以深度优先方式搜索解空间，并在搜索过程中用剪枝函数避免无效搜索。</a:t>
            </a:r>
          </a:p>
          <a:p>
            <a:pPr eaLnBrk="1" hangingPunct="1"/>
            <a:endParaRPr lang="zh-CN" altLang="en-US" sz="2300" dirty="0">
              <a:latin typeface="微软雅黑" panose="020B0503020204020204" pitchFamily="34" charset="-122"/>
              <a:ea typeface="微软雅黑" panose="020B0503020204020204" pitchFamily="34" charset="-122"/>
            </a:endParaRPr>
          </a:p>
        </p:txBody>
      </p:sp>
      <p:sp>
        <p:nvSpPr>
          <p:cNvPr id="5" name="灯片编号占位符 5"/>
          <p:cNvSpPr>
            <a:spLocks noGrp="1"/>
          </p:cNvSpPr>
          <p:nvPr>
            <p:ph type="sldNum" sz="quarter" idx="12"/>
          </p:nvPr>
        </p:nvSpPr>
        <p:spPr/>
        <p:txBody>
          <a:bodyPr/>
          <a:lstStyle/>
          <a:p>
            <a:pPr>
              <a:defRPr/>
            </a:pPr>
            <a:fld id="{0D3A40B3-1F1D-4233-8BB4-914FAE830FDA}" type="slidenum">
              <a:rPr lang="zh-CN" altLang="en-US"/>
              <a:pPr>
                <a:defRPr/>
              </a:pPr>
              <a:t>8</a:t>
            </a:fld>
            <a:endParaRPr lang="en-US" altLang="zh-CN"/>
          </a:p>
        </p:txBody>
      </p:sp>
      <p:sp>
        <p:nvSpPr>
          <p:cNvPr id="8197" name="Text Box 4"/>
          <p:cNvSpPr txBox="1">
            <a:spLocks noChangeArrowheads="1"/>
          </p:cNvSpPr>
          <p:nvPr/>
        </p:nvSpPr>
        <p:spPr bwMode="auto">
          <a:xfrm>
            <a:off x="577102" y="4113942"/>
            <a:ext cx="10969255" cy="1171742"/>
          </a:xfrm>
          <a:prstGeom prst="rect">
            <a:avLst/>
          </a:prstGeom>
          <a:solidFill>
            <a:srgbClr val="FFCC00"/>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zh-CN" altLang="en-US" sz="2300" b="1" dirty="0">
                <a:solidFill>
                  <a:srgbClr val="0000FF"/>
                </a:solidFill>
                <a:latin typeface="华文楷体" panose="02010600040101010101" pitchFamily="2" charset="-122"/>
                <a:ea typeface="华文楷体" panose="02010600040101010101" pitchFamily="2" charset="-122"/>
              </a:rPr>
              <a:t>常用剪枝函数：</a:t>
            </a:r>
          </a:p>
          <a:p>
            <a:pPr eaLnBrk="1" hangingPunct="1"/>
            <a:r>
              <a:rPr lang="zh-CN" altLang="en-US" sz="2300" b="1" dirty="0">
                <a:solidFill>
                  <a:srgbClr val="0000FF"/>
                </a:solidFill>
                <a:latin typeface="华文楷体" panose="02010600040101010101" pitchFamily="2" charset="-122"/>
                <a:ea typeface="华文楷体" panose="02010600040101010101" pitchFamily="2" charset="-122"/>
              </a:rPr>
              <a:t>用约束函数在扩展结点处剪去不满足约束的子树；</a:t>
            </a:r>
          </a:p>
          <a:p>
            <a:pPr eaLnBrk="1" hangingPunct="1"/>
            <a:r>
              <a:rPr lang="zh-CN" altLang="en-US" sz="2300" b="1" dirty="0">
                <a:solidFill>
                  <a:srgbClr val="0000FF"/>
                </a:solidFill>
                <a:latin typeface="华文楷体" panose="02010600040101010101" pitchFamily="2" charset="-122"/>
                <a:ea typeface="华文楷体" panose="02010600040101010101" pitchFamily="2" charset="-122"/>
              </a:rPr>
              <a:t>用限界函数剪去得不到最优解的子树。</a:t>
            </a:r>
          </a:p>
        </p:txBody>
      </p:sp>
    </p:spTree>
    <p:extLst>
      <p:ext uri="{BB962C8B-B14F-4D97-AF65-F5344CB8AC3E}">
        <p14:creationId xmlns:p14="http://schemas.microsoft.com/office/powerpoint/2010/main" val="3430254094"/>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361322" y="614357"/>
            <a:ext cx="10514231" cy="1325870"/>
          </a:xfrm>
        </p:spPr>
        <p:txBody>
          <a:bodyPr>
            <a:normAutofit/>
          </a:bodyPr>
          <a:lstStyle/>
          <a:p>
            <a:pPr eaLnBrk="1" hangingPunct="1"/>
            <a:r>
              <a:rPr lang="zh-CN" altLang="en-US" sz="3200" b="1" dirty="0">
                <a:solidFill>
                  <a:srgbClr val="0000FF"/>
                </a:solidFill>
                <a:effectLst/>
                <a:latin typeface="华文楷体" panose="02010600040101010101" pitchFamily="2" charset="-122"/>
                <a:ea typeface="华文楷体" panose="02010600040101010101" pitchFamily="2" charset="-122"/>
              </a:rPr>
              <a:t>回溯算法用伪代码描述如下：</a:t>
            </a:r>
          </a:p>
        </p:txBody>
      </p:sp>
      <p:sp>
        <p:nvSpPr>
          <p:cNvPr id="9220" name="Rectangle 3"/>
          <p:cNvSpPr>
            <a:spLocks noGrp="1" noChangeArrowheads="1"/>
          </p:cNvSpPr>
          <p:nvPr>
            <p:ph idx="1"/>
          </p:nvPr>
        </p:nvSpPr>
        <p:spPr>
          <a:xfrm>
            <a:off x="577103" y="1773610"/>
            <a:ext cx="10514231" cy="4352346"/>
          </a:xfrm>
        </p:spPr>
        <p:txBody>
          <a:bodyPr>
            <a:normAutofit/>
          </a:bodyPr>
          <a:lstStyle/>
          <a:p>
            <a:pPr marL="0" indent="0" eaLnBrk="1" hangingPunct="1">
              <a:buNone/>
            </a:pPr>
            <a:r>
              <a:rPr lang="en-US" altLang="zh-CN" sz="2300" b="1" dirty="0">
                <a:solidFill>
                  <a:srgbClr val="0000FF"/>
                </a:solidFill>
                <a:latin typeface="华文楷体" panose="02010600040101010101" pitchFamily="2" charset="-122"/>
                <a:ea typeface="华文楷体" panose="02010600040101010101" pitchFamily="2" charset="-122"/>
              </a:rPr>
              <a:t>Proc search(</a:t>
            </a:r>
            <a:r>
              <a:rPr lang="zh-CN" altLang="en-US" sz="2300" b="1" dirty="0">
                <a:solidFill>
                  <a:srgbClr val="0000FF"/>
                </a:solidFill>
                <a:latin typeface="华文楷体" panose="02010600040101010101" pitchFamily="2" charset="-122"/>
                <a:ea typeface="华文楷体" panose="02010600040101010101" pitchFamily="2" charset="-122"/>
              </a:rPr>
              <a:t>当前状态</a:t>
            </a: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a:t>
            </a:r>
          </a:p>
          <a:p>
            <a:pPr marL="0" indent="0" eaLnBrk="1" hangingPunct="1">
              <a:buNone/>
            </a:pPr>
            <a:r>
              <a:rPr lang="en-US" altLang="zh-CN" sz="2300" b="1" dirty="0">
                <a:solidFill>
                  <a:srgbClr val="0000FF"/>
                </a:solidFill>
                <a:latin typeface="华文楷体" panose="02010600040101010101" pitchFamily="2" charset="-122"/>
                <a:ea typeface="华文楷体" panose="02010600040101010101" pitchFamily="2" charset="-122"/>
              </a:rPr>
              <a:t>Begin</a:t>
            </a:r>
          </a:p>
          <a:p>
            <a:pPr marL="0" indent="0" eaLnBrk="1" hangingPunct="1">
              <a:buNone/>
            </a:pPr>
            <a:r>
              <a:rPr lang="en-US" altLang="zh-CN" sz="2300" b="1" dirty="0">
                <a:solidFill>
                  <a:srgbClr val="0000FF"/>
                </a:solidFill>
                <a:latin typeface="华文楷体" panose="02010600040101010101" pitchFamily="2" charset="-122"/>
                <a:ea typeface="华文楷体" panose="02010600040101010101" pitchFamily="2" charset="-122"/>
              </a:rPr>
              <a:t>If </a:t>
            </a:r>
            <a:r>
              <a:rPr lang="zh-CN" altLang="en-US" sz="2300" b="1" dirty="0">
                <a:solidFill>
                  <a:srgbClr val="0000FF"/>
                </a:solidFill>
                <a:latin typeface="华文楷体" panose="02010600040101010101" pitchFamily="2" charset="-122"/>
                <a:ea typeface="华文楷体" panose="02010600040101010101" pitchFamily="2" charset="-122"/>
              </a:rPr>
              <a:t>当前状态等于目标状态 </a:t>
            </a:r>
            <a:r>
              <a:rPr lang="en-US" altLang="zh-CN" sz="2300" b="1" dirty="0">
                <a:solidFill>
                  <a:srgbClr val="0000FF"/>
                </a:solidFill>
                <a:latin typeface="华文楷体" panose="02010600040101010101" pitchFamily="2" charset="-122"/>
                <a:ea typeface="华文楷体" panose="02010600040101010101" pitchFamily="2" charset="-122"/>
              </a:rPr>
              <a:t>then exit</a:t>
            </a:r>
            <a:r>
              <a:rPr lang="zh-CN" altLang="en-US" sz="2300" b="1" dirty="0">
                <a:solidFill>
                  <a:srgbClr val="0000FF"/>
                </a:solidFill>
                <a:latin typeface="华文楷体" panose="02010600040101010101" pitchFamily="2" charset="-122"/>
                <a:ea typeface="华文楷体" panose="02010600040101010101" pitchFamily="2" charset="-122"/>
              </a:rPr>
              <a:t>；</a:t>
            </a:r>
          </a:p>
          <a:p>
            <a:pPr marL="0" indent="0" eaLnBrk="1" hangingPunct="1">
              <a:buNone/>
            </a:pPr>
            <a:r>
              <a:rPr lang="zh-CN" altLang="en-US" sz="2300" b="1" dirty="0">
                <a:solidFill>
                  <a:srgbClr val="0000FF"/>
                </a:solidFill>
                <a:latin typeface="华文楷体" panose="02010600040101010101" pitchFamily="2" charset="-122"/>
                <a:ea typeface="华文楷体" panose="02010600040101010101" pitchFamily="2" charset="-122"/>
              </a:rPr>
              <a:t>        </a:t>
            </a:r>
            <a:r>
              <a:rPr lang="en-US" altLang="zh-CN" sz="2300" b="1" dirty="0">
                <a:solidFill>
                  <a:srgbClr val="0000FF"/>
                </a:solidFill>
                <a:latin typeface="华文楷体" panose="02010600040101010101" pitchFamily="2" charset="-122"/>
                <a:ea typeface="华文楷体" panose="02010600040101010101" pitchFamily="2" charset="-122"/>
              </a:rPr>
              <a:t>for </a:t>
            </a:r>
            <a:r>
              <a:rPr lang="zh-CN" altLang="en-US" sz="2300" b="1" dirty="0">
                <a:solidFill>
                  <a:srgbClr val="0000FF"/>
                </a:solidFill>
                <a:latin typeface="华文楷体" panose="02010600040101010101" pitchFamily="2" charset="-122"/>
                <a:ea typeface="华文楷体" panose="02010600040101010101" pitchFamily="2" charset="-122"/>
              </a:rPr>
              <a:t>对所有可能的新状态</a:t>
            </a:r>
          </a:p>
          <a:p>
            <a:pPr marL="0" indent="0" eaLnBrk="1" hangingPunct="1">
              <a:buNone/>
            </a:pPr>
            <a:r>
              <a:rPr lang="zh-CN" altLang="en-US" sz="2300" b="1" dirty="0">
                <a:solidFill>
                  <a:srgbClr val="0000FF"/>
                </a:solidFill>
                <a:latin typeface="华文楷体" panose="02010600040101010101" pitchFamily="2" charset="-122"/>
                <a:ea typeface="华文楷体" panose="02010600040101010101" pitchFamily="2" charset="-122"/>
              </a:rPr>
              <a:t>              </a:t>
            </a:r>
            <a:r>
              <a:rPr lang="en-US" altLang="zh-CN" sz="2300" b="1" dirty="0">
                <a:solidFill>
                  <a:srgbClr val="0000FF"/>
                </a:solidFill>
                <a:latin typeface="华文楷体" panose="02010600040101010101" pitchFamily="2" charset="-122"/>
                <a:ea typeface="华文楷体" panose="02010600040101010101" pitchFamily="2" charset="-122"/>
              </a:rPr>
              <a:t>search(</a:t>
            </a:r>
            <a:r>
              <a:rPr lang="zh-CN" altLang="en-US" sz="2300" b="1" dirty="0">
                <a:solidFill>
                  <a:srgbClr val="0000FF"/>
                </a:solidFill>
                <a:latin typeface="华文楷体" panose="02010600040101010101" pitchFamily="2" charset="-122"/>
                <a:ea typeface="华文楷体" panose="02010600040101010101" pitchFamily="2" charset="-122"/>
              </a:rPr>
              <a:t>新状态</a:t>
            </a:r>
            <a:r>
              <a:rPr lang="en-US" altLang="zh-CN" sz="2300" b="1" dirty="0">
                <a:solidFill>
                  <a:srgbClr val="0000FF"/>
                </a:solidFill>
                <a:latin typeface="华文楷体" panose="02010600040101010101" pitchFamily="2" charset="-122"/>
                <a:ea typeface="华文楷体" panose="02010600040101010101" pitchFamily="2" charset="-122"/>
              </a:rPr>
              <a:t>);</a:t>
            </a:r>
          </a:p>
          <a:p>
            <a:pPr marL="0" indent="0" eaLnBrk="1" hangingPunct="1">
              <a:buNone/>
            </a:pPr>
            <a:r>
              <a:rPr lang="en-US" altLang="zh-CN" sz="2300" b="1" dirty="0">
                <a:solidFill>
                  <a:srgbClr val="0000FF"/>
                </a:solidFill>
                <a:latin typeface="华文楷体" panose="02010600040101010101" pitchFamily="2" charset="-122"/>
                <a:ea typeface="华文楷体" panose="02010600040101010101" pitchFamily="2" charset="-122"/>
              </a:rPr>
              <a:t>End;</a:t>
            </a:r>
          </a:p>
        </p:txBody>
      </p:sp>
      <p:sp>
        <p:nvSpPr>
          <p:cNvPr id="4" name="灯片编号占位符 5"/>
          <p:cNvSpPr>
            <a:spLocks noGrp="1"/>
          </p:cNvSpPr>
          <p:nvPr>
            <p:ph type="sldNum" sz="quarter" idx="12"/>
          </p:nvPr>
        </p:nvSpPr>
        <p:spPr/>
        <p:txBody>
          <a:bodyPr/>
          <a:lstStyle/>
          <a:p>
            <a:pPr>
              <a:defRPr/>
            </a:pPr>
            <a:fld id="{DB8F7A87-72B3-4919-84F3-C8425EEC2E17}" type="slidenum">
              <a:rPr lang="zh-CN" altLang="en-US"/>
              <a:pPr>
                <a:defRPr/>
              </a:pPr>
              <a:t>9</a:t>
            </a:fld>
            <a:endParaRPr lang="en-US" altLang="zh-CN"/>
          </a:p>
        </p:txBody>
      </p:sp>
    </p:spTree>
    <p:extLst>
      <p:ext uri="{BB962C8B-B14F-4D97-AF65-F5344CB8AC3E}">
        <p14:creationId xmlns:p14="http://schemas.microsoft.com/office/powerpoint/2010/main" val="3144025701"/>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752598" y="1111507"/>
            <a:ext cx="10361851" cy="4115753"/>
          </a:xfrm>
        </p:spPr>
        <p:txBody>
          <a:bodyPr/>
          <a:lstStyle/>
          <a:p>
            <a:pPr eaLnBrk="1" hangingPunct="1"/>
            <a:r>
              <a:rPr lang="en-US" altLang="zh-CN" dirty="0"/>
              <a:t>Problem</a:t>
            </a:r>
          </a:p>
          <a:p>
            <a:pPr lvl="1" eaLnBrk="1" hangingPunct="1"/>
            <a:r>
              <a:rPr lang="en-US" altLang="zh-CN" sz="2900" dirty="0"/>
              <a:t>A maze is a set of intersections</a:t>
            </a:r>
            <a:r>
              <a:rPr lang="zh-CN" altLang="en-US" sz="2900" dirty="0"/>
              <a:t>。 </a:t>
            </a:r>
            <a:r>
              <a:rPr lang="en-US" altLang="zh-CN" sz="2900" dirty="0"/>
              <a:t>The traveler enters from one direction and departs along one of three paths: to the left, straight ahead or to the right</a:t>
            </a:r>
            <a:r>
              <a:rPr lang="zh-CN" altLang="en-US" sz="2900" dirty="0"/>
              <a:t>。 </a:t>
            </a:r>
            <a:r>
              <a:rPr lang="en-US" altLang="zh-CN" sz="2900" dirty="0"/>
              <a:t>A path is identified by the number of the next intersection</a:t>
            </a:r>
            <a:r>
              <a:rPr lang="zh-CN" altLang="en-US" sz="2900" dirty="0"/>
              <a:t>。 </a:t>
            </a:r>
          </a:p>
        </p:txBody>
      </p:sp>
      <p:sp>
        <p:nvSpPr>
          <p:cNvPr id="34" name="灯片编号占位符 5"/>
          <p:cNvSpPr>
            <a:spLocks noGrp="1"/>
          </p:cNvSpPr>
          <p:nvPr>
            <p:ph type="sldNum" sz="quarter" idx="12"/>
          </p:nvPr>
        </p:nvSpPr>
        <p:spPr/>
        <p:txBody>
          <a:bodyPr/>
          <a:lstStyle/>
          <a:p>
            <a:pPr>
              <a:defRPr/>
            </a:pPr>
            <a:fld id="{4EF10C45-E571-443E-BC2E-7C3F32A72579}" type="slidenum">
              <a:rPr lang="zh-CN" altLang="en-US"/>
              <a:pPr>
                <a:defRPr/>
              </a:pPr>
              <a:t>10</a:t>
            </a:fld>
            <a:endParaRPr lang="en-US" altLang="zh-CN"/>
          </a:p>
        </p:txBody>
      </p:sp>
      <p:sp>
        <p:nvSpPr>
          <p:cNvPr id="10244" name="Line 4"/>
          <p:cNvSpPr>
            <a:spLocks noChangeShapeType="1"/>
          </p:cNvSpPr>
          <p:nvPr/>
        </p:nvSpPr>
        <p:spPr bwMode="auto">
          <a:xfrm>
            <a:off x="1682532" y="3931560"/>
            <a:ext cx="0" cy="1600571"/>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45" name="Line 5"/>
          <p:cNvSpPr>
            <a:spLocks noChangeShapeType="1"/>
          </p:cNvSpPr>
          <p:nvPr/>
        </p:nvSpPr>
        <p:spPr bwMode="auto">
          <a:xfrm>
            <a:off x="1682532" y="3931560"/>
            <a:ext cx="914281"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367622" name="Text Box 6"/>
          <p:cNvSpPr txBox="1">
            <a:spLocks noChangeArrowheads="1"/>
          </p:cNvSpPr>
          <p:nvPr/>
        </p:nvSpPr>
        <p:spPr bwMode="auto">
          <a:xfrm>
            <a:off x="1885705" y="3931561"/>
            <a:ext cx="507934" cy="1864239"/>
          </a:xfrm>
          <a:prstGeom prst="rect">
            <a:avLst/>
          </a:prstGeom>
          <a:noFill/>
          <a:ln w="9525">
            <a:noFill/>
            <a:miter lim="800000"/>
            <a:headEnd/>
            <a:tailEnd/>
          </a:ln>
          <a:effectLst/>
        </p:spPr>
        <p:txBody>
          <a:bodyPr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defRPr/>
            </a:pPr>
            <a:r>
              <a:rPr kumimoji="1" lang="en-US" altLang="zh-CN" sz="3800" b="1">
                <a:solidFill>
                  <a:srgbClr val="FF3300"/>
                </a:solidFill>
                <a:effectLst>
                  <a:outerShdw blurRad="38100" dist="38100" dir="2700000" algn="tl">
                    <a:srgbClr val="C0C0C0"/>
                  </a:outerShdw>
                </a:effectLst>
                <a:latin typeface="Times New Roman" charset="0"/>
                <a:ea typeface="宋体" pitchFamily="2" charset="-122"/>
              </a:rPr>
              <a:t>4</a:t>
            </a:r>
          </a:p>
          <a:p>
            <a:pPr eaLnBrk="1" hangingPunct="1">
              <a:defRPr/>
            </a:pPr>
            <a:endParaRPr kumimoji="1" lang="en-US" altLang="zh-CN" sz="3800" b="1">
              <a:solidFill>
                <a:srgbClr val="FF3300"/>
              </a:solidFill>
              <a:effectLst>
                <a:outerShdw blurRad="38100" dist="38100" dir="2700000" algn="tl">
                  <a:srgbClr val="C0C0C0"/>
                </a:outerShdw>
              </a:effectLst>
              <a:latin typeface="Times New Roman" charset="0"/>
              <a:ea typeface="宋体" pitchFamily="2" charset="-122"/>
            </a:endParaRPr>
          </a:p>
          <a:p>
            <a:pPr eaLnBrk="1" hangingPunct="1">
              <a:defRPr/>
            </a:pPr>
            <a:r>
              <a:rPr kumimoji="1" lang="en-US" altLang="zh-CN" sz="3800" b="1">
                <a:solidFill>
                  <a:srgbClr val="FF3300"/>
                </a:solidFill>
                <a:effectLst>
                  <a:outerShdw blurRad="38100" dist="38100" dir="2700000" algn="tl">
                    <a:srgbClr val="C0C0C0"/>
                  </a:outerShdw>
                </a:effectLst>
                <a:latin typeface="Times New Roman" charset="0"/>
                <a:ea typeface="宋体" pitchFamily="2" charset="-122"/>
              </a:rPr>
              <a:t>3</a:t>
            </a:r>
            <a:endParaRPr kumimoji="1" lang="en-US" altLang="zh-CN">
              <a:latin typeface="Times New Roman" charset="0"/>
              <a:ea typeface="宋体" pitchFamily="2" charset="-122"/>
            </a:endParaRPr>
          </a:p>
        </p:txBody>
      </p:sp>
      <p:sp>
        <p:nvSpPr>
          <p:cNvPr id="10247" name="Line 7"/>
          <p:cNvSpPr>
            <a:spLocks noChangeShapeType="1"/>
          </p:cNvSpPr>
          <p:nvPr/>
        </p:nvSpPr>
        <p:spPr bwMode="auto">
          <a:xfrm>
            <a:off x="2596813" y="3931560"/>
            <a:ext cx="0" cy="990829"/>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48" name="Line 8"/>
          <p:cNvSpPr>
            <a:spLocks noChangeShapeType="1"/>
          </p:cNvSpPr>
          <p:nvPr/>
        </p:nvSpPr>
        <p:spPr bwMode="auto">
          <a:xfrm>
            <a:off x="1682532" y="5532131"/>
            <a:ext cx="2234909"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49" name="Line 9"/>
          <p:cNvSpPr>
            <a:spLocks noChangeShapeType="1"/>
          </p:cNvSpPr>
          <p:nvPr/>
        </p:nvSpPr>
        <p:spPr bwMode="auto">
          <a:xfrm>
            <a:off x="3917441" y="5532131"/>
            <a:ext cx="0" cy="1067047"/>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50" name="Line 10"/>
          <p:cNvSpPr>
            <a:spLocks noChangeShapeType="1"/>
          </p:cNvSpPr>
          <p:nvPr/>
        </p:nvSpPr>
        <p:spPr bwMode="auto">
          <a:xfrm>
            <a:off x="2596813" y="4922390"/>
            <a:ext cx="1320628"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51" name="Line 11"/>
          <p:cNvSpPr>
            <a:spLocks noChangeShapeType="1"/>
          </p:cNvSpPr>
          <p:nvPr/>
        </p:nvSpPr>
        <p:spPr bwMode="auto">
          <a:xfrm flipV="1">
            <a:off x="3917441" y="3931560"/>
            <a:ext cx="0" cy="990829"/>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52" name="Line 12"/>
          <p:cNvSpPr>
            <a:spLocks noChangeShapeType="1"/>
          </p:cNvSpPr>
          <p:nvPr/>
        </p:nvSpPr>
        <p:spPr bwMode="auto">
          <a:xfrm>
            <a:off x="3917441" y="3931560"/>
            <a:ext cx="812694"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367629" name="Text Box 13"/>
          <p:cNvSpPr txBox="1">
            <a:spLocks noChangeArrowheads="1"/>
          </p:cNvSpPr>
          <p:nvPr/>
        </p:nvSpPr>
        <p:spPr bwMode="auto">
          <a:xfrm>
            <a:off x="4112149" y="3931560"/>
            <a:ext cx="463482" cy="3033790"/>
          </a:xfrm>
          <a:prstGeom prst="rect">
            <a:avLst/>
          </a:prstGeom>
          <a:noFill/>
          <a:ln w="9525">
            <a:noFill/>
            <a:miter lim="800000"/>
            <a:headEnd/>
            <a:tailEnd/>
          </a:ln>
          <a:effectLst/>
        </p:spPr>
        <p:txBody>
          <a:bodyPr wrap="none"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defRPr/>
            </a:pPr>
            <a:r>
              <a:rPr kumimoji="1" lang="en-US" altLang="zh-CN" sz="3800" b="1">
                <a:solidFill>
                  <a:srgbClr val="FF3300"/>
                </a:solidFill>
                <a:effectLst>
                  <a:outerShdw blurRad="38100" dist="38100" dir="2700000" algn="tl">
                    <a:srgbClr val="C0C0C0"/>
                  </a:outerShdw>
                </a:effectLst>
                <a:latin typeface="Times New Roman" charset="0"/>
                <a:ea typeface="宋体" pitchFamily="2" charset="-122"/>
              </a:rPr>
              <a:t>5</a:t>
            </a:r>
          </a:p>
          <a:p>
            <a:pPr eaLnBrk="1" hangingPunct="1">
              <a:defRPr/>
            </a:pPr>
            <a:endParaRPr kumimoji="1" lang="en-US" altLang="zh-CN" sz="3800" b="1">
              <a:solidFill>
                <a:srgbClr val="FF3300"/>
              </a:solidFill>
              <a:effectLst>
                <a:outerShdw blurRad="38100" dist="38100" dir="2700000" algn="tl">
                  <a:srgbClr val="C0C0C0"/>
                </a:outerShdw>
              </a:effectLst>
              <a:latin typeface="Times New Roman" charset="0"/>
              <a:ea typeface="宋体" pitchFamily="2" charset="-122"/>
            </a:endParaRPr>
          </a:p>
          <a:p>
            <a:pPr eaLnBrk="1" hangingPunct="1">
              <a:defRPr/>
            </a:pPr>
            <a:r>
              <a:rPr kumimoji="1" lang="en-US" altLang="zh-CN" sz="3800" b="1">
                <a:solidFill>
                  <a:srgbClr val="FF3300"/>
                </a:solidFill>
                <a:effectLst>
                  <a:outerShdw blurRad="38100" dist="38100" dir="2700000" algn="tl">
                    <a:srgbClr val="C0C0C0"/>
                  </a:outerShdw>
                </a:effectLst>
                <a:latin typeface="Times New Roman" charset="0"/>
                <a:ea typeface="宋体" pitchFamily="2" charset="-122"/>
              </a:rPr>
              <a:t>2</a:t>
            </a:r>
          </a:p>
          <a:p>
            <a:pPr eaLnBrk="1" hangingPunct="1">
              <a:defRPr/>
            </a:pPr>
            <a:endParaRPr kumimoji="1" lang="en-US" altLang="zh-CN" sz="3800" b="1">
              <a:solidFill>
                <a:srgbClr val="FF3300"/>
              </a:solidFill>
              <a:effectLst>
                <a:outerShdw blurRad="38100" dist="38100" dir="2700000" algn="tl">
                  <a:srgbClr val="C0C0C0"/>
                </a:outerShdw>
              </a:effectLst>
              <a:latin typeface="Times New Roman" charset="0"/>
              <a:ea typeface="宋体" pitchFamily="2" charset="-122"/>
            </a:endParaRPr>
          </a:p>
          <a:p>
            <a:pPr eaLnBrk="1" hangingPunct="1">
              <a:defRPr/>
            </a:pPr>
            <a:r>
              <a:rPr kumimoji="1" lang="en-US" altLang="zh-CN" sz="3800" b="1">
                <a:solidFill>
                  <a:srgbClr val="FF3300"/>
                </a:solidFill>
                <a:effectLst>
                  <a:outerShdw blurRad="38100" dist="38100" dir="2700000" algn="tl">
                    <a:srgbClr val="C0C0C0"/>
                  </a:outerShdw>
                </a:effectLst>
                <a:latin typeface="Times New Roman" charset="0"/>
                <a:ea typeface="宋体" pitchFamily="2" charset="-122"/>
              </a:rPr>
              <a:t>1</a:t>
            </a:r>
            <a:endParaRPr kumimoji="1" lang="en-US" altLang="zh-CN">
              <a:latin typeface="Times New Roman" charset="0"/>
              <a:ea typeface="宋体" pitchFamily="2" charset="-122"/>
            </a:endParaRPr>
          </a:p>
        </p:txBody>
      </p:sp>
      <p:sp>
        <p:nvSpPr>
          <p:cNvPr id="10254" name="Line 14"/>
          <p:cNvSpPr>
            <a:spLocks noChangeShapeType="1"/>
          </p:cNvSpPr>
          <p:nvPr/>
        </p:nvSpPr>
        <p:spPr bwMode="auto">
          <a:xfrm>
            <a:off x="4730135" y="3931560"/>
            <a:ext cx="0" cy="990829"/>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55" name="Line 15"/>
          <p:cNvSpPr>
            <a:spLocks noChangeShapeType="1"/>
          </p:cNvSpPr>
          <p:nvPr/>
        </p:nvSpPr>
        <p:spPr bwMode="auto">
          <a:xfrm>
            <a:off x="4730135" y="4922390"/>
            <a:ext cx="1320628"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56" name="Line 16"/>
          <p:cNvSpPr>
            <a:spLocks noChangeShapeType="1"/>
          </p:cNvSpPr>
          <p:nvPr/>
        </p:nvSpPr>
        <p:spPr bwMode="auto">
          <a:xfrm>
            <a:off x="4730135" y="5532131"/>
            <a:ext cx="2133322"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57" name="Line 17"/>
          <p:cNvSpPr>
            <a:spLocks noChangeShapeType="1"/>
          </p:cNvSpPr>
          <p:nvPr/>
        </p:nvSpPr>
        <p:spPr bwMode="auto">
          <a:xfrm>
            <a:off x="4730135" y="5532131"/>
            <a:ext cx="0" cy="1067047"/>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58" name="Line 18"/>
          <p:cNvSpPr>
            <a:spLocks noChangeShapeType="1"/>
          </p:cNvSpPr>
          <p:nvPr/>
        </p:nvSpPr>
        <p:spPr bwMode="auto">
          <a:xfrm flipV="1">
            <a:off x="6050763" y="3931560"/>
            <a:ext cx="0" cy="990829"/>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367635" name="Text Box 19"/>
          <p:cNvSpPr txBox="1">
            <a:spLocks noChangeArrowheads="1"/>
          </p:cNvSpPr>
          <p:nvPr/>
        </p:nvSpPr>
        <p:spPr bwMode="auto">
          <a:xfrm>
            <a:off x="6143884" y="3931561"/>
            <a:ext cx="463482" cy="1864239"/>
          </a:xfrm>
          <a:prstGeom prst="rect">
            <a:avLst/>
          </a:prstGeom>
          <a:noFill/>
          <a:ln w="9525">
            <a:noFill/>
            <a:miter lim="800000"/>
            <a:headEnd/>
            <a:tailEnd/>
          </a:ln>
          <a:effectLst/>
        </p:spPr>
        <p:txBody>
          <a:bodyPr wrap="none"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defRPr/>
            </a:pPr>
            <a:r>
              <a:rPr kumimoji="1" lang="en-US" altLang="zh-CN" sz="3800" b="1">
                <a:solidFill>
                  <a:srgbClr val="FF3300"/>
                </a:solidFill>
                <a:effectLst>
                  <a:outerShdw blurRad="38100" dist="38100" dir="2700000" algn="tl">
                    <a:srgbClr val="C0C0C0"/>
                  </a:outerShdw>
                </a:effectLst>
                <a:latin typeface="Times New Roman" charset="0"/>
                <a:ea typeface="宋体" pitchFamily="2" charset="-122"/>
              </a:rPr>
              <a:t>7</a:t>
            </a:r>
          </a:p>
          <a:p>
            <a:pPr eaLnBrk="1" hangingPunct="1">
              <a:defRPr/>
            </a:pPr>
            <a:endParaRPr kumimoji="1" lang="en-US" altLang="zh-CN" sz="3800" b="1">
              <a:solidFill>
                <a:srgbClr val="FF3300"/>
              </a:solidFill>
              <a:effectLst>
                <a:outerShdw blurRad="38100" dist="38100" dir="2700000" algn="tl">
                  <a:srgbClr val="C0C0C0"/>
                </a:outerShdw>
              </a:effectLst>
              <a:latin typeface="Times New Roman" charset="0"/>
              <a:ea typeface="宋体" pitchFamily="2" charset="-122"/>
            </a:endParaRPr>
          </a:p>
          <a:p>
            <a:pPr eaLnBrk="1" hangingPunct="1">
              <a:defRPr/>
            </a:pPr>
            <a:r>
              <a:rPr kumimoji="1" lang="en-US" altLang="zh-CN" sz="3800" b="1">
                <a:solidFill>
                  <a:srgbClr val="FF3300"/>
                </a:solidFill>
                <a:effectLst>
                  <a:outerShdw blurRad="38100" dist="38100" dir="2700000" algn="tl">
                    <a:srgbClr val="C0C0C0"/>
                  </a:outerShdw>
                </a:effectLst>
                <a:latin typeface="Times New Roman" charset="0"/>
                <a:ea typeface="宋体" pitchFamily="2" charset="-122"/>
              </a:rPr>
              <a:t>6</a:t>
            </a:r>
            <a:endParaRPr kumimoji="1" lang="en-US" altLang="zh-CN">
              <a:latin typeface="Times New Roman" charset="0"/>
              <a:ea typeface="宋体" pitchFamily="2" charset="-122"/>
            </a:endParaRPr>
          </a:p>
        </p:txBody>
      </p:sp>
      <p:sp>
        <p:nvSpPr>
          <p:cNvPr id="10260" name="Line 20"/>
          <p:cNvSpPr>
            <a:spLocks noChangeShapeType="1"/>
          </p:cNvSpPr>
          <p:nvPr/>
        </p:nvSpPr>
        <p:spPr bwMode="auto">
          <a:xfrm flipV="1">
            <a:off x="6050763" y="3931560"/>
            <a:ext cx="203174"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61" name="Line 21"/>
          <p:cNvSpPr>
            <a:spLocks noChangeShapeType="1"/>
          </p:cNvSpPr>
          <p:nvPr/>
        </p:nvSpPr>
        <p:spPr bwMode="auto">
          <a:xfrm>
            <a:off x="6863457" y="3931560"/>
            <a:ext cx="0" cy="1600571"/>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62" name="Line 22"/>
          <p:cNvSpPr>
            <a:spLocks noChangeShapeType="1"/>
          </p:cNvSpPr>
          <p:nvPr/>
        </p:nvSpPr>
        <p:spPr bwMode="auto">
          <a:xfrm flipH="1">
            <a:off x="6660283" y="3931560"/>
            <a:ext cx="203174"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63" name="Line 23"/>
          <p:cNvSpPr>
            <a:spLocks noChangeShapeType="1"/>
          </p:cNvSpPr>
          <p:nvPr/>
        </p:nvSpPr>
        <p:spPr bwMode="auto">
          <a:xfrm flipV="1">
            <a:off x="4526961" y="6599178"/>
            <a:ext cx="203174"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64" name="Line 24"/>
          <p:cNvSpPr>
            <a:spLocks noChangeShapeType="1"/>
          </p:cNvSpPr>
          <p:nvPr/>
        </p:nvSpPr>
        <p:spPr bwMode="auto">
          <a:xfrm>
            <a:off x="3917440" y="6599178"/>
            <a:ext cx="203174"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65" name="Line 25"/>
          <p:cNvSpPr>
            <a:spLocks noChangeShapeType="1"/>
          </p:cNvSpPr>
          <p:nvPr/>
        </p:nvSpPr>
        <p:spPr bwMode="auto">
          <a:xfrm flipV="1">
            <a:off x="4368231" y="6434040"/>
            <a:ext cx="0" cy="381088"/>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0266" name="Line 26"/>
          <p:cNvSpPr>
            <a:spLocks noChangeShapeType="1"/>
          </p:cNvSpPr>
          <p:nvPr/>
        </p:nvSpPr>
        <p:spPr bwMode="auto">
          <a:xfrm flipV="1">
            <a:off x="6457110" y="3626690"/>
            <a:ext cx="0" cy="381088"/>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367643" name="Oval 27"/>
          <p:cNvSpPr>
            <a:spLocks noChangeArrowheads="1"/>
          </p:cNvSpPr>
          <p:nvPr/>
        </p:nvSpPr>
        <p:spPr bwMode="auto">
          <a:xfrm>
            <a:off x="4270878" y="6310187"/>
            <a:ext cx="192592" cy="144496"/>
          </a:xfrm>
          <a:prstGeom prst="ellipse">
            <a:avLst/>
          </a:prstGeom>
          <a:solidFill>
            <a:schemeClr val="accent1"/>
          </a:solidFill>
          <a:ln w="9525">
            <a:solidFill>
              <a:schemeClr val="tx1"/>
            </a:solidFill>
            <a:round/>
            <a:headEnd/>
            <a:tailEnd/>
          </a:ln>
        </p:spPr>
        <p:txBody>
          <a:bodyPr wrap="none" lIns="108850" tIns="54425" rIns="108850" bIns="54425" anchor="ctr"/>
          <a:lstStyle/>
          <a:p>
            <a:endParaRPr lang="zh-CN" altLang="en-US"/>
          </a:p>
        </p:txBody>
      </p:sp>
      <p:sp>
        <p:nvSpPr>
          <p:cNvPr id="367644" name="Oval 28"/>
          <p:cNvSpPr>
            <a:spLocks noChangeArrowheads="1"/>
          </p:cNvSpPr>
          <p:nvPr/>
        </p:nvSpPr>
        <p:spPr bwMode="auto">
          <a:xfrm>
            <a:off x="2063482" y="4077645"/>
            <a:ext cx="192591" cy="144496"/>
          </a:xfrm>
          <a:prstGeom prst="ellipse">
            <a:avLst/>
          </a:prstGeom>
          <a:solidFill>
            <a:schemeClr val="accent1"/>
          </a:solidFill>
          <a:ln w="9525">
            <a:solidFill>
              <a:schemeClr val="tx1"/>
            </a:solidFill>
            <a:round/>
            <a:headEnd/>
            <a:tailEnd/>
          </a:ln>
        </p:spPr>
        <p:txBody>
          <a:bodyPr wrap="none" lIns="108850" tIns="54425" rIns="108850" bIns="54425" anchor="ctr"/>
          <a:lstStyle/>
          <a:p>
            <a:endParaRPr lang="zh-CN" altLang="en-US"/>
          </a:p>
        </p:txBody>
      </p:sp>
      <p:sp>
        <p:nvSpPr>
          <p:cNvPr id="367645" name="Oval 29"/>
          <p:cNvSpPr>
            <a:spLocks noChangeArrowheads="1"/>
          </p:cNvSpPr>
          <p:nvPr/>
        </p:nvSpPr>
        <p:spPr bwMode="auto">
          <a:xfrm>
            <a:off x="4368232" y="4150687"/>
            <a:ext cx="192592" cy="144496"/>
          </a:xfrm>
          <a:prstGeom prst="ellipse">
            <a:avLst/>
          </a:prstGeom>
          <a:solidFill>
            <a:schemeClr val="accent1"/>
          </a:solidFill>
          <a:ln w="9525">
            <a:solidFill>
              <a:schemeClr val="tx1"/>
            </a:solidFill>
            <a:round/>
            <a:headEnd/>
            <a:tailEnd/>
          </a:ln>
        </p:spPr>
        <p:txBody>
          <a:bodyPr wrap="none" lIns="108850" tIns="54425" rIns="108850" bIns="54425" anchor="ctr"/>
          <a:lstStyle/>
          <a:p>
            <a:endParaRPr lang="zh-CN" altLang="en-US"/>
          </a:p>
        </p:txBody>
      </p:sp>
      <p:pic>
        <p:nvPicPr>
          <p:cNvPr id="367646" name="Picture 30" descr="J028603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4337" y="3645745"/>
            <a:ext cx="833858" cy="606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7647" name="Picture 31" descr="J028603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46536" y="3717199"/>
            <a:ext cx="833858" cy="606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7648" name="Rectangle 32"/>
          <p:cNvSpPr>
            <a:spLocks noChangeArrowheads="1"/>
          </p:cNvSpPr>
          <p:nvPr/>
        </p:nvSpPr>
        <p:spPr bwMode="auto">
          <a:xfrm>
            <a:off x="7056049" y="3626690"/>
            <a:ext cx="729581" cy="1325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p>
            <a:r>
              <a:rPr lang="en-US" altLang="zh-CN" sz="7900" b="1">
                <a:solidFill>
                  <a:srgbClr val="CC0000"/>
                </a:solidFill>
                <a:ea typeface="宋体" pitchFamily="2" charset="-122"/>
              </a:rPr>
              <a:t>☺</a:t>
            </a:r>
          </a:p>
        </p:txBody>
      </p:sp>
      <p:sp>
        <p:nvSpPr>
          <p:cNvPr id="10273" name="Text Box 33">
            <a:hlinkClick r:id="rId6" action="ppaction://hlinkfile"/>
          </p:cNvPr>
          <p:cNvSpPr txBox="1">
            <a:spLocks noChangeArrowheads="1"/>
          </p:cNvSpPr>
          <p:nvPr/>
        </p:nvSpPr>
        <p:spPr bwMode="auto">
          <a:xfrm>
            <a:off x="9358682" y="5359054"/>
            <a:ext cx="1631738" cy="617744"/>
          </a:xfrm>
          <a:prstGeom prst="rect">
            <a:avLst/>
          </a:prstGeom>
          <a:solidFill>
            <a:srgbClr val="C0C0C0"/>
          </a:solidFill>
          <a:ln>
            <a:noFill/>
          </a:ln>
          <a:effectLst>
            <a:prstShdw prst="shdw17" dist="17961" dir="2700000">
              <a:srgbClr val="737373"/>
            </a:prstShdw>
          </a:effectLst>
          <a:extLs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spcBef>
                <a:spcPct val="50000"/>
              </a:spcBef>
            </a:pPr>
            <a:r>
              <a:rPr lang="en-US" altLang="zh-CN" sz="3300" b="1">
                <a:solidFill>
                  <a:srgbClr val="990000"/>
                </a:solidFill>
                <a:latin typeface="Comic Sans MS" pitchFamily="66" charset="0"/>
                <a:ea typeface="宋体" pitchFamily="2" charset="-122"/>
              </a:rPr>
              <a:t>Demo</a:t>
            </a:r>
          </a:p>
        </p:txBody>
      </p:sp>
      <p:sp>
        <p:nvSpPr>
          <p:cNvPr id="10274" name="Rectangle 34"/>
          <p:cNvSpPr>
            <a:spLocks noChangeArrowheads="1"/>
          </p:cNvSpPr>
          <p:nvPr/>
        </p:nvSpPr>
        <p:spPr bwMode="auto">
          <a:xfrm>
            <a:off x="11087774" y="5878286"/>
            <a:ext cx="457070"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p>
            <a:r>
              <a:rPr lang="en-US" altLang="zh-CN" b="1">
                <a:solidFill>
                  <a:srgbClr val="CC0000"/>
                </a:solidFill>
                <a:ea typeface="宋体" pitchFamily="2" charset="-122"/>
              </a:rPr>
              <a:t>®</a:t>
            </a:r>
          </a:p>
        </p:txBody>
      </p:sp>
      <p:sp>
        <p:nvSpPr>
          <p:cNvPr id="2" name="基础扎实 / Strong Preparation">
            <a:extLst>
              <a:ext uri="{FF2B5EF4-FFF2-40B4-BE49-F238E27FC236}">
                <a16:creationId xmlns:a16="http://schemas.microsoft.com/office/drawing/2014/main" id="{23E2B143-91A6-79A3-F20B-47F2EC5B4767}"/>
              </a:ext>
            </a:extLst>
          </p:cNvPr>
          <p:cNvSpPr txBox="1"/>
          <p:nvPr/>
        </p:nvSpPr>
        <p:spPr>
          <a:xfrm>
            <a:off x="2603627" y="367980"/>
            <a:ext cx="5870237" cy="561660"/>
          </a:xfrm>
          <a:prstGeom prst="rect">
            <a:avLst/>
          </a:prstGeom>
          <a:noFill/>
          <a:ln>
            <a:noFill/>
          </a:ln>
        </p:spPr>
        <p:txBody>
          <a:bodyPr wrap="square" lIns="68549" tIns="34274" rIns="68549" bIns="34274" rtlCol="0">
            <a:spAutoFit/>
          </a:bodyPr>
          <a:lstStyle/>
          <a:p>
            <a:pPr algn="ctr" defTabSz="950595">
              <a:buClr>
                <a:prstClr val="white"/>
              </a:buClr>
              <a:buSzTx/>
              <a:buFontTx/>
              <a:defRPr/>
            </a:pPr>
            <a:r>
              <a:rPr lang="en-US" altLang="zh-CN" sz="3200" b="1" spc="50" dirty="0">
                <a:ln w="11430"/>
                <a:solidFill>
                  <a:srgbClr val="006600"/>
                </a:solidFill>
                <a:latin typeface="+mn-ea"/>
                <a:sym typeface="Arial" panose="020B0604020202020204" pitchFamily="34" charset="0"/>
              </a:rPr>
              <a:t>3</a:t>
            </a:r>
            <a:r>
              <a:rPr lang="zh-CN" altLang="en-US" sz="3200" b="1" spc="50" dirty="0">
                <a:ln w="11430"/>
                <a:solidFill>
                  <a:srgbClr val="006600"/>
                </a:solidFill>
                <a:latin typeface="+mn-ea"/>
                <a:sym typeface="Arial" panose="020B0604020202020204" pitchFamily="34" charset="0"/>
              </a:rPr>
              <a:t>.</a:t>
            </a:r>
            <a:r>
              <a:rPr lang="en-US" altLang="zh-CN" sz="3200" b="1" spc="50" dirty="0">
                <a:ln w="11430"/>
                <a:solidFill>
                  <a:srgbClr val="006600"/>
                </a:solidFill>
                <a:latin typeface="+mn-ea"/>
                <a:sym typeface="Arial" panose="020B0604020202020204" pitchFamily="34" charset="0"/>
              </a:rPr>
              <a:t>2</a:t>
            </a:r>
            <a:r>
              <a:rPr lang="zh-CN" altLang="en-US" sz="3200" b="1" spc="50" dirty="0">
                <a:ln w="11430"/>
                <a:solidFill>
                  <a:srgbClr val="006600"/>
                </a:solidFill>
                <a:latin typeface="+mn-ea"/>
                <a:sym typeface="Arial" panose="020B0604020202020204" pitchFamily="34" charset="0"/>
              </a:rPr>
              <a:t> 迷宫问题</a:t>
            </a:r>
          </a:p>
        </p:txBody>
      </p:sp>
    </p:spTree>
    <p:extLst>
      <p:ext uri="{BB962C8B-B14F-4D97-AF65-F5344CB8AC3E}">
        <p14:creationId xmlns:p14="http://schemas.microsoft.com/office/powerpoint/2010/main" val="393575367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grpId="0" nodeType="clickEffect">
                                  <p:stCondLst>
                                    <p:cond delay="0"/>
                                  </p:stCondLst>
                                  <p:childTnLst>
                                    <p:animMotion origin="layout" path="M -3.33333E-6 -3.00578E-6 C 0.0158 -0.0689 0.03177 -0.13757 -3.33333E-6 -0.16509 C -0.03177 -0.1926 -0.15868 -0.14081 -0.19045 -0.16509 C -0.22222 -0.18936 -0.19253 -0.28601 -0.19045 -0.31075 C -0.18836 -0.33549 -0.18316 -0.32439 -0.17777 -0.31306 " pathEditMode="relative" ptsTypes="aaaaA">
                                      <p:cBhvr>
                                        <p:cTn id="6" dur="3000" fill="hold"/>
                                        <p:tgtEl>
                                          <p:spTgt spid="367643"/>
                                        </p:tgtEl>
                                        <p:attrNameLst>
                                          <p:attrName>ppt_x</p:attrName>
                                          <p:attrName>ppt_y</p:attrName>
                                        </p:attrNameLst>
                                      </p:cBhvr>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67646"/>
                                        </p:tgtEl>
                                        <p:attrNameLst>
                                          <p:attrName>style.visibility</p:attrName>
                                        </p:attrNameLst>
                                      </p:cBhvr>
                                      <p:to>
                                        <p:strVal val="visible"/>
                                      </p:to>
                                    </p:set>
                                  </p:childTnLst>
                                </p:cTn>
                              </p:par>
                            </p:childTnLst>
                          </p:cTn>
                        </p:par>
                        <p:par>
                          <p:cTn id="11" fill="hold" nodeType="afterGroup">
                            <p:stCondLst>
                              <p:cond delay="0"/>
                            </p:stCondLst>
                            <p:childTnLst>
                              <p:par>
                                <p:cTn id="12" presetID="1" presetClass="exit" presetSubtype="0" fill="hold" grpId="1" nodeType="afterEffect">
                                  <p:stCondLst>
                                    <p:cond delay="0"/>
                                  </p:stCondLst>
                                  <p:childTnLst>
                                    <p:set>
                                      <p:cBhvr>
                                        <p:cTn id="13" dur="1" fill="hold">
                                          <p:stCondLst>
                                            <p:cond delay="0"/>
                                          </p:stCondLst>
                                        </p:cTn>
                                        <p:tgtEl>
                                          <p:spTgt spid="367643"/>
                                        </p:tgtEl>
                                        <p:attrNameLst>
                                          <p:attrName>style.visibility</p:attrName>
                                        </p:attrNameLst>
                                      </p:cBhvr>
                                      <p:to>
                                        <p:strVal val="hidden"/>
                                      </p:to>
                                    </p:set>
                                  </p:childTnLst>
                                </p:cTn>
                              </p:par>
                            </p:childTnLst>
                          </p:cTn>
                        </p:par>
                        <p:par>
                          <p:cTn id="14" fill="hold" nodeType="afterGroup">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36764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0" presetClass="path" presetSubtype="0" accel="50000" decel="50000" fill="hold" grpId="1" nodeType="clickEffect">
                                  <p:stCondLst>
                                    <p:cond delay="0"/>
                                  </p:stCondLst>
                                  <p:childTnLst>
                                    <p:animMotion origin="layout" path="M 8.05556E-6 3.87283E-6 C -0.00052 0.02497 -0.0052 0.07792 -0.00156 0.10797 C -0.00069 0.11537 0.00417 0.12855 0.00955 0.1311 C 0.01372 0.13318 0.02223 0.13549 0.02223 0.13549 C 0.04219 0.15306 0.09358 0.14589 0.09358 0.14589 C 0.11632 0.15329 0.12813 0.15121 0.15712 0.15237 C 0.16407 0.15167 0.17101 0.15214 0.17778 0.15029 C 0.18317 0.1489 0.18351 0.12855 0.18403 0.12485 C 0.18803 0.03468 0.18733 0.0756 0.18733 0.00231 " pathEditMode="relative" ptsTypes="ffffffffA">
                                      <p:cBhvr>
                                        <p:cTn id="20" dur="3000" fill="hold"/>
                                        <p:tgtEl>
                                          <p:spTgt spid="367644"/>
                                        </p:tgtEl>
                                        <p:attrNameLst>
                                          <p:attrName>ppt_x</p:attrName>
                                          <p:attrName>ppt_y</p:attrName>
                                        </p:attrNameLst>
                                      </p:cBhvr>
                                    </p:animMotion>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67647"/>
                                        </p:tgtEl>
                                        <p:attrNameLst>
                                          <p:attrName>style.visibility</p:attrName>
                                        </p:attrNameLst>
                                      </p:cBhvr>
                                      <p:to>
                                        <p:strVal val="visible"/>
                                      </p:to>
                                    </p:set>
                                  </p:childTnLst>
                                </p:cTn>
                              </p:par>
                            </p:childTnLst>
                          </p:cTn>
                        </p:par>
                        <p:par>
                          <p:cTn id="25" fill="hold" nodeType="afterGroup">
                            <p:stCondLst>
                              <p:cond delay="0"/>
                            </p:stCondLst>
                            <p:childTnLst>
                              <p:par>
                                <p:cTn id="26" presetID="1" presetClass="exit" presetSubtype="0" fill="hold" grpId="2" nodeType="afterEffect">
                                  <p:stCondLst>
                                    <p:cond delay="0"/>
                                  </p:stCondLst>
                                  <p:childTnLst>
                                    <p:set>
                                      <p:cBhvr>
                                        <p:cTn id="27" dur="1" fill="hold">
                                          <p:stCondLst>
                                            <p:cond delay="0"/>
                                          </p:stCondLst>
                                        </p:cTn>
                                        <p:tgtEl>
                                          <p:spTgt spid="367644"/>
                                        </p:tgtEl>
                                        <p:attrNameLst>
                                          <p:attrName>style.visibility</p:attrName>
                                        </p:attrNameLst>
                                      </p:cBhvr>
                                      <p:to>
                                        <p:strVal val="hidden"/>
                                      </p:to>
                                    </p:set>
                                  </p:childTnLst>
                                </p:cTn>
                              </p:par>
                            </p:childTnLst>
                          </p:cTn>
                        </p:par>
                        <p:par>
                          <p:cTn id="28" fill="hold" nodeType="afterGroup">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36764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0" presetClass="path" presetSubtype="0" accel="50000" decel="50000" fill="hold" grpId="1" nodeType="clickEffect">
                                  <p:stCondLst>
                                    <p:cond delay="0"/>
                                  </p:stCondLst>
                                  <p:childTnLst>
                                    <p:animMotion origin="layout" path="M -3.33333E-6 -5.20231E-6 C 0.00295 0.01155 0.00365 0.0215 0.00486 0.03375 C 0.00365 0.05895 -0.00347 0.11167 0.00312 0.13317 C 0.00382 0.13525 0.00642 0.13433 0.00799 0.13525 C 0.01371 0.13849 0.01649 0.14335 0.02222 0.14589 C 0.03385 0.15699 0.03403 0.15768 0.04757 0.16069 C 0.06406 0.15999 0.08055 0.16022 0.09687 0.15861 C 0.10764 0.15745 0.11528 0.14913 0.12535 0.14589 C 0.1349 0.13317 0.12969 0.13641 0.13976 0.13317 C 0.15226 0.11652 0.13871 0.13664 0.14601 0.12046 C 0.14774 0.11652 0.15052 0.11375 0.15243 0.10982 C 0.15451 0.09895 0.15799 0.08878 0.16042 0.07814 C 0.16146 0.07398 0.16354 0.06543 0.16354 0.06543 C 0.16458 0.03283 0.16649 0.00739 0.17153 -0.02336 C 0.17517 -0.04579 0.17274 -0.06452 0.19045 -0.074 C 0.19861 -0.07307 0.21024 -0.07307 0.2191 -0.06983 C 0.2224 -0.06868 0.22865 -0.06544 0.22865 -0.06544 C 0.25972 -0.06798 0.24757 -0.06775 0.2651 -0.06775 " pathEditMode="relative" ptsTypes="fffffffffffffffffA">
                                      <p:cBhvr>
                                        <p:cTn id="34" dur="3000" fill="hold"/>
                                        <p:tgtEl>
                                          <p:spTgt spid="367645"/>
                                        </p:tgtEl>
                                        <p:attrNameLst>
                                          <p:attrName>ppt_x</p:attrName>
                                          <p:attrName>ppt_y</p:attrName>
                                        </p:attrNameLst>
                                      </p:cBhvr>
                                    </p:animMotion>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7648"/>
                                        </p:tgtEl>
                                        <p:attrNameLst>
                                          <p:attrName>style.visibility</p:attrName>
                                        </p:attrNameLst>
                                      </p:cBhvr>
                                      <p:to>
                                        <p:strVal val="visible"/>
                                      </p:to>
                                    </p:set>
                                  </p:childTnLst>
                                </p:cTn>
                              </p:par>
                            </p:childTnLst>
                          </p:cTn>
                        </p:par>
                        <p:par>
                          <p:cTn id="39" fill="hold" nodeType="afterGroup">
                            <p:stCondLst>
                              <p:cond delay="0"/>
                            </p:stCondLst>
                            <p:childTnLst>
                              <p:par>
                                <p:cTn id="40" presetID="6" presetClass="emph" presetSubtype="0" fill="hold" grpId="1" nodeType="afterEffect">
                                  <p:stCondLst>
                                    <p:cond delay="0"/>
                                  </p:stCondLst>
                                  <p:childTnLst>
                                    <p:animScale>
                                      <p:cBhvr>
                                        <p:cTn id="41" dur="3000" fill="hold"/>
                                        <p:tgtEl>
                                          <p:spTgt spid="367648"/>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43" grpId="0" animBg="1"/>
      <p:bldP spid="367643" grpId="1" animBg="1"/>
      <p:bldP spid="367644" grpId="0" animBg="1"/>
      <p:bldP spid="367644" grpId="1" animBg="1"/>
      <p:bldP spid="367644" grpId="2" animBg="1"/>
      <p:bldP spid="367645" grpId="0" animBg="1"/>
      <p:bldP spid="367645" grpId="1" animBg="1"/>
      <p:bldP spid="367648" grpId="0"/>
      <p:bldP spid="367648" grpId="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 name="灯片编号占位符 6"/>
          <p:cNvSpPr>
            <a:spLocks noGrp="1"/>
          </p:cNvSpPr>
          <p:nvPr>
            <p:ph type="sldNum" sz="quarter" idx="12"/>
          </p:nvPr>
        </p:nvSpPr>
        <p:spPr/>
        <p:txBody>
          <a:bodyPr/>
          <a:lstStyle/>
          <a:p>
            <a:pPr>
              <a:defRPr/>
            </a:pPr>
            <a:fld id="{109AE1DC-4E8D-4800-B479-06E8574E9F1C}" type="slidenum">
              <a:rPr lang="zh-CN" altLang="en-US"/>
              <a:pPr>
                <a:defRPr/>
              </a:pPr>
              <a:t>11</a:t>
            </a:fld>
            <a:endParaRPr lang="en-US" altLang="zh-CN"/>
          </a:p>
        </p:txBody>
      </p:sp>
      <p:sp>
        <p:nvSpPr>
          <p:cNvPr id="11268" name="Rectangle 3"/>
          <p:cNvSpPr>
            <a:spLocks noChangeArrowheads="1"/>
          </p:cNvSpPr>
          <p:nvPr/>
        </p:nvSpPr>
        <p:spPr bwMode="auto">
          <a:xfrm>
            <a:off x="609521" y="1600571"/>
            <a:ext cx="10971372" cy="4527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lstStyle/>
          <a:p>
            <a:pPr marL="408188" indent="-408188">
              <a:spcBef>
                <a:spcPct val="20000"/>
              </a:spcBef>
              <a:buFontTx/>
              <a:buChar char="•"/>
            </a:pPr>
            <a:r>
              <a:rPr kumimoji="1" lang="en-US" altLang="zh-CN" sz="2300" dirty="0">
                <a:latin typeface="微软雅黑" pitchFamily="34" charset="-122"/>
                <a:ea typeface="微软雅黑" pitchFamily="34" charset="-122"/>
              </a:rPr>
              <a:t>Solution: backtracking</a:t>
            </a:r>
          </a:p>
          <a:p>
            <a:pPr marL="884408" lvl="1" indent="-340157">
              <a:spcBef>
                <a:spcPct val="20000"/>
              </a:spcBef>
              <a:buFontTx/>
              <a:buChar char="–"/>
            </a:pPr>
            <a:r>
              <a:rPr kumimoji="1" lang="en-US" altLang="zh-CN" sz="2300" dirty="0">
                <a:latin typeface="微软雅黑" pitchFamily="34" charset="-122"/>
                <a:ea typeface="微软雅黑" pitchFamily="34" charset="-122"/>
              </a:rPr>
              <a:t>In an effort to obtain a final solution to the maze, we create a series of partial solutions step by step that appear to be consistent with the requirements of the final solution</a:t>
            </a:r>
            <a:r>
              <a:rPr kumimoji="1" lang="zh-CN" altLang="en-US" sz="2300" dirty="0">
                <a:latin typeface="微软雅黑" pitchFamily="34" charset="-122"/>
                <a:ea typeface="微软雅黑" pitchFamily="34" charset="-122"/>
              </a:rPr>
              <a:t>。 </a:t>
            </a:r>
            <a:r>
              <a:rPr kumimoji="1" lang="en-US" altLang="zh-CN" sz="2300" dirty="0">
                <a:latin typeface="微软雅黑" pitchFamily="34" charset="-122"/>
                <a:ea typeface="微软雅黑" pitchFamily="34" charset="-122"/>
              </a:rPr>
              <a:t>If we take a step or make a decision that is inconsistent with a final solution, we backtrack one or more steps to the last consistent partial solution</a:t>
            </a:r>
            <a:r>
              <a:rPr kumimoji="1" lang="zh-CN" altLang="en-US" sz="2300" dirty="0">
                <a:latin typeface="微软雅黑" pitchFamily="34" charset="-122"/>
                <a:ea typeface="微软雅黑" pitchFamily="34" charset="-122"/>
              </a:rPr>
              <a:t>。 </a:t>
            </a:r>
          </a:p>
        </p:txBody>
      </p:sp>
      <p:sp>
        <p:nvSpPr>
          <p:cNvPr id="3" name="标题 2">
            <a:extLst>
              <a:ext uri="{FF2B5EF4-FFF2-40B4-BE49-F238E27FC236}">
                <a16:creationId xmlns:a16="http://schemas.microsoft.com/office/drawing/2014/main" id="{F78B5D99-3FE7-DCE6-6EA8-60CA29DA244D}"/>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289712317"/>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27" name="灯片编号占位符 3"/>
          <p:cNvSpPr>
            <a:spLocks noGrp="1"/>
          </p:cNvSpPr>
          <p:nvPr>
            <p:ph type="sldNum" sz="quarter" idx="12"/>
          </p:nvPr>
        </p:nvSpPr>
        <p:spPr>
          <a:xfrm>
            <a:off x="8740827" y="6643614"/>
            <a:ext cx="2742843" cy="365210"/>
          </a:xfrm>
        </p:spPr>
        <p:txBody>
          <a:bodyPr/>
          <a:lstStyle/>
          <a:p>
            <a:pPr>
              <a:defRPr/>
            </a:pPr>
            <a:fld id="{B809C691-C26B-46FE-BBB5-EA3B5809C655}" type="slidenum">
              <a:rPr lang="zh-CN" altLang="en-US"/>
              <a:pPr>
                <a:defRPr/>
              </a:pPr>
              <a:t>12</a:t>
            </a:fld>
            <a:endParaRPr lang="en-US" altLang="zh-CN"/>
          </a:p>
        </p:txBody>
      </p:sp>
      <p:sp>
        <p:nvSpPr>
          <p:cNvPr id="12291" name="Text Box 2"/>
          <p:cNvSpPr txBox="1">
            <a:spLocks noChangeArrowheads="1"/>
          </p:cNvSpPr>
          <p:nvPr/>
        </p:nvSpPr>
        <p:spPr bwMode="auto">
          <a:xfrm>
            <a:off x="2639273" y="620832"/>
            <a:ext cx="8867679" cy="4375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lnSpc>
                <a:spcPct val="105000"/>
              </a:lnSpc>
            </a:pPr>
            <a:r>
              <a:rPr kumimoji="1" lang="en-US" altLang="zh-CN" b="1" u="sng" dirty="0">
                <a:solidFill>
                  <a:srgbClr val="0000FF"/>
                </a:solidFill>
                <a:ea typeface="宋体" pitchFamily="2" charset="-122"/>
              </a:rPr>
              <a:t>Intersections</a:t>
            </a:r>
            <a:r>
              <a:rPr kumimoji="1" lang="en-US" altLang="zh-CN" b="1" dirty="0">
                <a:solidFill>
                  <a:srgbClr val="0000FF"/>
                </a:solidFill>
                <a:ea typeface="宋体" pitchFamily="2" charset="-122"/>
              </a:rPr>
              <a:t>     	</a:t>
            </a:r>
            <a:r>
              <a:rPr kumimoji="1" lang="en-US" altLang="zh-CN" b="1" u="sng" dirty="0">
                <a:solidFill>
                  <a:srgbClr val="0000FF"/>
                </a:solidFill>
                <a:ea typeface="宋体" pitchFamily="2" charset="-122"/>
              </a:rPr>
              <a:t>Action</a:t>
            </a:r>
            <a:r>
              <a:rPr kumimoji="1" lang="en-US" altLang="zh-CN" b="1" dirty="0">
                <a:solidFill>
                  <a:srgbClr val="0000FF"/>
                </a:solidFill>
                <a:ea typeface="宋体" pitchFamily="2" charset="-122"/>
              </a:rPr>
              <a:t>          	</a:t>
            </a:r>
            <a:r>
              <a:rPr kumimoji="1" lang="en-US" altLang="zh-CN" b="1" u="sng" dirty="0">
                <a:solidFill>
                  <a:srgbClr val="0000FF"/>
                </a:solidFill>
                <a:ea typeface="宋体" pitchFamily="2" charset="-122"/>
              </a:rPr>
              <a:t>Result </a:t>
            </a:r>
          </a:p>
          <a:p>
            <a:pPr eaLnBrk="1" hangingPunct="1">
              <a:lnSpc>
                <a:spcPct val="105000"/>
              </a:lnSpc>
            </a:pPr>
            <a:r>
              <a:rPr kumimoji="1" lang="en-US" altLang="zh-CN" b="1" dirty="0">
                <a:solidFill>
                  <a:srgbClr val="FF3300"/>
                </a:solidFill>
                <a:ea typeface="仿宋_GB2312" pitchFamily="49" charset="-122"/>
              </a:rPr>
              <a:t>1</a:t>
            </a:r>
            <a:r>
              <a:rPr kumimoji="1" lang="en-US" altLang="zh-CN" b="1" dirty="0">
                <a:solidFill>
                  <a:srgbClr val="0000FF"/>
                </a:solidFill>
                <a:ea typeface="仿宋_GB2312" pitchFamily="49" charset="-122"/>
              </a:rPr>
              <a:t>  (Entrance)    	straight	enter 2</a:t>
            </a:r>
          </a:p>
          <a:p>
            <a:pPr eaLnBrk="1" hangingPunct="1">
              <a:lnSpc>
                <a:spcPct val="105000"/>
              </a:lnSpc>
            </a:pPr>
            <a:r>
              <a:rPr kumimoji="1" lang="en-US" altLang="zh-CN" b="1" dirty="0">
                <a:solidFill>
                  <a:srgbClr val="FF3300"/>
                </a:solidFill>
                <a:ea typeface="仿宋_GB2312" pitchFamily="49" charset="-122"/>
              </a:rPr>
              <a:t>2</a:t>
            </a:r>
            <a:r>
              <a:rPr kumimoji="1" lang="en-US" altLang="zh-CN" b="1" dirty="0">
                <a:solidFill>
                  <a:srgbClr val="0000FF"/>
                </a:solidFill>
                <a:ea typeface="仿宋_GB2312" pitchFamily="49" charset="-122"/>
              </a:rPr>
              <a:t>	            	to left    	enter 3</a:t>
            </a:r>
          </a:p>
          <a:p>
            <a:pPr eaLnBrk="1" hangingPunct="1">
              <a:lnSpc>
                <a:spcPct val="105000"/>
              </a:lnSpc>
            </a:pPr>
            <a:r>
              <a:rPr kumimoji="1" lang="en-US" altLang="zh-CN" b="1" dirty="0">
                <a:solidFill>
                  <a:srgbClr val="FF3300"/>
                </a:solidFill>
                <a:ea typeface="仿宋_GB2312" pitchFamily="49" charset="-122"/>
              </a:rPr>
              <a:t>3</a:t>
            </a:r>
            <a:r>
              <a:rPr kumimoji="1" lang="en-US" altLang="zh-CN" b="1" dirty="0">
                <a:solidFill>
                  <a:srgbClr val="0000FF"/>
                </a:solidFill>
                <a:ea typeface="仿宋_GB2312" pitchFamily="49" charset="-122"/>
              </a:rPr>
              <a:t>	            	to right 	enter 4</a:t>
            </a:r>
          </a:p>
          <a:p>
            <a:pPr eaLnBrk="1" hangingPunct="1">
              <a:lnSpc>
                <a:spcPct val="105000"/>
              </a:lnSpc>
            </a:pPr>
            <a:r>
              <a:rPr kumimoji="1" lang="en-US" altLang="zh-CN" b="1" dirty="0">
                <a:solidFill>
                  <a:srgbClr val="FF3300"/>
                </a:solidFill>
                <a:ea typeface="仿宋_GB2312" pitchFamily="49" charset="-122"/>
              </a:rPr>
              <a:t>4 </a:t>
            </a:r>
            <a:r>
              <a:rPr kumimoji="1" lang="en-US" altLang="zh-CN" b="1" dirty="0">
                <a:solidFill>
                  <a:srgbClr val="0000FF"/>
                </a:solidFill>
                <a:ea typeface="仿宋_GB2312" pitchFamily="49" charset="-122"/>
              </a:rPr>
              <a:t> (Dead-end)   	backtrack  	enter 3</a:t>
            </a:r>
          </a:p>
          <a:p>
            <a:pPr eaLnBrk="1" hangingPunct="1">
              <a:lnSpc>
                <a:spcPct val="105000"/>
              </a:lnSpc>
            </a:pPr>
            <a:r>
              <a:rPr kumimoji="1" lang="en-US" altLang="zh-CN" b="1" dirty="0">
                <a:solidFill>
                  <a:srgbClr val="FF3300"/>
                </a:solidFill>
                <a:ea typeface="仿宋_GB2312" pitchFamily="49" charset="-122"/>
              </a:rPr>
              <a:t>3</a:t>
            </a:r>
            <a:r>
              <a:rPr kumimoji="1" lang="en-US" altLang="zh-CN" b="1" dirty="0">
                <a:solidFill>
                  <a:srgbClr val="0000FF"/>
                </a:solidFill>
                <a:ea typeface="仿宋_GB2312" pitchFamily="49" charset="-122"/>
              </a:rPr>
              <a:t>  (Dead-end)   	backtrack  	enter 2</a:t>
            </a:r>
          </a:p>
          <a:p>
            <a:pPr eaLnBrk="1" hangingPunct="1">
              <a:lnSpc>
                <a:spcPct val="105000"/>
              </a:lnSpc>
            </a:pPr>
            <a:r>
              <a:rPr kumimoji="1" lang="en-US" altLang="zh-CN" b="1" dirty="0">
                <a:solidFill>
                  <a:srgbClr val="FF3300"/>
                </a:solidFill>
                <a:ea typeface="仿宋_GB2312" pitchFamily="49" charset="-122"/>
              </a:rPr>
              <a:t>2</a:t>
            </a:r>
            <a:r>
              <a:rPr kumimoji="1" lang="en-US" altLang="zh-CN" b="1" dirty="0">
                <a:solidFill>
                  <a:srgbClr val="0000FF"/>
                </a:solidFill>
                <a:ea typeface="仿宋_GB2312" pitchFamily="49" charset="-122"/>
              </a:rPr>
              <a:t>	           	straight      	enter 5</a:t>
            </a:r>
          </a:p>
          <a:p>
            <a:pPr eaLnBrk="1" hangingPunct="1">
              <a:lnSpc>
                <a:spcPct val="105000"/>
              </a:lnSpc>
            </a:pPr>
            <a:r>
              <a:rPr kumimoji="1" lang="en-US" altLang="zh-CN" b="1" dirty="0">
                <a:solidFill>
                  <a:srgbClr val="FF3300"/>
                </a:solidFill>
                <a:ea typeface="仿宋_GB2312" pitchFamily="49" charset="-122"/>
              </a:rPr>
              <a:t>5</a:t>
            </a:r>
            <a:r>
              <a:rPr kumimoji="1" lang="en-US" altLang="zh-CN" b="1" dirty="0">
                <a:solidFill>
                  <a:srgbClr val="0000FF"/>
                </a:solidFill>
                <a:ea typeface="仿宋_GB2312" pitchFamily="49" charset="-122"/>
              </a:rPr>
              <a:t>  (Dead-end)   	backtrack  	enter 2</a:t>
            </a:r>
          </a:p>
          <a:p>
            <a:pPr eaLnBrk="1" hangingPunct="1">
              <a:lnSpc>
                <a:spcPct val="105000"/>
              </a:lnSpc>
            </a:pPr>
            <a:r>
              <a:rPr kumimoji="1" lang="en-US" altLang="zh-CN" b="1" dirty="0">
                <a:solidFill>
                  <a:srgbClr val="FF3300"/>
                </a:solidFill>
                <a:ea typeface="仿宋_GB2312" pitchFamily="49" charset="-122"/>
              </a:rPr>
              <a:t>2</a:t>
            </a:r>
            <a:r>
              <a:rPr kumimoji="1" lang="en-US" altLang="zh-CN" b="1" dirty="0">
                <a:solidFill>
                  <a:srgbClr val="0000FF"/>
                </a:solidFill>
                <a:ea typeface="仿宋_GB2312" pitchFamily="49" charset="-122"/>
              </a:rPr>
              <a:t>	           	to right       	enter 6</a:t>
            </a:r>
          </a:p>
          <a:p>
            <a:pPr eaLnBrk="1" hangingPunct="1">
              <a:lnSpc>
                <a:spcPct val="105000"/>
              </a:lnSpc>
            </a:pPr>
            <a:r>
              <a:rPr kumimoji="1" lang="en-US" altLang="zh-CN" b="1" dirty="0">
                <a:solidFill>
                  <a:srgbClr val="FF3300"/>
                </a:solidFill>
                <a:ea typeface="仿宋_GB2312" pitchFamily="49" charset="-122"/>
              </a:rPr>
              <a:t>6</a:t>
            </a:r>
            <a:r>
              <a:rPr kumimoji="1" lang="en-US" altLang="zh-CN" b="1" dirty="0">
                <a:solidFill>
                  <a:srgbClr val="0000FF"/>
                </a:solidFill>
                <a:ea typeface="仿宋_GB2312" pitchFamily="49" charset="-122"/>
              </a:rPr>
              <a:t>                      	to left          	enter 7 </a:t>
            </a:r>
          </a:p>
          <a:p>
            <a:pPr eaLnBrk="1" hangingPunct="1">
              <a:lnSpc>
                <a:spcPct val="105000"/>
              </a:lnSpc>
            </a:pPr>
            <a:r>
              <a:rPr kumimoji="1" lang="en-US" altLang="zh-CN" b="1" dirty="0">
                <a:solidFill>
                  <a:srgbClr val="0000FF"/>
                </a:solidFill>
                <a:ea typeface="仿宋_GB2312" pitchFamily="49" charset="-122"/>
              </a:rPr>
              <a:t>                                            	(end)</a:t>
            </a:r>
            <a:r>
              <a:rPr kumimoji="1" lang="en-US" altLang="zh-CN" b="1" dirty="0">
                <a:solidFill>
                  <a:srgbClr val="0000FF"/>
                </a:solidFill>
                <a:ea typeface="宋体" pitchFamily="2" charset="-122"/>
              </a:rPr>
              <a:t>	</a:t>
            </a:r>
          </a:p>
        </p:txBody>
      </p:sp>
      <p:sp>
        <p:nvSpPr>
          <p:cNvPr id="12292" name="Line 3"/>
          <p:cNvSpPr>
            <a:spLocks noChangeShapeType="1"/>
          </p:cNvSpPr>
          <p:nvPr/>
        </p:nvSpPr>
        <p:spPr bwMode="auto">
          <a:xfrm>
            <a:off x="1022086" y="4510165"/>
            <a:ext cx="0" cy="126553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293" name="Line 4"/>
          <p:cNvSpPr>
            <a:spLocks noChangeShapeType="1"/>
          </p:cNvSpPr>
          <p:nvPr/>
        </p:nvSpPr>
        <p:spPr bwMode="auto">
          <a:xfrm>
            <a:off x="1022085" y="4510164"/>
            <a:ext cx="728039"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371717" name="Text Box 5"/>
          <p:cNvSpPr txBox="1">
            <a:spLocks noChangeArrowheads="1"/>
          </p:cNvSpPr>
          <p:nvPr/>
        </p:nvSpPr>
        <p:spPr bwMode="auto">
          <a:xfrm>
            <a:off x="1182931" y="4630843"/>
            <a:ext cx="406347" cy="1217909"/>
          </a:xfrm>
          <a:prstGeom prst="rect">
            <a:avLst/>
          </a:prstGeom>
          <a:noFill/>
          <a:ln w="9525">
            <a:noFill/>
            <a:miter lim="800000"/>
            <a:headEnd/>
            <a:tailEnd/>
          </a:ln>
          <a:effectLst/>
        </p:spPr>
        <p:txBody>
          <a:bodyPr wrap="square"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defRPr/>
            </a:pPr>
            <a:r>
              <a:rPr kumimoji="1" lang="en-US" altLang="zh-CN" b="1">
                <a:solidFill>
                  <a:srgbClr val="FF3300"/>
                </a:solidFill>
                <a:effectLst>
                  <a:outerShdw blurRad="38100" dist="38100" dir="2700000" algn="tl">
                    <a:srgbClr val="C0C0C0"/>
                  </a:outerShdw>
                </a:effectLst>
                <a:latin typeface="Times New Roman" charset="0"/>
                <a:ea typeface="宋体" pitchFamily="2" charset="-122"/>
              </a:rPr>
              <a:t>4</a:t>
            </a:r>
          </a:p>
          <a:p>
            <a:pPr eaLnBrk="1" hangingPunct="1">
              <a:defRPr/>
            </a:pPr>
            <a:endParaRPr kumimoji="1" lang="en-US" altLang="zh-CN" b="1">
              <a:solidFill>
                <a:srgbClr val="FF3300"/>
              </a:solidFill>
              <a:effectLst>
                <a:outerShdw blurRad="38100" dist="38100" dir="2700000" algn="tl">
                  <a:srgbClr val="C0C0C0"/>
                </a:outerShdw>
              </a:effectLst>
              <a:latin typeface="Times New Roman" charset="0"/>
              <a:ea typeface="宋体" pitchFamily="2" charset="-122"/>
            </a:endParaRPr>
          </a:p>
          <a:p>
            <a:pPr eaLnBrk="1" hangingPunct="1">
              <a:defRPr/>
            </a:pPr>
            <a:r>
              <a:rPr kumimoji="1" lang="en-US" altLang="zh-CN" b="1">
                <a:solidFill>
                  <a:srgbClr val="FF3300"/>
                </a:solidFill>
                <a:effectLst>
                  <a:outerShdw blurRad="38100" dist="38100" dir="2700000" algn="tl">
                    <a:srgbClr val="C0C0C0"/>
                  </a:outerShdw>
                </a:effectLst>
                <a:latin typeface="Times New Roman" charset="0"/>
                <a:ea typeface="宋体" pitchFamily="2" charset="-122"/>
              </a:rPr>
              <a:t>3</a:t>
            </a:r>
            <a:endParaRPr kumimoji="1" lang="en-US" altLang="zh-CN">
              <a:latin typeface="Times New Roman" charset="0"/>
              <a:ea typeface="宋体" pitchFamily="2" charset="-122"/>
            </a:endParaRPr>
          </a:p>
        </p:txBody>
      </p:sp>
      <p:sp>
        <p:nvSpPr>
          <p:cNvPr id="12295" name="Line 6"/>
          <p:cNvSpPr>
            <a:spLocks noChangeShapeType="1"/>
          </p:cNvSpPr>
          <p:nvPr/>
        </p:nvSpPr>
        <p:spPr bwMode="auto">
          <a:xfrm>
            <a:off x="1750124" y="4510165"/>
            <a:ext cx="0" cy="782818"/>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296" name="Line 7"/>
          <p:cNvSpPr>
            <a:spLocks noChangeShapeType="1"/>
          </p:cNvSpPr>
          <p:nvPr/>
        </p:nvSpPr>
        <p:spPr bwMode="auto">
          <a:xfrm>
            <a:off x="1022085" y="5775694"/>
            <a:ext cx="1779886"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297" name="Line 8"/>
          <p:cNvSpPr>
            <a:spLocks noChangeShapeType="1"/>
          </p:cNvSpPr>
          <p:nvPr/>
        </p:nvSpPr>
        <p:spPr bwMode="auto">
          <a:xfrm>
            <a:off x="2801971" y="5775695"/>
            <a:ext cx="0" cy="843158"/>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298" name="Line 9"/>
          <p:cNvSpPr>
            <a:spLocks noChangeShapeType="1"/>
          </p:cNvSpPr>
          <p:nvPr/>
        </p:nvSpPr>
        <p:spPr bwMode="auto">
          <a:xfrm>
            <a:off x="1750124" y="5292982"/>
            <a:ext cx="1051847"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299" name="Line 10"/>
          <p:cNvSpPr>
            <a:spLocks noChangeShapeType="1"/>
          </p:cNvSpPr>
          <p:nvPr/>
        </p:nvSpPr>
        <p:spPr bwMode="auto">
          <a:xfrm flipV="1">
            <a:off x="2801971" y="4510165"/>
            <a:ext cx="0" cy="782818"/>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300" name="Line 11"/>
          <p:cNvSpPr>
            <a:spLocks noChangeShapeType="1"/>
          </p:cNvSpPr>
          <p:nvPr/>
        </p:nvSpPr>
        <p:spPr bwMode="auto">
          <a:xfrm>
            <a:off x="2801972" y="4510164"/>
            <a:ext cx="647616"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371724" name="Text Box 12"/>
          <p:cNvSpPr txBox="1">
            <a:spLocks noChangeArrowheads="1"/>
          </p:cNvSpPr>
          <p:nvPr/>
        </p:nvSpPr>
        <p:spPr bwMode="auto">
          <a:xfrm>
            <a:off x="2956467" y="4657836"/>
            <a:ext cx="414813" cy="2325904"/>
          </a:xfrm>
          <a:prstGeom prst="rect">
            <a:avLst/>
          </a:prstGeom>
          <a:noFill/>
          <a:ln w="9525">
            <a:noFill/>
            <a:miter lim="800000"/>
            <a:headEnd/>
            <a:tailEnd/>
          </a:ln>
          <a:effectLst/>
        </p:spPr>
        <p:txBody>
          <a:bodyPr wrap="square"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defRPr/>
            </a:pPr>
            <a:r>
              <a:rPr kumimoji="1" lang="en-US" altLang="zh-CN" b="1" dirty="0">
                <a:solidFill>
                  <a:srgbClr val="FF3300"/>
                </a:solidFill>
                <a:effectLst>
                  <a:outerShdw blurRad="38100" dist="38100" dir="2700000" algn="tl">
                    <a:srgbClr val="C0C0C0"/>
                  </a:outerShdw>
                </a:effectLst>
                <a:latin typeface="Times New Roman" charset="0"/>
                <a:ea typeface="宋体" pitchFamily="2" charset="-122"/>
              </a:rPr>
              <a:t>5</a:t>
            </a:r>
          </a:p>
          <a:p>
            <a:pPr eaLnBrk="1" hangingPunct="1">
              <a:defRPr/>
            </a:pPr>
            <a:endParaRPr kumimoji="1" lang="en-US" altLang="zh-CN" b="1" dirty="0">
              <a:solidFill>
                <a:srgbClr val="FF3300"/>
              </a:solidFill>
              <a:effectLst>
                <a:outerShdw blurRad="38100" dist="38100" dir="2700000" algn="tl">
                  <a:srgbClr val="C0C0C0"/>
                </a:outerShdw>
              </a:effectLst>
              <a:latin typeface="Times New Roman" charset="0"/>
              <a:ea typeface="宋体" pitchFamily="2" charset="-122"/>
            </a:endParaRPr>
          </a:p>
          <a:p>
            <a:pPr eaLnBrk="1" hangingPunct="1">
              <a:defRPr/>
            </a:pPr>
            <a:r>
              <a:rPr kumimoji="1" lang="en-US" altLang="zh-CN" b="1" dirty="0">
                <a:solidFill>
                  <a:srgbClr val="FF3300"/>
                </a:solidFill>
                <a:effectLst>
                  <a:outerShdw blurRad="38100" dist="38100" dir="2700000" algn="tl">
                    <a:srgbClr val="C0C0C0"/>
                  </a:outerShdw>
                </a:effectLst>
                <a:latin typeface="Times New Roman" charset="0"/>
                <a:ea typeface="宋体" pitchFamily="2" charset="-122"/>
              </a:rPr>
              <a:t>2</a:t>
            </a:r>
          </a:p>
          <a:p>
            <a:pPr eaLnBrk="1" hangingPunct="1">
              <a:defRPr/>
            </a:pPr>
            <a:endParaRPr kumimoji="1" lang="en-US" altLang="zh-CN" b="1" dirty="0">
              <a:solidFill>
                <a:srgbClr val="FF3300"/>
              </a:solidFill>
              <a:effectLst>
                <a:outerShdw blurRad="38100" dist="38100" dir="2700000" algn="tl">
                  <a:srgbClr val="C0C0C0"/>
                </a:outerShdw>
              </a:effectLst>
              <a:latin typeface="Times New Roman" charset="0"/>
              <a:ea typeface="宋体" pitchFamily="2" charset="-122"/>
            </a:endParaRPr>
          </a:p>
          <a:p>
            <a:pPr eaLnBrk="1" hangingPunct="1">
              <a:defRPr/>
            </a:pPr>
            <a:endParaRPr kumimoji="1" lang="en-US" altLang="zh-CN" b="1" dirty="0">
              <a:solidFill>
                <a:srgbClr val="FF3300"/>
              </a:solidFill>
              <a:effectLst>
                <a:outerShdw blurRad="38100" dist="38100" dir="2700000" algn="tl">
                  <a:srgbClr val="C0C0C0"/>
                </a:outerShdw>
              </a:effectLst>
              <a:latin typeface="Times New Roman" charset="0"/>
              <a:ea typeface="宋体" pitchFamily="2" charset="-122"/>
            </a:endParaRPr>
          </a:p>
          <a:p>
            <a:pPr eaLnBrk="1" hangingPunct="1">
              <a:defRPr/>
            </a:pPr>
            <a:r>
              <a:rPr kumimoji="1" lang="en-US" altLang="zh-CN" b="1" dirty="0">
                <a:solidFill>
                  <a:srgbClr val="FF3300"/>
                </a:solidFill>
                <a:effectLst>
                  <a:outerShdw blurRad="38100" dist="38100" dir="2700000" algn="tl">
                    <a:srgbClr val="C0C0C0"/>
                  </a:outerShdw>
                </a:effectLst>
                <a:latin typeface="Times New Roman" charset="0"/>
                <a:ea typeface="宋体" pitchFamily="2" charset="-122"/>
              </a:rPr>
              <a:t>1</a:t>
            </a:r>
            <a:endParaRPr kumimoji="1" lang="en-US" altLang="zh-CN" dirty="0">
              <a:latin typeface="Times New Roman" charset="0"/>
              <a:ea typeface="宋体" pitchFamily="2" charset="-122"/>
            </a:endParaRPr>
          </a:p>
        </p:txBody>
      </p:sp>
      <p:sp>
        <p:nvSpPr>
          <p:cNvPr id="12302" name="Line 13"/>
          <p:cNvSpPr>
            <a:spLocks noChangeShapeType="1"/>
          </p:cNvSpPr>
          <p:nvPr/>
        </p:nvSpPr>
        <p:spPr bwMode="auto">
          <a:xfrm>
            <a:off x="3449587" y="4510165"/>
            <a:ext cx="0" cy="782818"/>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303" name="Line 14"/>
          <p:cNvSpPr>
            <a:spLocks noChangeShapeType="1"/>
          </p:cNvSpPr>
          <p:nvPr/>
        </p:nvSpPr>
        <p:spPr bwMode="auto">
          <a:xfrm>
            <a:off x="3449587" y="5292982"/>
            <a:ext cx="1051846"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304" name="Line 15"/>
          <p:cNvSpPr>
            <a:spLocks noChangeShapeType="1"/>
          </p:cNvSpPr>
          <p:nvPr/>
        </p:nvSpPr>
        <p:spPr bwMode="auto">
          <a:xfrm>
            <a:off x="3449587" y="5775694"/>
            <a:ext cx="1699461"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305" name="Line 16"/>
          <p:cNvSpPr>
            <a:spLocks noChangeShapeType="1"/>
          </p:cNvSpPr>
          <p:nvPr/>
        </p:nvSpPr>
        <p:spPr bwMode="auto">
          <a:xfrm>
            <a:off x="3449587" y="5775695"/>
            <a:ext cx="0" cy="843158"/>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306" name="Line 17"/>
          <p:cNvSpPr>
            <a:spLocks noChangeShapeType="1"/>
          </p:cNvSpPr>
          <p:nvPr/>
        </p:nvSpPr>
        <p:spPr bwMode="auto">
          <a:xfrm flipV="1">
            <a:off x="4501433" y="4510165"/>
            <a:ext cx="0" cy="782818"/>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371730" name="Text Box 18"/>
          <p:cNvSpPr txBox="1">
            <a:spLocks noChangeArrowheads="1"/>
          </p:cNvSpPr>
          <p:nvPr/>
        </p:nvSpPr>
        <p:spPr bwMode="auto">
          <a:xfrm>
            <a:off x="4575507" y="4559388"/>
            <a:ext cx="414813" cy="1217909"/>
          </a:xfrm>
          <a:prstGeom prst="rect">
            <a:avLst/>
          </a:prstGeom>
          <a:noFill/>
          <a:ln w="9525">
            <a:noFill/>
            <a:miter lim="800000"/>
            <a:headEnd/>
            <a:tailEnd/>
          </a:ln>
          <a:effectLst/>
        </p:spPr>
        <p:txBody>
          <a:bodyPr wrap="square"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defRPr/>
            </a:pPr>
            <a:r>
              <a:rPr kumimoji="1" lang="en-US" altLang="zh-CN" b="1">
                <a:solidFill>
                  <a:srgbClr val="FF3300"/>
                </a:solidFill>
                <a:effectLst>
                  <a:outerShdw blurRad="38100" dist="38100" dir="2700000" algn="tl">
                    <a:srgbClr val="C0C0C0"/>
                  </a:outerShdw>
                </a:effectLst>
                <a:latin typeface="Times New Roman" charset="0"/>
                <a:ea typeface="宋体" pitchFamily="2" charset="-122"/>
              </a:rPr>
              <a:t>7</a:t>
            </a:r>
          </a:p>
          <a:p>
            <a:pPr eaLnBrk="1" hangingPunct="1">
              <a:defRPr/>
            </a:pPr>
            <a:endParaRPr kumimoji="1" lang="en-US" altLang="zh-CN" b="1">
              <a:solidFill>
                <a:srgbClr val="FF3300"/>
              </a:solidFill>
              <a:effectLst>
                <a:outerShdw blurRad="38100" dist="38100" dir="2700000" algn="tl">
                  <a:srgbClr val="C0C0C0"/>
                </a:outerShdw>
              </a:effectLst>
              <a:latin typeface="Times New Roman" charset="0"/>
              <a:ea typeface="宋体" pitchFamily="2" charset="-122"/>
            </a:endParaRPr>
          </a:p>
          <a:p>
            <a:pPr eaLnBrk="1" hangingPunct="1">
              <a:defRPr/>
            </a:pPr>
            <a:r>
              <a:rPr kumimoji="1" lang="en-US" altLang="zh-CN" b="1">
                <a:solidFill>
                  <a:srgbClr val="FF3300"/>
                </a:solidFill>
                <a:effectLst>
                  <a:outerShdw blurRad="38100" dist="38100" dir="2700000" algn="tl">
                    <a:srgbClr val="C0C0C0"/>
                  </a:outerShdw>
                </a:effectLst>
                <a:latin typeface="Times New Roman" charset="0"/>
                <a:ea typeface="宋体" pitchFamily="2" charset="-122"/>
              </a:rPr>
              <a:t>6</a:t>
            </a:r>
            <a:endParaRPr kumimoji="1" lang="en-US" altLang="zh-CN">
              <a:latin typeface="Times New Roman" charset="0"/>
              <a:ea typeface="宋体" pitchFamily="2" charset="-122"/>
            </a:endParaRPr>
          </a:p>
        </p:txBody>
      </p:sp>
      <p:sp>
        <p:nvSpPr>
          <p:cNvPr id="12308" name="Line 19"/>
          <p:cNvSpPr>
            <a:spLocks noChangeShapeType="1"/>
          </p:cNvSpPr>
          <p:nvPr/>
        </p:nvSpPr>
        <p:spPr bwMode="auto">
          <a:xfrm flipV="1">
            <a:off x="4501433" y="4510164"/>
            <a:ext cx="162963"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309" name="Line 20"/>
          <p:cNvSpPr>
            <a:spLocks noChangeShapeType="1"/>
          </p:cNvSpPr>
          <p:nvPr/>
        </p:nvSpPr>
        <p:spPr bwMode="auto">
          <a:xfrm flipH="1">
            <a:off x="5149048" y="4510164"/>
            <a:ext cx="1" cy="1273395"/>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310" name="Line 21"/>
          <p:cNvSpPr>
            <a:spLocks noChangeShapeType="1"/>
          </p:cNvSpPr>
          <p:nvPr/>
        </p:nvSpPr>
        <p:spPr bwMode="auto">
          <a:xfrm flipH="1">
            <a:off x="4988202" y="4510164"/>
            <a:ext cx="160846"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311" name="Line 22"/>
          <p:cNvSpPr>
            <a:spLocks noChangeShapeType="1"/>
          </p:cNvSpPr>
          <p:nvPr/>
        </p:nvSpPr>
        <p:spPr bwMode="auto">
          <a:xfrm flipV="1">
            <a:off x="3288741" y="6618852"/>
            <a:ext cx="160846"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312" name="Line 23"/>
          <p:cNvSpPr>
            <a:spLocks noChangeShapeType="1"/>
          </p:cNvSpPr>
          <p:nvPr/>
        </p:nvSpPr>
        <p:spPr bwMode="auto">
          <a:xfrm>
            <a:off x="2801972" y="6618852"/>
            <a:ext cx="162961" cy="0"/>
          </a:xfrm>
          <a:prstGeom prst="line">
            <a:avLst/>
          </a:prstGeom>
          <a:noFill/>
          <a:ln w="28575">
            <a:solidFill>
              <a:srgbClr val="339966"/>
            </a:solidFill>
            <a:round/>
            <a:headEnd/>
            <a:tailEn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313" name="Line 24"/>
          <p:cNvSpPr>
            <a:spLocks noChangeShapeType="1"/>
          </p:cNvSpPr>
          <p:nvPr/>
        </p:nvSpPr>
        <p:spPr bwMode="auto">
          <a:xfrm flipV="1">
            <a:off x="3119263" y="6557894"/>
            <a:ext cx="0" cy="301695"/>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12314" name="Line 25"/>
          <p:cNvSpPr>
            <a:spLocks noChangeShapeType="1"/>
          </p:cNvSpPr>
          <p:nvPr/>
        </p:nvSpPr>
        <p:spPr bwMode="auto">
          <a:xfrm flipV="1">
            <a:off x="4825241" y="4268809"/>
            <a:ext cx="0" cy="301695"/>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wrap="none" lIns="108850" tIns="54425" rIns="108850" bIns="54425" anchor="ctr"/>
          <a:lstStyle/>
          <a:p>
            <a:endParaRPr lang="zh-CN" altLang="en-US"/>
          </a:p>
        </p:txBody>
      </p:sp>
      <p:sp>
        <p:nvSpPr>
          <p:cNvPr id="371738" name="Text Box 26"/>
          <p:cNvSpPr txBox="1">
            <a:spLocks noChangeArrowheads="1"/>
          </p:cNvSpPr>
          <p:nvPr/>
        </p:nvSpPr>
        <p:spPr bwMode="auto">
          <a:xfrm>
            <a:off x="147221" y="754262"/>
            <a:ext cx="2304751" cy="433078"/>
          </a:xfrm>
          <a:prstGeom prst="rect">
            <a:avLst/>
          </a:prstGeom>
          <a:noFill/>
          <a:ln w="9525">
            <a:noFill/>
            <a:miter lim="800000"/>
            <a:headEnd/>
            <a:tailEnd/>
          </a:ln>
          <a:effectLst/>
        </p:spPr>
        <p:txBody>
          <a:bodyPr lIns="108850" tIns="54425" rIns="108850" bIns="54425">
            <a:spAutoFit/>
          </a:bodyPr>
          <a:lstStyle/>
          <a:p>
            <a:pPr>
              <a:spcBef>
                <a:spcPct val="50000"/>
              </a:spcBef>
              <a:defRPr/>
            </a:pPr>
            <a:r>
              <a:rPr kumimoji="1" lang="en-US" altLang="zh-CN" b="1">
                <a:solidFill>
                  <a:srgbClr val="FF3300"/>
                </a:solidFill>
                <a:effectLst>
                  <a:outerShdw blurRad="38100" dist="38100" dir="2700000" algn="tl">
                    <a:srgbClr val="C0C0C0"/>
                  </a:outerShdw>
                </a:effectLst>
                <a:ea typeface="仿宋_GB2312" pitchFamily="49" charset="-122"/>
              </a:rPr>
              <a:t>Mini Maze</a:t>
            </a:r>
          </a:p>
        </p:txBody>
      </p:sp>
    </p:spTree>
    <p:extLst>
      <p:ext uri="{BB962C8B-B14F-4D97-AF65-F5344CB8AC3E}">
        <p14:creationId xmlns:p14="http://schemas.microsoft.com/office/powerpoint/2010/main" val="3958929989"/>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F145A10A-0523-4337-9C8B-721BB1C84E27}" type="slidenum">
              <a:rPr lang="zh-CN" altLang="en-US"/>
              <a:pPr>
                <a:defRPr/>
              </a:pPr>
              <a:t>13</a:t>
            </a:fld>
            <a:endParaRPr lang="en-US" altLang="zh-CN"/>
          </a:p>
        </p:txBody>
      </p:sp>
      <p:sp>
        <p:nvSpPr>
          <p:cNvPr id="373762" name="Text Box 2"/>
          <p:cNvSpPr txBox="1">
            <a:spLocks noChangeArrowheads="1"/>
          </p:cNvSpPr>
          <p:nvPr/>
        </p:nvSpPr>
        <p:spPr bwMode="auto">
          <a:xfrm>
            <a:off x="550590" y="1027567"/>
            <a:ext cx="4704738" cy="2452862"/>
          </a:xfrm>
          <a:prstGeom prst="rect">
            <a:avLst/>
          </a:prstGeom>
          <a:noFill/>
          <a:ln w="9525">
            <a:noFill/>
            <a:miter lim="800000"/>
            <a:headEnd/>
            <a:tailEnd/>
          </a:ln>
          <a:effectLst/>
        </p:spPr>
        <p:txBody>
          <a:bodyPr lIns="108850" tIns="54425" rIns="108850" bIns="54425">
            <a:spAutoFit/>
          </a:bodyPr>
          <a:lstStyle/>
          <a:p>
            <a:pPr>
              <a:defRPr/>
            </a:pPr>
            <a:r>
              <a:rPr kumimoji="1" lang="en-US" altLang="zh-CN" b="1" u="sng" dirty="0">
                <a:solidFill>
                  <a:srgbClr val="0000FF"/>
                </a:solidFill>
                <a:effectLst>
                  <a:outerShdw blurRad="38100" dist="38100" dir="2700000" algn="tl">
                    <a:srgbClr val="C0C0C0"/>
                  </a:outerShdw>
                </a:effectLst>
                <a:ea typeface="仿宋_GB2312" pitchFamily="49" charset="-122"/>
              </a:rPr>
              <a:t>Intersections structure</a:t>
            </a:r>
            <a:endParaRPr kumimoji="1" lang="en-US" altLang="zh-CN" b="1" u="sng" dirty="0">
              <a:solidFill>
                <a:srgbClr val="0000FF"/>
              </a:solidFill>
              <a:effectLst>
                <a:outerShdw blurRad="38100" dist="38100" dir="2700000" algn="tl">
                  <a:srgbClr val="C0C0C0"/>
                </a:outerShdw>
              </a:effectLst>
            </a:endParaRPr>
          </a:p>
          <a:p>
            <a:pPr>
              <a:defRPr/>
            </a:pPr>
            <a:endParaRPr kumimoji="1" lang="en-US" altLang="zh-CN" dirty="0">
              <a:solidFill>
                <a:srgbClr val="0000FF"/>
              </a:solidFill>
              <a:ea typeface="宋体" pitchFamily="2" charset="-122"/>
            </a:endParaRPr>
          </a:p>
          <a:p>
            <a:pPr>
              <a:lnSpc>
                <a:spcPct val="105000"/>
              </a:lnSpc>
              <a:defRPr/>
            </a:pPr>
            <a:r>
              <a:rPr kumimoji="1" lang="en-US" altLang="zh-CN" b="1" dirty="0">
                <a:solidFill>
                  <a:srgbClr val="CC3300"/>
                </a:solidFill>
                <a:ea typeface="仿宋_GB2312" pitchFamily="49" charset="-122"/>
              </a:rPr>
              <a:t>struct</a:t>
            </a:r>
            <a:r>
              <a:rPr kumimoji="1" lang="en-US" altLang="zh-CN" dirty="0">
                <a:solidFill>
                  <a:srgbClr val="CC3300"/>
                </a:solidFill>
                <a:ea typeface="仿宋_GB2312" pitchFamily="49" charset="-122"/>
              </a:rPr>
              <a:t> </a:t>
            </a:r>
            <a:r>
              <a:rPr kumimoji="1" lang="en-US" altLang="zh-CN" i="1" dirty="0">
                <a:solidFill>
                  <a:srgbClr val="CC3300"/>
                </a:solidFill>
                <a:ea typeface="仿宋_GB2312" pitchFamily="49" charset="-122"/>
              </a:rPr>
              <a:t>Intersection</a:t>
            </a:r>
            <a:r>
              <a:rPr kumimoji="1" lang="en-US" altLang="zh-CN" b="1" dirty="0">
                <a:solidFill>
                  <a:srgbClr val="CC3300"/>
                </a:solidFill>
                <a:ea typeface="仿宋_GB2312" pitchFamily="49" charset="-122"/>
              </a:rPr>
              <a:t> {</a:t>
            </a:r>
            <a:endParaRPr kumimoji="1" lang="en-US" altLang="zh-CN" dirty="0">
              <a:solidFill>
                <a:srgbClr val="CC3300"/>
              </a:solidFill>
              <a:ea typeface="仿宋_GB2312" pitchFamily="49" charset="-122"/>
            </a:endParaRPr>
          </a:p>
          <a:p>
            <a:pPr>
              <a:lnSpc>
                <a:spcPct val="105000"/>
              </a:lnSpc>
              <a:defRPr/>
            </a:pPr>
            <a:r>
              <a:rPr kumimoji="1" lang="en-US" altLang="zh-CN" dirty="0">
                <a:solidFill>
                  <a:srgbClr val="CC3300"/>
                </a:solidFill>
                <a:ea typeface="仿宋_GB2312" pitchFamily="49" charset="-122"/>
              </a:rPr>
              <a:t>     </a:t>
            </a:r>
            <a:r>
              <a:rPr kumimoji="1" lang="en-US" altLang="zh-CN" b="1" dirty="0">
                <a:solidFill>
                  <a:srgbClr val="CC3300"/>
                </a:solidFill>
                <a:ea typeface="仿宋_GB2312" pitchFamily="49" charset="-122"/>
              </a:rPr>
              <a:t>int</a:t>
            </a:r>
            <a:r>
              <a:rPr kumimoji="1" lang="en-US" altLang="zh-CN" dirty="0">
                <a:solidFill>
                  <a:srgbClr val="CC3300"/>
                </a:solidFill>
                <a:ea typeface="仿宋_GB2312" pitchFamily="49" charset="-122"/>
              </a:rPr>
              <a:t> </a:t>
            </a:r>
            <a:r>
              <a:rPr kumimoji="1" lang="en-US" altLang="zh-CN" i="1" dirty="0">
                <a:solidFill>
                  <a:srgbClr val="CC3300"/>
                </a:solidFill>
                <a:ea typeface="仿宋_GB2312" pitchFamily="49" charset="-122"/>
              </a:rPr>
              <a:t>left</a:t>
            </a:r>
            <a:r>
              <a:rPr kumimoji="1" lang="en-US" altLang="zh-CN" b="1" dirty="0">
                <a:solidFill>
                  <a:srgbClr val="CC3300"/>
                </a:solidFill>
                <a:ea typeface="仿宋_GB2312" pitchFamily="49" charset="-122"/>
              </a:rPr>
              <a:t>;</a:t>
            </a:r>
            <a:r>
              <a:rPr kumimoji="1" lang="en-US" altLang="zh-CN" dirty="0">
                <a:solidFill>
                  <a:srgbClr val="CC3300"/>
                </a:solidFill>
                <a:ea typeface="仿宋_GB2312" pitchFamily="49" charset="-122"/>
              </a:rPr>
              <a:t>		</a:t>
            </a:r>
          </a:p>
          <a:p>
            <a:pPr>
              <a:lnSpc>
                <a:spcPct val="105000"/>
              </a:lnSpc>
              <a:defRPr/>
            </a:pPr>
            <a:r>
              <a:rPr kumimoji="1" lang="en-US" altLang="zh-CN" dirty="0">
                <a:solidFill>
                  <a:srgbClr val="CC3300"/>
                </a:solidFill>
                <a:ea typeface="仿宋_GB2312" pitchFamily="49" charset="-122"/>
              </a:rPr>
              <a:t>     </a:t>
            </a:r>
            <a:r>
              <a:rPr kumimoji="1" lang="en-US" altLang="zh-CN" b="1" dirty="0">
                <a:solidFill>
                  <a:srgbClr val="CC3300"/>
                </a:solidFill>
                <a:ea typeface="仿宋_GB2312" pitchFamily="49" charset="-122"/>
              </a:rPr>
              <a:t>int </a:t>
            </a:r>
            <a:r>
              <a:rPr kumimoji="1" lang="en-US" altLang="zh-CN" i="1" dirty="0">
                <a:solidFill>
                  <a:srgbClr val="CC3300"/>
                </a:solidFill>
                <a:ea typeface="仿宋_GB2312" pitchFamily="49" charset="-122"/>
              </a:rPr>
              <a:t>forward</a:t>
            </a:r>
            <a:r>
              <a:rPr kumimoji="1" lang="en-US" altLang="zh-CN" b="1" dirty="0">
                <a:solidFill>
                  <a:srgbClr val="CC3300"/>
                </a:solidFill>
                <a:ea typeface="仿宋_GB2312" pitchFamily="49" charset="-122"/>
              </a:rPr>
              <a:t>;</a:t>
            </a:r>
          </a:p>
          <a:p>
            <a:pPr>
              <a:lnSpc>
                <a:spcPct val="105000"/>
              </a:lnSpc>
              <a:defRPr/>
            </a:pPr>
            <a:r>
              <a:rPr kumimoji="1" lang="en-US" altLang="zh-CN" dirty="0">
                <a:solidFill>
                  <a:srgbClr val="CC3300"/>
                </a:solidFill>
                <a:ea typeface="仿宋_GB2312" pitchFamily="49" charset="-122"/>
              </a:rPr>
              <a:t>     </a:t>
            </a:r>
            <a:r>
              <a:rPr kumimoji="1" lang="en-US" altLang="zh-CN" b="1" dirty="0">
                <a:solidFill>
                  <a:srgbClr val="CC3300"/>
                </a:solidFill>
                <a:ea typeface="仿宋_GB2312" pitchFamily="49" charset="-122"/>
              </a:rPr>
              <a:t>int</a:t>
            </a:r>
            <a:r>
              <a:rPr kumimoji="1" lang="en-US" altLang="zh-CN" dirty="0">
                <a:solidFill>
                  <a:srgbClr val="CC3300"/>
                </a:solidFill>
                <a:ea typeface="仿宋_GB2312" pitchFamily="49" charset="-122"/>
              </a:rPr>
              <a:t> </a:t>
            </a:r>
            <a:r>
              <a:rPr kumimoji="1" lang="en-US" altLang="zh-CN" i="1" dirty="0">
                <a:solidFill>
                  <a:srgbClr val="CC3300"/>
                </a:solidFill>
                <a:ea typeface="仿宋_GB2312" pitchFamily="49" charset="-122"/>
              </a:rPr>
              <a:t>right</a:t>
            </a:r>
            <a:r>
              <a:rPr kumimoji="1" lang="en-US" altLang="zh-CN" b="1" dirty="0">
                <a:solidFill>
                  <a:srgbClr val="CC3300"/>
                </a:solidFill>
                <a:ea typeface="仿宋_GB2312" pitchFamily="49" charset="-122"/>
              </a:rPr>
              <a:t>;</a:t>
            </a:r>
          </a:p>
          <a:p>
            <a:pPr>
              <a:lnSpc>
                <a:spcPct val="105000"/>
              </a:lnSpc>
              <a:defRPr/>
            </a:pPr>
            <a:r>
              <a:rPr kumimoji="1" lang="en-US" altLang="zh-CN" b="1" dirty="0">
                <a:solidFill>
                  <a:srgbClr val="CC3300"/>
                </a:solidFill>
                <a:ea typeface="仿宋_GB2312" pitchFamily="49" charset="-122"/>
              </a:rPr>
              <a:t>}</a:t>
            </a:r>
            <a:endParaRPr kumimoji="1" lang="en-US" altLang="zh-CN" dirty="0">
              <a:solidFill>
                <a:srgbClr val="CC3300"/>
              </a:solidFill>
              <a:ea typeface="仿宋_GB2312" pitchFamily="49" charset="-122"/>
            </a:endParaRPr>
          </a:p>
        </p:txBody>
      </p:sp>
      <p:sp>
        <p:nvSpPr>
          <p:cNvPr id="13316" name="Text Box 3"/>
          <p:cNvSpPr txBox="1">
            <a:spLocks noChangeArrowheads="1"/>
          </p:cNvSpPr>
          <p:nvPr/>
        </p:nvSpPr>
        <p:spPr bwMode="auto">
          <a:xfrm>
            <a:off x="6023198" y="1061100"/>
            <a:ext cx="5701558" cy="5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kumimoji="1" lang="en-US" altLang="zh-CN" b="1" u="sng" dirty="0">
                <a:solidFill>
                  <a:srgbClr val="0000FF"/>
                </a:solidFill>
                <a:ea typeface="仿宋_GB2312" pitchFamily="49" charset="-122"/>
              </a:rPr>
              <a:t>Maze Class</a:t>
            </a:r>
            <a:endParaRPr kumimoji="1" lang="en-US" altLang="zh-CN" b="1" dirty="0">
              <a:solidFill>
                <a:srgbClr val="0000FF"/>
              </a:solidFill>
              <a:ea typeface="仿宋_GB2312" pitchFamily="49" charset="-122"/>
            </a:endParaRPr>
          </a:p>
          <a:p>
            <a:pPr eaLnBrk="1" hangingPunct="1"/>
            <a:endParaRPr kumimoji="1" lang="en-US" altLang="zh-CN" dirty="0">
              <a:solidFill>
                <a:srgbClr val="0000FF"/>
              </a:solidFill>
              <a:ea typeface="宋体" pitchFamily="2" charset="-122"/>
            </a:endParaRPr>
          </a:p>
          <a:p>
            <a:pPr eaLnBrk="1" hangingPunct="1">
              <a:lnSpc>
                <a:spcPct val="95000"/>
              </a:lnSpc>
            </a:pPr>
            <a:r>
              <a:rPr kumimoji="1" lang="en-US" altLang="zh-CN" b="1" dirty="0">
                <a:solidFill>
                  <a:srgbClr val="CC3300"/>
                </a:solidFill>
                <a:ea typeface="宋体" pitchFamily="2" charset="-122"/>
              </a:rPr>
              <a:t>#include</a:t>
            </a:r>
            <a:r>
              <a:rPr kumimoji="1" lang="en-US" altLang="zh-CN" dirty="0">
                <a:solidFill>
                  <a:srgbClr val="CC3300"/>
                </a:solidFill>
                <a:ea typeface="宋体" pitchFamily="2" charset="-122"/>
              </a:rPr>
              <a:t> &lt;</a:t>
            </a:r>
            <a:r>
              <a:rPr kumimoji="1" lang="en-US" altLang="zh-CN" dirty="0" err="1">
                <a:solidFill>
                  <a:srgbClr val="CC3300"/>
                </a:solidFill>
                <a:ea typeface="宋体" pitchFamily="2" charset="-122"/>
              </a:rPr>
              <a:t>iostream.h</a:t>
            </a:r>
            <a:r>
              <a:rPr kumimoji="1" lang="en-US" altLang="zh-CN" dirty="0">
                <a:solidFill>
                  <a:srgbClr val="CC3300"/>
                </a:solidFill>
                <a:ea typeface="宋体" pitchFamily="2" charset="-122"/>
              </a:rPr>
              <a:t>&gt;</a:t>
            </a:r>
          </a:p>
          <a:p>
            <a:pPr eaLnBrk="1" hangingPunct="1">
              <a:lnSpc>
                <a:spcPct val="95000"/>
              </a:lnSpc>
            </a:pPr>
            <a:r>
              <a:rPr kumimoji="1" lang="en-US" altLang="zh-CN" b="1" dirty="0">
                <a:solidFill>
                  <a:srgbClr val="CC3300"/>
                </a:solidFill>
                <a:ea typeface="宋体" pitchFamily="2" charset="-122"/>
              </a:rPr>
              <a:t>#include</a:t>
            </a:r>
            <a:r>
              <a:rPr kumimoji="1" lang="en-US" altLang="zh-CN" dirty="0">
                <a:solidFill>
                  <a:srgbClr val="CC3300"/>
                </a:solidFill>
                <a:ea typeface="宋体" pitchFamily="2" charset="-122"/>
              </a:rPr>
              <a:t> &lt;</a:t>
            </a:r>
            <a:r>
              <a:rPr kumimoji="1" lang="en-US" altLang="zh-CN" dirty="0" err="1">
                <a:solidFill>
                  <a:srgbClr val="CC3300"/>
                </a:solidFill>
                <a:ea typeface="宋体" pitchFamily="2" charset="-122"/>
              </a:rPr>
              <a:t>fstream.h</a:t>
            </a:r>
            <a:r>
              <a:rPr kumimoji="1" lang="en-US" altLang="zh-CN" dirty="0">
                <a:solidFill>
                  <a:srgbClr val="CC3300"/>
                </a:solidFill>
                <a:ea typeface="宋体" pitchFamily="2" charset="-122"/>
              </a:rPr>
              <a:t>&gt;</a:t>
            </a:r>
          </a:p>
          <a:p>
            <a:pPr eaLnBrk="1" hangingPunct="1">
              <a:lnSpc>
                <a:spcPct val="95000"/>
              </a:lnSpc>
            </a:pPr>
            <a:r>
              <a:rPr kumimoji="1" lang="en-US" altLang="zh-CN" b="1" dirty="0">
                <a:solidFill>
                  <a:srgbClr val="CC3300"/>
                </a:solidFill>
                <a:ea typeface="宋体" pitchFamily="2" charset="-122"/>
              </a:rPr>
              <a:t>#include</a:t>
            </a:r>
            <a:r>
              <a:rPr kumimoji="1" lang="en-US" altLang="zh-CN" dirty="0">
                <a:solidFill>
                  <a:srgbClr val="CC3300"/>
                </a:solidFill>
                <a:ea typeface="宋体" pitchFamily="2" charset="-122"/>
              </a:rPr>
              <a:t> &lt;</a:t>
            </a:r>
            <a:r>
              <a:rPr kumimoji="1" lang="en-US" altLang="zh-CN" dirty="0" err="1">
                <a:solidFill>
                  <a:srgbClr val="CC3300"/>
                </a:solidFill>
                <a:ea typeface="宋体" pitchFamily="2" charset="-122"/>
              </a:rPr>
              <a:t>stdlib.h</a:t>
            </a:r>
            <a:r>
              <a:rPr kumimoji="1" lang="en-US" altLang="zh-CN" dirty="0">
                <a:solidFill>
                  <a:srgbClr val="CC3300"/>
                </a:solidFill>
                <a:ea typeface="宋体" pitchFamily="2" charset="-122"/>
              </a:rPr>
              <a:t>&gt;</a:t>
            </a:r>
          </a:p>
          <a:p>
            <a:pPr eaLnBrk="1" hangingPunct="1">
              <a:lnSpc>
                <a:spcPct val="95000"/>
              </a:lnSpc>
            </a:pPr>
            <a:r>
              <a:rPr kumimoji="1" lang="en-US" altLang="zh-CN" b="1" dirty="0">
                <a:solidFill>
                  <a:srgbClr val="CC3300"/>
                </a:solidFill>
                <a:ea typeface="宋体" pitchFamily="2" charset="-122"/>
              </a:rPr>
              <a:t>class </a:t>
            </a:r>
            <a:r>
              <a:rPr kumimoji="1" lang="en-US" altLang="zh-CN" i="1" dirty="0">
                <a:solidFill>
                  <a:srgbClr val="CC3300"/>
                </a:solidFill>
                <a:ea typeface="宋体" pitchFamily="2" charset="-122"/>
              </a:rPr>
              <a:t>Maze </a:t>
            </a:r>
            <a:r>
              <a:rPr kumimoji="1" lang="en-US" altLang="zh-CN" b="1" dirty="0">
                <a:solidFill>
                  <a:srgbClr val="CC3300"/>
                </a:solidFill>
                <a:ea typeface="宋体" pitchFamily="2" charset="-122"/>
              </a:rPr>
              <a:t>{</a:t>
            </a:r>
          </a:p>
          <a:p>
            <a:pPr eaLnBrk="1" hangingPunct="1">
              <a:lnSpc>
                <a:spcPct val="95000"/>
              </a:lnSpc>
            </a:pPr>
            <a:r>
              <a:rPr kumimoji="1" lang="en-US" altLang="zh-CN" b="1" dirty="0">
                <a:solidFill>
                  <a:srgbClr val="CC3300"/>
                </a:solidFill>
                <a:ea typeface="宋体" pitchFamily="2" charset="-122"/>
              </a:rPr>
              <a:t>private:</a:t>
            </a:r>
          </a:p>
          <a:p>
            <a:pPr eaLnBrk="1" hangingPunct="1">
              <a:lnSpc>
                <a:spcPct val="95000"/>
              </a:lnSpc>
            </a:pPr>
            <a:r>
              <a:rPr kumimoji="1" lang="en-US" altLang="zh-CN" b="1" dirty="0">
                <a:solidFill>
                  <a:srgbClr val="CC3300"/>
                </a:solidFill>
                <a:ea typeface="宋体" pitchFamily="2" charset="-122"/>
              </a:rPr>
              <a:t>    int</a:t>
            </a:r>
            <a:r>
              <a:rPr kumimoji="1" lang="en-US" altLang="zh-CN" dirty="0">
                <a:solidFill>
                  <a:srgbClr val="CC3300"/>
                </a:solidFill>
                <a:ea typeface="宋体" pitchFamily="2" charset="-122"/>
              </a:rPr>
              <a:t> </a:t>
            </a:r>
            <a:r>
              <a:rPr kumimoji="1" lang="en-US" altLang="zh-CN" i="1" dirty="0" err="1">
                <a:solidFill>
                  <a:srgbClr val="CC3300"/>
                </a:solidFill>
                <a:ea typeface="宋体" pitchFamily="2" charset="-122"/>
              </a:rPr>
              <a:t>MazeSize</a:t>
            </a:r>
            <a:r>
              <a:rPr kumimoji="1" lang="en-US" altLang="zh-CN" b="1" dirty="0">
                <a:solidFill>
                  <a:srgbClr val="CC3300"/>
                </a:solidFill>
                <a:ea typeface="宋体" pitchFamily="2" charset="-122"/>
              </a:rPr>
              <a:t>;	</a:t>
            </a:r>
            <a:endParaRPr kumimoji="1" lang="en-US" altLang="zh-CN" dirty="0">
              <a:solidFill>
                <a:srgbClr val="CC3300"/>
              </a:solidFill>
              <a:ea typeface="宋体" pitchFamily="2" charset="-122"/>
            </a:endParaRPr>
          </a:p>
          <a:p>
            <a:pPr eaLnBrk="1" hangingPunct="1">
              <a:lnSpc>
                <a:spcPct val="95000"/>
              </a:lnSpc>
            </a:pPr>
            <a:r>
              <a:rPr kumimoji="1" lang="en-US" altLang="zh-CN" b="1" dirty="0">
                <a:solidFill>
                  <a:srgbClr val="CC3300"/>
                </a:solidFill>
                <a:ea typeface="宋体" pitchFamily="2" charset="-122"/>
              </a:rPr>
              <a:t>    int</a:t>
            </a:r>
            <a:r>
              <a:rPr kumimoji="1" lang="en-US" altLang="zh-CN" dirty="0">
                <a:solidFill>
                  <a:srgbClr val="CC3300"/>
                </a:solidFill>
                <a:ea typeface="宋体" pitchFamily="2" charset="-122"/>
              </a:rPr>
              <a:t> </a:t>
            </a:r>
            <a:r>
              <a:rPr kumimoji="1" lang="en-US" altLang="zh-CN" i="1" dirty="0">
                <a:solidFill>
                  <a:srgbClr val="CC3300"/>
                </a:solidFill>
                <a:ea typeface="宋体" pitchFamily="2" charset="-122"/>
              </a:rPr>
              <a:t>EXIT</a:t>
            </a:r>
            <a:r>
              <a:rPr kumimoji="1" lang="en-US" altLang="zh-CN" b="1" dirty="0">
                <a:solidFill>
                  <a:srgbClr val="CC3300"/>
                </a:solidFill>
                <a:ea typeface="宋体" pitchFamily="2" charset="-122"/>
              </a:rPr>
              <a:t>;	</a:t>
            </a:r>
            <a:r>
              <a:rPr kumimoji="1" lang="en-US" altLang="zh-CN" dirty="0">
                <a:solidFill>
                  <a:srgbClr val="CC3300"/>
                </a:solidFill>
                <a:ea typeface="宋体" pitchFamily="2" charset="-122"/>
              </a:rPr>
              <a:t>	       </a:t>
            </a:r>
          </a:p>
          <a:p>
            <a:pPr eaLnBrk="1" hangingPunct="1">
              <a:lnSpc>
                <a:spcPct val="95000"/>
              </a:lnSpc>
            </a:pPr>
            <a:r>
              <a:rPr kumimoji="1" lang="en-US" altLang="zh-CN" i="1" dirty="0">
                <a:solidFill>
                  <a:srgbClr val="CC3300"/>
                </a:solidFill>
                <a:ea typeface="宋体" pitchFamily="2" charset="-122"/>
              </a:rPr>
              <a:t>    Intersection *</a:t>
            </a:r>
            <a:r>
              <a:rPr kumimoji="1" lang="en-US" altLang="zh-CN" i="1" dirty="0" err="1">
                <a:solidFill>
                  <a:srgbClr val="CC3300"/>
                </a:solidFill>
                <a:ea typeface="宋体" pitchFamily="2" charset="-122"/>
              </a:rPr>
              <a:t>intsec</a:t>
            </a:r>
            <a:r>
              <a:rPr kumimoji="1" lang="en-US" altLang="zh-CN" b="1" dirty="0">
                <a:solidFill>
                  <a:srgbClr val="CC3300"/>
                </a:solidFill>
                <a:ea typeface="宋体" pitchFamily="2" charset="-122"/>
              </a:rPr>
              <a:t>;	</a:t>
            </a:r>
            <a:endParaRPr kumimoji="1" lang="en-US" altLang="zh-CN" dirty="0">
              <a:solidFill>
                <a:srgbClr val="CC3300"/>
              </a:solidFill>
              <a:ea typeface="宋体" pitchFamily="2" charset="-122"/>
            </a:endParaRPr>
          </a:p>
          <a:p>
            <a:pPr eaLnBrk="1" hangingPunct="1">
              <a:lnSpc>
                <a:spcPct val="95000"/>
              </a:lnSpc>
            </a:pPr>
            <a:r>
              <a:rPr kumimoji="1" lang="en-US" altLang="zh-CN" b="1" dirty="0">
                <a:solidFill>
                  <a:srgbClr val="CC3300"/>
                </a:solidFill>
                <a:ea typeface="宋体" pitchFamily="2" charset="-122"/>
              </a:rPr>
              <a:t>public:</a:t>
            </a:r>
          </a:p>
          <a:p>
            <a:pPr eaLnBrk="1" hangingPunct="1">
              <a:lnSpc>
                <a:spcPct val="95000"/>
              </a:lnSpc>
            </a:pPr>
            <a:r>
              <a:rPr kumimoji="1" lang="en-US" altLang="zh-CN" dirty="0">
                <a:solidFill>
                  <a:srgbClr val="CC3300"/>
                </a:solidFill>
                <a:ea typeface="宋体" pitchFamily="2" charset="-122"/>
              </a:rPr>
              <a:t>     </a:t>
            </a:r>
            <a:r>
              <a:rPr kumimoji="1" lang="en-US" altLang="zh-CN" i="1" dirty="0">
                <a:solidFill>
                  <a:srgbClr val="CC3300"/>
                </a:solidFill>
                <a:ea typeface="宋体" pitchFamily="2" charset="-122"/>
              </a:rPr>
              <a:t>Maze</a:t>
            </a:r>
            <a:r>
              <a:rPr kumimoji="1" lang="en-US" altLang="zh-CN" dirty="0">
                <a:solidFill>
                  <a:srgbClr val="CC3300"/>
                </a:solidFill>
                <a:ea typeface="宋体" pitchFamily="2" charset="-122"/>
              </a:rPr>
              <a:t> (</a:t>
            </a:r>
            <a:r>
              <a:rPr kumimoji="1" lang="en-US" altLang="zh-CN" i="1" dirty="0">
                <a:solidFill>
                  <a:srgbClr val="CC3300"/>
                </a:solidFill>
                <a:ea typeface="宋体" pitchFamily="2" charset="-122"/>
              </a:rPr>
              <a:t> </a:t>
            </a:r>
            <a:r>
              <a:rPr kumimoji="1" lang="en-US" altLang="zh-CN" b="1" dirty="0">
                <a:solidFill>
                  <a:srgbClr val="CC3300"/>
                </a:solidFill>
                <a:ea typeface="宋体" pitchFamily="2" charset="-122"/>
              </a:rPr>
              <a:t>char</a:t>
            </a:r>
            <a:r>
              <a:rPr kumimoji="1" lang="en-US" altLang="zh-CN" dirty="0">
                <a:solidFill>
                  <a:srgbClr val="CC3300"/>
                </a:solidFill>
                <a:ea typeface="宋体" pitchFamily="2" charset="-122"/>
              </a:rPr>
              <a:t> </a:t>
            </a:r>
            <a:r>
              <a:rPr kumimoji="1" lang="en-US" altLang="zh-CN" i="1" dirty="0">
                <a:solidFill>
                  <a:srgbClr val="CC3300"/>
                </a:solidFill>
                <a:ea typeface="宋体" pitchFamily="2" charset="-122"/>
              </a:rPr>
              <a:t>*filename</a:t>
            </a:r>
            <a:r>
              <a:rPr kumimoji="1" lang="en-US" altLang="zh-CN" dirty="0">
                <a:solidFill>
                  <a:srgbClr val="CC3300"/>
                </a:solidFill>
                <a:ea typeface="宋体" pitchFamily="2" charset="-122"/>
              </a:rPr>
              <a:t> )</a:t>
            </a:r>
            <a:r>
              <a:rPr kumimoji="1" lang="en-US" altLang="zh-CN" b="1" dirty="0">
                <a:solidFill>
                  <a:srgbClr val="CC3300"/>
                </a:solidFill>
                <a:ea typeface="宋体" pitchFamily="2" charset="-122"/>
              </a:rPr>
              <a:t>;</a:t>
            </a:r>
          </a:p>
          <a:p>
            <a:pPr eaLnBrk="1" hangingPunct="1">
              <a:lnSpc>
                <a:spcPct val="95000"/>
              </a:lnSpc>
            </a:pPr>
            <a:r>
              <a:rPr kumimoji="1" lang="en-US" altLang="zh-CN" dirty="0">
                <a:solidFill>
                  <a:srgbClr val="CC3300"/>
                </a:solidFill>
                <a:ea typeface="宋体" pitchFamily="2" charset="-122"/>
              </a:rPr>
              <a:t>     </a:t>
            </a:r>
            <a:r>
              <a:rPr kumimoji="1" lang="en-US" altLang="zh-CN" b="1" dirty="0">
                <a:solidFill>
                  <a:srgbClr val="CC3300"/>
                </a:solidFill>
                <a:ea typeface="宋体" pitchFamily="2" charset="-122"/>
              </a:rPr>
              <a:t>int</a:t>
            </a:r>
            <a:r>
              <a:rPr kumimoji="1" lang="en-US" altLang="zh-CN" dirty="0">
                <a:solidFill>
                  <a:srgbClr val="CC3300"/>
                </a:solidFill>
                <a:ea typeface="宋体" pitchFamily="2" charset="-122"/>
              </a:rPr>
              <a:t> </a:t>
            </a:r>
            <a:r>
              <a:rPr kumimoji="1" lang="en-US" altLang="zh-CN" i="1" dirty="0" err="1">
                <a:solidFill>
                  <a:srgbClr val="CC3300"/>
                </a:solidFill>
                <a:ea typeface="宋体" pitchFamily="2" charset="-122"/>
              </a:rPr>
              <a:t>TraverseMaze</a:t>
            </a:r>
            <a:r>
              <a:rPr kumimoji="1" lang="en-US" altLang="zh-CN" dirty="0">
                <a:solidFill>
                  <a:srgbClr val="CC3300"/>
                </a:solidFill>
                <a:ea typeface="宋体" pitchFamily="2" charset="-122"/>
              </a:rPr>
              <a:t> (</a:t>
            </a:r>
            <a:r>
              <a:rPr kumimoji="1" lang="en-US" altLang="zh-CN" i="1" dirty="0">
                <a:solidFill>
                  <a:srgbClr val="CC3300"/>
                </a:solidFill>
                <a:ea typeface="宋体" pitchFamily="2" charset="-122"/>
              </a:rPr>
              <a:t> </a:t>
            </a:r>
            <a:r>
              <a:rPr kumimoji="1" lang="en-US" altLang="zh-CN" b="1" dirty="0">
                <a:solidFill>
                  <a:srgbClr val="CC3300"/>
                </a:solidFill>
                <a:ea typeface="宋体" pitchFamily="2" charset="-122"/>
              </a:rPr>
              <a:t>int</a:t>
            </a:r>
            <a:r>
              <a:rPr kumimoji="1" lang="en-US" altLang="zh-CN" dirty="0">
                <a:solidFill>
                  <a:srgbClr val="CC3300"/>
                </a:solidFill>
                <a:ea typeface="宋体" pitchFamily="2" charset="-122"/>
              </a:rPr>
              <a:t> 	</a:t>
            </a:r>
            <a:r>
              <a:rPr kumimoji="1" lang="en-US" altLang="zh-CN" i="1" dirty="0" err="1">
                <a:solidFill>
                  <a:srgbClr val="CC3300"/>
                </a:solidFill>
                <a:ea typeface="宋体" pitchFamily="2" charset="-122"/>
              </a:rPr>
              <a:t>CurrentPos</a:t>
            </a:r>
            <a:r>
              <a:rPr kumimoji="1" lang="en-US" altLang="zh-CN" dirty="0">
                <a:solidFill>
                  <a:srgbClr val="CC3300"/>
                </a:solidFill>
                <a:ea typeface="宋体" pitchFamily="2" charset="-122"/>
              </a:rPr>
              <a:t> )</a:t>
            </a:r>
            <a:r>
              <a:rPr kumimoji="1" lang="en-US" altLang="zh-CN" b="1" dirty="0">
                <a:solidFill>
                  <a:srgbClr val="CC3300"/>
                </a:solidFill>
                <a:ea typeface="宋体" pitchFamily="2" charset="-122"/>
              </a:rPr>
              <a:t>;</a:t>
            </a:r>
          </a:p>
          <a:p>
            <a:pPr eaLnBrk="1" hangingPunct="1">
              <a:lnSpc>
                <a:spcPct val="95000"/>
              </a:lnSpc>
            </a:pPr>
            <a:r>
              <a:rPr kumimoji="1" lang="en-US" altLang="zh-CN" b="1" dirty="0">
                <a:solidFill>
                  <a:srgbClr val="CC3300"/>
                </a:solidFill>
                <a:ea typeface="宋体" pitchFamily="2" charset="-122"/>
              </a:rPr>
              <a:t>}</a:t>
            </a:r>
            <a:endParaRPr kumimoji="1" lang="en-US" altLang="zh-CN" dirty="0">
              <a:solidFill>
                <a:srgbClr val="0000FF"/>
              </a:solidFill>
              <a:ea typeface="宋体" pitchFamily="2" charset="-122"/>
            </a:endParaRPr>
          </a:p>
        </p:txBody>
      </p:sp>
      <p:sp>
        <p:nvSpPr>
          <p:cNvPr id="373764" name="Text Box 4"/>
          <p:cNvSpPr txBox="1">
            <a:spLocks noChangeArrowheads="1"/>
          </p:cNvSpPr>
          <p:nvPr/>
        </p:nvSpPr>
        <p:spPr bwMode="auto">
          <a:xfrm>
            <a:off x="550590" y="4284212"/>
            <a:ext cx="2975646" cy="2307438"/>
          </a:xfrm>
          <a:prstGeom prst="rect">
            <a:avLst/>
          </a:prstGeom>
          <a:noFill/>
          <a:ln w="9525">
            <a:noFill/>
            <a:miter lim="800000"/>
            <a:headEnd/>
            <a:tailEnd/>
          </a:ln>
          <a:effectLst/>
        </p:spPr>
        <p:txBody>
          <a:bodyPr lIns="108850" tIns="54425" rIns="108850" bIns="54425">
            <a:spAutoFit/>
          </a:bodyPr>
          <a:lstStyle/>
          <a:p>
            <a:pPr>
              <a:lnSpc>
                <a:spcPct val="85000"/>
              </a:lnSpc>
              <a:defRPr/>
            </a:pPr>
            <a:r>
              <a:rPr kumimoji="1" lang="en-US" altLang="zh-CN" b="1">
                <a:solidFill>
                  <a:srgbClr val="336600"/>
                </a:solidFill>
                <a:effectLst>
                  <a:outerShdw blurRad="38100" dist="38100" dir="2700000" algn="tl">
                    <a:srgbClr val="C0C0C0"/>
                  </a:outerShdw>
                </a:effectLst>
                <a:ea typeface="宋体" pitchFamily="2" charset="-122"/>
              </a:rPr>
              <a:t>6</a:t>
            </a:r>
            <a:r>
              <a:rPr kumimoji="1" lang="en-US" altLang="zh-CN" b="1">
                <a:solidFill>
                  <a:srgbClr val="0000FF"/>
                </a:solidFill>
                <a:ea typeface="宋体" pitchFamily="2" charset="-122"/>
              </a:rPr>
              <a:t>		</a:t>
            </a:r>
          </a:p>
          <a:p>
            <a:pPr>
              <a:lnSpc>
                <a:spcPct val="85000"/>
              </a:lnSpc>
              <a:defRPr/>
            </a:pPr>
            <a:r>
              <a:rPr kumimoji="1" lang="en-US" altLang="zh-CN" b="1">
                <a:solidFill>
                  <a:srgbClr val="FF3300"/>
                </a:solidFill>
                <a:effectLst>
                  <a:outerShdw blurRad="38100" dist="38100" dir="2700000" algn="tl">
                    <a:srgbClr val="C0C0C0"/>
                  </a:outerShdw>
                </a:effectLst>
                <a:ea typeface="仿宋_GB2312" pitchFamily="49" charset="-122"/>
              </a:rPr>
              <a:t>0	2       </a:t>
            </a:r>
            <a:r>
              <a:rPr kumimoji="1" lang="en-US" altLang="zh-CN" b="1">
                <a:solidFill>
                  <a:srgbClr val="0000FF"/>
                </a:solidFill>
                <a:ea typeface="仿宋_GB2312" pitchFamily="49" charset="-122"/>
              </a:rPr>
              <a:t> </a:t>
            </a:r>
            <a:r>
              <a:rPr kumimoji="1" lang="en-US" altLang="zh-CN" b="1">
                <a:solidFill>
                  <a:srgbClr val="FF3300"/>
                </a:solidFill>
                <a:effectLst>
                  <a:outerShdw blurRad="38100" dist="38100" dir="2700000" algn="tl">
                    <a:srgbClr val="C0C0C0"/>
                  </a:outerShdw>
                </a:effectLst>
                <a:ea typeface="仿宋_GB2312" pitchFamily="49" charset="-122"/>
              </a:rPr>
              <a:t>0</a:t>
            </a:r>
          </a:p>
          <a:p>
            <a:pPr>
              <a:lnSpc>
                <a:spcPct val="85000"/>
              </a:lnSpc>
              <a:defRPr/>
            </a:pPr>
            <a:r>
              <a:rPr kumimoji="1" lang="en-US" altLang="zh-CN" b="1">
                <a:solidFill>
                  <a:srgbClr val="FF3300"/>
                </a:solidFill>
                <a:effectLst>
                  <a:outerShdw blurRad="38100" dist="38100" dir="2700000" algn="tl">
                    <a:srgbClr val="C0C0C0"/>
                  </a:outerShdw>
                </a:effectLst>
                <a:ea typeface="仿宋_GB2312" pitchFamily="49" charset="-122"/>
              </a:rPr>
              <a:t>3       </a:t>
            </a:r>
            <a:r>
              <a:rPr kumimoji="1" lang="en-US" altLang="zh-CN" b="1">
                <a:solidFill>
                  <a:srgbClr val="0000FF"/>
                </a:solidFill>
                <a:ea typeface="仿宋_GB2312" pitchFamily="49" charset="-122"/>
              </a:rPr>
              <a:t> 	</a:t>
            </a:r>
            <a:r>
              <a:rPr kumimoji="1" lang="en-US" altLang="zh-CN" b="1">
                <a:solidFill>
                  <a:srgbClr val="FF3300"/>
                </a:solidFill>
                <a:effectLst>
                  <a:outerShdw blurRad="38100" dist="38100" dir="2700000" algn="tl">
                    <a:srgbClr val="C0C0C0"/>
                  </a:outerShdw>
                </a:effectLst>
                <a:ea typeface="仿宋_GB2312" pitchFamily="49" charset="-122"/>
              </a:rPr>
              <a:t>5       </a:t>
            </a:r>
            <a:r>
              <a:rPr kumimoji="1" lang="en-US" altLang="zh-CN" b="1">
                <a:solidFill>
                  <a:srgbClr val="0000FF"/>
                </a:solidFill>
                <a:ea typeface="仿宋_GB2312" pitchFamily="49" charset="-122"/>
              </a:rPr>
              <a:t> </a:t>
            </a:r>
            <a:r>
              <a:rPr kumimoji="1" lang="en-US" altLang="zh-CN" b="1">
                <a:solidFill>
                  <a:srgbClr val="FF3300"/>
                </a:solidFill>
                <a:effectLst>
                  <a:outerShdw blurRad="38100" dist="38100" dir="2700000" algn="tl">
                    <a:srgbClr val="C0C0C0"/>
                  </a:outerShdw>
                </a:effectLst>
                <a:ea typeface="宋体" pitchFamily="2" charset="-122"/>
              </a:rPr>
              <a:t>6</a:t>
            </a:r>
          </a:p>
          <a:p>
            <a:pPr>
              <a:lnSpc>
                <a:spcPct val="85000"/>
              </a:lnSpc>
              <a:defRPr/>
            </a:pPr>
            <a:r>
              <a:rPr kumimoji="1" lang="en-US" altLang="zh-CN" b="1">
                <a:solidFill>
                  <a:srgbClr val="FF3300"/>
                </a:solidFill>
                <a:effectLst>
                  <a:outerShdw blurRad="38100" dist="38100" dir="2700000" algn="tl">
                    <a:srgbClr val="C0C0C0"/>
                  </a:outerShdw>
                </a:effectLst>
                <a:ea typeface="宋体" pitchFamily="2" charset="-122"/>
              </a:rPr>
              <a:t>0	0        4</a:t>
            </a:r>
          </a:p>
          <a:p>
            <a:pPr>
              <a:lnSpc>
                <a:spcPct val="85000"/>
              </a:lnSpc>
              <a:defRPr/>
            </a:pPr>
            <a:r>
              <a:rPr kumimoji="1" lang="en-US" altLang="zh-CN" b="1">
                <a:solidFill>
                  <a:srgbClr val="FF3300"/>
                </a:solidFill>
                <a:effectLst>
                  <a:outerShdw blurRad="38100" dist="38100" dir="2700000" algn="tl">
                    <a:srgbClr val="C0C0C0"/>
                  </a:outerShdw>
                </a:effectLst>
                <a:ea typeface="宋体" pitchFamily="2" charset="-122"/>
              </a:rPr>
              <a:t>0	0        0</a:t>
            </a:r>
          </a:p>
          <a:p>
            <a:pPr>
              <a:lnSpc>
                <a:spcPct val="85000"/>
              </a:lnSpc>
              <a:defRPr/>
            </a:pPr>
            <a:r>
              <a:rPr kumimoji="1" lang="en-US" altLang="zh-CN" b="1">
                <a:solidFill>
                  <a:srgbClr val="FF3300"/>
                </a:solidFill>
                <a:effectLst>
                  <a:outerShdw blurRad="38100" dist="38100" dir="2700000" algn="tl">
                    <a:srgbClr val="C0C0C0"/>
                  </a:outerShdw>
                </a:effectLst>
                <a:ea typeface="宋体" pitchFamily="2" charset="-122"/>
              </a:rPr>
              <a:t>0	0        0</a:t>
            </a:r>
          </a:p>
          <a:p>
            <a:pPr>
              <a:lnSpc>
                <a:spcPct val="85000"/>
              </a:lnSpc>
              <a:defRPr/>
            </a:pPr>
            <a:r>
              <a:rPr kumimoji="1" lang="en-US" altLang="zh-CN" b="1">
                <a:solidFill>
                  <a:srgbClr val="FF3300"/>
                </a:solidFill>
                <a:effectLst>
                  <a:outerShdw blurRad="38100" dist="38100" dir="2700000" algn="tl">
                    <a:srgbClr val="C0C0C0"/>
                  </a:outerShdw>
                </a:effectLst>
                <a:ea typeface="宋体" pitchFamily="2" charset="-122"/>
              </a:rPr>
              <a:t>7        	0        0</a:t>
            </a:r>
          </a:p>
          <a:p>
            <a:pPr>
              <a:lnSpc>
                <a:spcPct val="85000"/>
              </a:lnSpc>
              <a:defRPr/>
            </a:pPr>
            <a:r>
              <a:rPr kumimoji="1" lang="en-US" altLang="zh-CN" b="1">
                <a:solidFill>
                  <a:srgbClr val="FF3300"/>
                </a:solidFill>
                <a:effectLst>
                  <a:outerShdw blurRad="38100" dist="38100" dir="2700000" algn="tl">
                    <a:srgbClr val="C0C0C0"/>
                  </a:outerShdw>
                </a:effectLst>
                <a:ea typeface="隶书" pitchFamily="49" charset="-122"/>
              </a:rPr>
              <a:t>7</a:t>
            </a:r>
            <a:endParaRPr kumimoji="1" lang="en-US" altLang="zh-CN" b="1">
              <a:solidFill>
                <a:srgbClr val="0000FF"/>
              </a:solidFill>
              <a:ea typeface="隶书" pitchFamily="49" charset="-122"/>
            </a:endParaRPr>
          </a:p>
        </p:txBody>
      </p:sp>
      <p:sp>
        <p:nvSpPr>
          <p:cNvPr id="373765" name="Rectangle 5"/>
          <p:cNvSpPr>
            <a:spLocks noChangeArrowheads="1"/>
          </p:cNvSpPr>
          <p:nvPr/>
        </p:nvSpPr>
        <p:spPr bwMode="auto">
          <a:xfrm>
            <a:off x="550589" y="3744337"/>
            <a:ext cx="2561814" cy="433078"/>
          </a:xfrm>
          <a:prstGeom prst="rect">
            <a:avLst/>
          </a:prstGeom>
          <a:noFill/>
          <a:ln w="9525">
            <a:noFill/>
            <a:miter lim="800000"/>
            <a:headEnd/>
            <a:tailEnd/>
          </a:ln>
          <a:effectLst/>
        </p:spPr>
        <p:txBody>
          <a:bodyPr wrap="none" lIns="108850" tIns="54425" rIns="108850" bIns="54425">
            <a:spAutoFit/>
          </a:bodyPr>
          <a:lstStyle/>
          <a:p>
            <a:pPr>
              <a:defRPr/>
            </a:pPr>
            <a:r>
              <a:rPr kumimoji="1" lang="en-US" altLang="zh-CN" b="1" u="sng">
                <a:solidFill>
                  <a:srgbClr val="0000FF"/>
                </a:solidFill>
                <a:effectLst>
                  <a:outerShdw blurRad="38100" dist="38100" dir="2700000" algn="tl">
                    <a:srgbClr val="C0C0C0"/>
                  </a:outerShdw>
                </a:effectLst>
                <a:ea typeface="仿宋_GB2312" pitchFamily="49" charset="-122"/>
              </a:rPr>
              <a:t>Data for mini Maze</a:t>
            </a:r>
          </a:p>
        </p:txBody>
      </p:sp>
    </p:spTree>
    <p:extLst>
      <p:ext uri="{BB962C8B-B14F-4D97-AF65-F5344CB8AC3E}">
        <p14:creationId xmlns:p14="http://schemas.microsoft.com/office/powerpoint/2010/main" val="771801825"/>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3F2FAE87-1AB8-4C84-A951-F2CD27F1FD1F}" type="slidenum">
              <a:rPr lang="zh-CN" altLang="en-US"/>
              <a:pPr>
                <a:defRPr/>
              </a:pPr>
              <a:t>14</a:t>
            </a:fld>
            <a:endParaRPr lang="en-US" altLang="zh-CN"/>
          </a:p>
        </p:txBody>
      </p:sp>
      <p:sp>
        <p:nvSpPr>
          <p:cNvPr id="410626" name="Rectangle 2"/>
          <p:cNvSpPr>
            <a:spLocks noChangeArrowheads="1"/>
          </p:cNvSpPr>
          <p:nvPr/>
        </p:nvSpPr>
        <p:spPr bwMode="auto">
          <a:xfrm>
            <a:off x="623311" y="1125005"/>
            <a:ext cx="11113169" cy="5721449"/>
          </a:xfrm>
          <a:prstGeom prst="rect">
            <a:avLst/>
          </a:prstGeom>
          <a:noFill/>
          <a:ln w="9525">
            <a:noFill/>
            <a:miter lim="800000"/>
            <a:headEnd/>
            <a:tailEnd/>
          </a:ln>
          <a:effectLst/>
        </p:spPr>
        <p:txBody>
          <a:bodyPr lIns="108850" tIns="54425" rIns="108850" bIns="54425">
            <a:spAutoFit/>
          </a:bodyPr>
          <a:lstStyle/>
          <a:p>
            <a:pPr>
              <a:lnSpc>
                <a:spcPct val="85000"/>
              </a:lnSpc>
              <a:defRPr/>
            </a:pPr>
            <a:r>
              <a:rPr kumimoji="1" lang="en-US" altLang="zh-CN" sz="3300" b="1" u="sng">
                <a:solidFill>
                  <a:srgbClr val="0000FF"/>
                </a:solidFill>
                <a:latin typeface="Times New Roman" pitchFamily="18" charset="0"/>
                <a:ea typeface="仿宋_GB2312" pitchFamily="49" charset="-122"/>
              </a:rPr>
              <a:t>Solution of the maze using backtracking</a:t>
            </a:r>
            <a:br>
              <a:rPr kumimoji="1" lang="en-US" altLang="zh-CN" sz="3300" u="sng">
                <a:solidFill>
                  <a:srgbClr val="0000FF"/>
                </a:solidFill>
                <a:latin typeface="Times New Roman" pitchFamily="18" charset="0"/>
                <a:ea typeface="仿宋_GB2312" pitchFamily="49" charset="-122"/>
              </a:rPr>
            </a:br>
            <a:br>
              <a:rPr kumimoji="1" lang="en-US" altLang="zh-CN" u="sng">
                <a:solidFill>
                  <a:srgbClr val="0000FF"/>
                </a:solidFill>
                <a:effectLst>
                  <a:outerShdw blurRad="38100" dist="38100" dir="2700000" algn="tl">
                    <a:srgbClr val="C0C0C0"/>
                  </a:outerShdw>
                </a:effectLst>
                <a:latin typeface="Times New Roman" pitchFamily="18" charset="0"/>
                <a:ea typeface="仿宋_GB2312" pitchFamily="49" charset="-122"/>
              </a:rPr>
            </a:br>
            <a:r>
              <a:rPr kumimoji="1" lang="en-US" altLang="zh-CN" b="1">
                <a:solidFill>
                  <a:srgbClr val="CC3300"/>
                </a:solidFill>
                <a:latin typeface="Times New Roman" pitchFamily="18" charset="0"/>
                <a:ea typeface="仿宋_GB2312" pitchFamily="49" charset="-122"/>
              </a:rPr>
              <a:t>int</a:t>
            </a:r>
            <a:r>
              <a:rPr kumimoji="1" lang="en-US" altLang="zh-CN">
                <a:solidFill>
                  <a:srgbClr val="CC3300"/>
                </a:solidFill>
                <a:latin typeface="Times New Roman" pitchFamily="18" charset="0"/>
                <a:ea typeface="仿宋_GB2312" pitchFamily="49" charset="-122"/>
              </a:rPr>
              <a:t> </a:t>
            </a:r>
            <a:r>
              <a:rPr kumimoji="1" lang="en-US" altLang="zh-CN" i="1">
                <a:solidFill>
                  <a:srgbClr val="CC3300"/>
                </a:solidFill>
                <a:latin typeface="Times New Roman" pitchFamily="18" charset="0"/>
                <a:ea typeface="仿宋_GB2312" pitchFamily="49" charset="-122"/>
              </a:rPr>
              <a:t>Maze</a:t>
            </a:r>
            <a:r>
              <a:rPr kumimoji="1" lang="en-US" altLang="zh-CN" b="1">
                <a:solidFill>
                  <a:srgbClr val="CC3300"/>
                </a:solidFill>
                <a:latin typeface="Times New Roman" pitchFamily="18" charset="0"/>
                <a:ea typeface="仿宋_GB2312" pitchFamily="49" charset="-122"/>
              </a:rPr>
              <a:t>::</a:t>
            </a:r>
            <a:r>
              <a:rPr kumimoji="1" lang="en-US" altLang="zh-CN" i="1">
                <a:solidFill>
                  <a:srgbClr val="CC3300"/>
                </a:solidFill>
                <a:latin typeface="Times New Roman" pitchFamily="18" charset="0"/>
                <a:ea typeface="仿宋_GB2312" pitchFamily="49" charset="-122"/>
              </a:rPr>
              <a:t>TraverseMaze</a:t>
            </a:r>
            <a:r>
              <a:rPr kumimoji="1" lang="en-US" altLang="zh-CN">
                <a:solidFill>
                  <a:srgbClr val="CC3300"/>
                </a:solidFill>
                <a:latin typeface="Times New Roman" pitchFamily="18" charset="0"/>
                <a:ea typeface="仿宋_GB2312" pitchFamily="49" charset="-122"/>
              </a:rPr>
              <a:t> (</a:t>
            </a:r>
            <a:r>
              <a:rPr kumimoji="1" lang="en-US" altLang="zh-CN" i="1">
                <a:solidFill>
                  <a:srgbClr val="CC3300"/>
                </a:solidFill>
                <a:latin typeface="Times New Roman" pitchFamily="18" charset="0"/>
                <a:ea typeface="仿宋_GB2312" pitchFamily="49" charset="-122"/>
              </a:rPr>
              <a:t> </a:t>
            </a:r>
            <a:r>
              <a:rPr kumimoji="1" lang="en-US" altLang="zh-CN" b="1">
                <a:solidFill>
                  <a:srgbClr val="CC3300"/>
                </a:solidFill>
                <a:latin typeface="Times New Roman" pitchFamily="18" charset="0"/>
                <a:ea typeface="仿宋_GB2312" pitchFamily="49" charset="-122"/>
              </a:rPr>
              <a:t>int</a:t>
            </a:r>
            <a:r>
              <a:rPr kumimoji="1" lang="en-US" altLang="zh-CN">
                <a:solidFill>
                  <a:srgbClr val="CC3300"/>
                </a:solidFill>
                <a:latin typeface="Times New Roman" pitchFamily="18" charset="0"/>
                <a:ea typeface="仿宋_GB2312" pitchFamily="49" charset="-122"/>
              </a:rPr>
              <a:t> </a:t>
            </a:r>
            <a:r>
              <a:rPr kumimoji="1" lang="en-US" altLang="zh-CN" i="1">
                <a:solidFill>
                  <a:srgbClr val="CC3300"/>
                </a:solidFill>
                <a:latin typeface="Times New Roman" pitchFamily="18" charset="0"/>
                <a:ea typeface="仿宋_GB2312" pitchFamily="49" charset="-122"/>
              </a:rPr>
              <a:t>CurrentPos</a:t>
            </a:r>
            <a:r>
              <a:rPr kumimoji="1" lang="en-US" altLang="zh-CN">
                <a:solidFill>
                  <a:srgbClr val="CC3300"/>
                </a:solidFill>
                <a:latin typeface="Times New Roman" pitchFamily="18" charset="0"/>
                <a:ea typeface="仿宋_GB2312" pitchFamily="49" charset="-122"/>
              </a:rPr>
              <a:t> ) </a:t>
            </a:r>
            <a:r>
              <a:rPr kumimoji="1" lang="en-US" altLang="zh-CN" b="1">
                <a:solidFill>
                  <a:srgbClr val="CC3300"/>
                </a:solidFill>
                <a:latin typeface="Times New Roman" pitchFamily="18" charset="0"/>
                <a:ea typeface="仿宋_GB2312" pitchFamily="49" charset="-122"/>
              </a:rPr>
              <a:t>{</a:t>
            </a:r>
            <a:br>
              <a:rPr kumimoji="1" lang="en-US" altLang="zh-CN" i="1">
                <a:solidFill>
                  <a:srgbClr val="CC3300"/>
                </a:solidFill>
                <a:latin typeface="Times New Roman" pitchFamily="18" charset="0"/>
                <a:ea typeface="仿宋_GB2312" pitchFamily="49" charset="-122"/>
              </a:rPr>
            </a:br>
            <a:r>
              <a:rPr kumimoji="1" lang="en-US" altLang="zh-CN" i="1">
                <a:solidFill>
                  <a:srgbClr val="CC3300"/>
                </a:solidFill>
                <a:latin typeface="Times New Roman" pitchFamily="18" charset="0"/>
                <a:ea typeface="仿宋_GB2312" pitchFamily="49" charset="-122"/>
              </a:rPr>
              <a:t> </a:t>
            </a:r>
            <a:r>
              <a:rPr kumimoji="1" lang="en-US" altLang="zh-CN" b="1">
                <a:solidFill>
                  <a:srgbClr val="CC3300"/>
                </a:solidFill>
                <a:latin typeface="Times New Roman" pitchFamily="18" charset="0"/>
                <a:ea typeface="仿宋_GB2312" pitchFamily="49" charset="-122"/>
              </a:rPr>
              <a:t>  if</a:t>
            </a:r>
            <a:r>
              <a:rPr kumimoji="1" lang="en-US" altLang="zh-CN">
                <a:solidFill>
                  <a:srgbClr val="CC3300"/>
                </a:solidFill>
                <a:latin typeface="Times New Roman" pitchFamily="18" charset="0"/>
                <a:ea typeface="仿宋_GB2312" pitchFamily="49" charset="-122"/>
              </a:rPr>
              <a:t> (</a:t>
            </a:r>
            <a:r>
              <a:rPr kumimoji="1" lang="en-US" altLang="zh-CN" i="1">
                <a:solidFill>
                  <a:srgbClr val="CC3300"/>
                </a:solidFill>
                <a:latin typeface="Times New Roman" pitchFamily="18" charset="0"/>
                <a:ea typeface="仿宋_GB2312" pitchFamily="49" charset="-122"/>
              </a:rPr>
              <a:t> CurrentPos &gt;</a:t>
            </a:r>
            <a:r>
              <a:rPr kumimoji="1" lang="en-US" altLang="zh-CN">
                <a:solidFill>
                  <a:srgbClr val="CC3300"/>
                </a:solidFill>
                <a:latin typeface="Times New Roman" pitchFamily="18" charset="0"/>
                <a:ea typeface="仿宋_GB2312" pitchFamily="49" charset="-122"/>
              </a:rPr>
              <a:t> 0 ) </a:t>
            </a:r>
            <a:r>
              <a:rPr kumimoji="1" lang="en-US" altLang="zh-CN" b="1">
                <a:solidFill>
                  <a:srgbClr val="CC3300"/>
                </a:solidFill>
                <a:latin typeface="Times New Roman" pitchFamily="18" charset="0"/>
                <a:ea typeface="仿宋_GB2312" pitchFamily="49" charset="-122"/>
              </a:rPr>
              <a:t>{ </a:t>
            </a:r>
            <a:r>
              <a:rPr kumimoji="1" lang="en-US" altLang="zh-CN">
                <a:solidFill>
                  <a:srgbClr val="0000FF"/>
                </a:solidFill>
                <a:latin typeface="Times New Roman" pitchFamily="18" charset="0"/>
                <a:ea typeface="仿宋_GB2312" pitchFamily="49" charset="-122"/>
              </a:rPr>
              <a:t>	    	</a:t>
            </a:r>
            <a:r>
              <a:rPr lang="en-US" altLang="zh-CN" sz="2400">
                <a:solidFill>
                  <a:schemeClr val="hlink"/>
                </a:solidFill>
                <a:ea typeface="宋体" pitchFamily="2" charset="-122"/>
              </a:rPr>
              <a:t>//from the intersection 1</a:t>
            </a:r>
          </a:p>
          <a:p>
            <a:pPr>
              <a:lnSpc>
                <a:spcPct val="85000"/>
              </a:lnSpc>
              <a:defRPr/>
            </a:pPr>
            <a:r>
              <a:rPr kumimoji="1" lang="en-US" altLang="zh-CN" b="1">
                <a:solidFill>
                  <a:schemeClr val="hlink"/>
                </a:solidFill>
                <a:latin typeface="Times New Roman" pitchFamily="18" charset="0"/>
                <a:ea typeface="宋体" pitchFamily="2" charset="-122"/>
              </a:rPr>
              <a:t>       </a:t>
            </a:r>
            <a:r>
              <a:rPr kumimoji="1" lang="en-US" altLang="zh-CN" b="1">
                <a:solidFill>
                  <a:srgbClr val="CC3300"/>
                </a:solidFill>
                <a:latin typeface="Times New Roman" pitchFamily="18" charset="0"/>
                <a:ea typeface="仿宋_GB2312" pitchFamily="49" charset="-122"/>
              </a:rPr>
              <a:t>if</a:t>
            </a:r>
            <a:r>
              <a:rPr kumimoji="1" lang="en-US" altLang="zh-CN">
                <a:solidFill>
                  <a:srgbClr val="CC3300"/>
                </a:solidFill>
                <a:latin typeface="Times New Roman" pitchFamily="18" charset="0"/>
                <a:ea typeface="仿宋_GB2312" pitchFamily="49" charset="-122"/>
              </a:rPr>
              <a:t> (</a:t>
            </a:r>
            <a:r>
              <a:rPr kumimoji="1" lang="en-US" altLang="zh-CN" i="1">
                <a:solidFill>
                  <a:srgbClr val="CC3300"/>
                </a:solidFill>
                <a:latin typeface="Times New Roman" pitchFamily="18" charset="0"/>
                <a:ea typeface="仿宋_GB2312" pitchFamily="49" charset="-122"/>
              </a:rPr>
              <a:t> CurrentPos == EXIT</a:t>
            </a:r>
            <a:r>
              <a:rPr kumimoji="1" lang="en-US" altLang="zh-CN">
                <a:solidFill>
                  <a:srgbClr val="CC3300"/>
                </a:solidFill>
                <a:latin typeface="Times New Roman" pitchFamily="18" charset="0"/>
                <a:ea typeface="仿宋_GB2312" pitchFamily="49" charset="-122"/>
              </a:rPr>
              <a:t> ) </a:t>
            </a:r>
            <a:r>
              <a:rPr kumimoji="1" lang="en-US" altLang="zh-CN" b="1">
                <a:solidFill>
                  <a:srgbClr val="CC3300"/>
                </a:solidFill>
                <a:latin typeface="Times New Roman" pitchFamily="18" charset="0"/>
                <a:ea typeface="仿宋_GB2312" pitchFamily="49" charset="-122"/>
              </a:rPr>
              <a:t>{</a:t>
            </a:r>
            <a:r>
              <a:rPr kumimoji="1" lang="en-US" altLang="zh-CN">
                <a:solidFill>
                  <a:srgbClr val="CC3300"/>
                </a:solidFill>
                <a:latin typeface="Times New Roman" pitchFamily="18" charset="0"/>
                <a:ea typeface="仿宋_GB2312" pitchFamily="49" charset="-122"/>
              </a:rPr>
              <a:t>    	</a:t>
            </a:r>
            <a:r>
              <a:rPr lang="en-US" altLang="zh-CN" sz="2400">
                <a:solidFill>
                  <a:schemeClr val="hlink"/>
                </a:solidFill>
                <a:ea typeface="宋体" pitchFamily="2" charset="-122"/>
              </a:rPr>
              <a:t>//stopping condition</a:t>
            </a:r>
            <a:r>
              <a:rPr kumimoji="1" lang="en-US" altLang="zh-CN">
                <a:solidFill>
                  <a:srgbClr val="CC3300"/>
                </a:solidFill>
                <a:latin typeface="Times New Roman" pitchFamily="18" charset="0"/>
                <a:ea typeface="仿宋_GB2312" pitchFamily="49" charset="-122"/>
              </a:rPr>
              <a:t>	</a:t>
            </a:r>
            <a:br>
              <a:rPr kumimoji="1" lang="en-US" altLang="zh-CN">
                <a:solidFill>
                  <a:srgbClr val="CC3300"/>
                </a:solidFill>
                <a:latin typeface="Times New Roman" pitchFamily="18" charset="0"/>
                <a:ea typeface="仿宋_GB2312" pitchFamily="49" charset="-122"/>
              </a:rPr>
            </a:br>
            <a:r>
              <a:rPr kumimoji="1" lang="en-US" altLang="zh-CN">
                <a:solidFill>
                  <a:srgbClr val="CC3300"/>
                </a:solidFill>
                <a:latin typeface="Times New Roman" pitchFamily="18" charset="0"/>
                <a:ea typeface="仿宋_GB2312" pitchFamily="49" charset="-122"/>
              </a:rPr>
              <a:t>     </a:t>
            </a:r>
            <a:r>
              <a:rPr kumimoji="1" lang="en-US" altLang="zh-CN" b="1">
                <a:solidFill>
                  <a:srgbClr val="CC3300"/>
                </a:solidFill>
                <a:latin typeface="Times New Roman" pitchFamily="18" charset="0"/>
                <a:ea typeface="仿宋_GB2312" pitchFamily="49" charset="-122"/>
              </a:rPr>
              <a:t>     cout </a:t>
            </a:r>
            <a:r>
              <a:rPr kumimoji="1" lang="en-US" altLang="zh-CN" i="1">
                <a:solidFill>
                  <a:srgbClr val="CC3300"/>
                </a:solidFill>
                <a:latin typeface="Times New Roman" pitchFamily="18" charset="0"/>
                <a:ea typeface="仿宋_GB2312" pitchFamily="49" charset="-122"/>
              </a:rPr>
              <a:t>&lt;&lt; CurrentPos &lt;&lt; "   "</a:t>
            </a:r>
            <a:r>
              <a:rPr kumimoji="1" lang="en-US" altLang="zh-CN" b="1">
                <a:solidFill>
                  <a:srgbClr val="CC3300"/>
                </a:solidFill>
                <a:latin typeface="Times New Roman" pitchFamily="18" charset="0"/>
                <a:ea typeface="仿宋_GB2312" pitchFamily="49" charset="-122"/>
              </a:rPr>
              <a:t>;</a:t>
            </a:r>
            <a:r>
              <a:rPr kumimoji="1" lang="en-US" altLang="zh-CN">
                <a:solidFill>
                  <a:srgbClr val="CC3300"/>
                </a:solidFill>
                <a:latin typeface="Times New Roman" pitchFamily="18" charset="0"/>
                <a:ea typeface="仿宋_GB2312" pitchFamily="49" charset="-122"/>
              </a:rPr>
              <a:t>  </a:t>
            </a:r>
            <a:r>
              <a:rPr kumimoji="1" lang="en-US" altLang="zh-CN" b="1">
                <a:solidFill>
                  <a:srgbClr val="CC3300"/>
                </a:solidFill>
                <a:latin typeface="Times New Roman" pitchFamily="18" charset="0"/>
                <a:ea typeface="仿宋_GB2312" pitchFamily="49" charset="-122"/>
              </a:rPr>
              <a:t>return</a:t>
            </a:r>
            <a:r>
              <a:rPr kumimoji="1" lang="en-US" altLang="zh-CN">
                <a:solidFill>
                  <a:srgbClr val="CC3300"/>
                </a:solidFill>
                <a:latin typeface="Times New Roman" pitchFamily="18" charset="0"/>
                <a:ea typeface="仿宋_GB2312" pitchFamily="49" charset="-122"/>
              </a:rPr>
              <a:t> 1</a:t>
            </a:r>
            <a:r>
              <a:rPr kumimoji="1" lang="en-US" altLang="zh-CN" b="1">
                <a:solidFill>
                  <a:srgbClr val="CC3300"/>
                </a:solidFill>
                <a:latin typeface="Times New Roman" pitchFamily="18" charset="0"/>
                <a:ea typeface="仿宋_GB2312" pitchFamily="49" charset="-122"/>
              </a:rPr>
              <a:t>;</a:t>
            </a:r>
          </a:p>
          <a:p>
            <a:pPr>
              <a:lnSpc>
                <a:spcPct val="85000"/>
              </a:lnSpc>
              <a:defRPr/>
            </a:pPr>
            <a:r>
              <a:rPr kumimoji="1" lang="en-US" altLang="zh-CN" b="1">
                <a:solidFill>
                  <a:srgbClr val="CC3300"/>
                </a:solidFill>
                <a:latin typeface="Times New Roman" pitchFamily="18" charset="0"/>
                <a:ea typeface="仿宋_GB2312" pitchFamily="49" charset="-122"/>
              </a:rPr>
              <a:t>       }</a:t>
            </a:r>
            <a:br>
              <a:rPr kumimoji="1" lang="en-US" altLang="zh-CN">
                <a:solidFill>
                  <a:srgbClr val="CC3300"/>
                </a:solidFill>
                <a:latin typeface="Times New Roman" pitchFamily="18" charset="0"/>
                <a:ea typeface="仿宋_GB2312" pitchFamily="49" charset="-122"/>
              </a:rPr>
            </a:br>
            <a:r>
              <a:rPr kumimoji="1" lang="en-US" altLang="zh-CN" b="1">
                <a:solidFill>
                  <a:srgbClr val="CC3300"/>
                </a:solidFill>
                <a:latin typeface="Times New Roman" pitchFamily="18" charset="0"/>
                <a:ea typeface="仿宋_GB2312" pitchFamily="49" charset="-122"/>
              </a:rPr>
              <a:t>       else         	</a:t>
            </a:r>
            <a:r>
              <a:rPr lang="en-US" altLang="zh-CN" sz="2400">
                <a:solidFill>
                  <a:schemeClr val="hlink"/>
                </a:solidFill>
                <a:ea typeface="宋体" pitchFamily="2" charset="-122"/>
              </a:rPr>
              <a:t>//attemp to go left</a:t>
            </a:r>
          </a:p>
          <a:p>
            <a:pPr>
              <a:lnSpc>
                <a:spcPct val="85000"/>
              </a:lnSpc>
              <a:defRPr/>
            </a:pPr>
            <a:r>
              <a:rPr kumimoji="1" lang="en-US" altLang="zh-CN" b="1">
                <a:solidFill>
                  <a:srgbClr val="CC3300"/>
                </a:solidFill>
                <a:latin typeface="Times New Roman" pitchFamily="18" charset="0"/>
                <a:ea typeface="仿宋_GB2312" pitchFamily="49" charset="-122"/>
              </a:rPr>
              <a:t>       if</a:t>
            </a:r>
            <a:r>
              <a:rPr kumimoji="1" lang="en-US" altLang="zh-CN">
                <a:solidFill>
                  <a:srgbClr val="CC3300"/>
                </a:solidFill>
                <a:latin typeface="Times New Roman" pitchFamily="18" charset="0"/>
                <a:ea typeface="仿宋_GB2312" pitchFamily="49" charset="-122"/>
              </a:rPr>
              <a:t> (</a:t>
            </a:r>
            <a:r>
              <a:rPr kumimoji="1" lang="en-US" altLang="zh-CN" i="1">
                <a:solidFill>
                  <a:srgbClr val="CC3300"/>
                </a:solidFill>
                <a:latin typeface="Times New Roman" pitchFamily="18" charset="0"/>
                <a:ea typeface="仿宋_GB2312" pitchFamily="49" charset="-122"/>
              </a:rPr>
              <a:t>TraverseMaze</a:t>
            </a:r>
            <a:r>
              <a:rPr kumimoji="1" lang="en-US" altLang="zh-CN">
                <a:solidFill>
                  <a:srgbClr val="CC3300"/>
                </a:solidFill>
                <a:latin typeface="Times New Roman" pitchFamily="18" charset="0"/>
                <a:ea typeface="仿宋_GB2312" pitchFamily="49" charset="-122"/>
              </a:rPr>
              <a:t>(</a:t>
            </a:r>
            <a:r>
              <a:rPr kumimoji="1" lang="en-US" altLang="zh-CN" i="1">
                <a:solidFill>
                  <a:srgbClr val="CC3300"/>
                </a:solidFill>
                <a:latin typeface="Times New Roman" pitchFamily="18" charset="0"/>
                <a:ea typeface="仿宋_GB2312" pitchFamily="49" charset="-122"/>
              </a:rPr>
              <a:t>intsec</a:t>
            </a:r>
            <a:r>
              <a:rPr kumimoji="1" lang="en-US" altLang="zh-CN">
                <a:solidFill>
                  <a:srgbClr val="CC3300"/>
                </a:solidFill>
                <a:latin typeface="Times New Roman" pitchFamily="18" charset="0"/>
                <a:ea typeface="仿宋_GB2312" pitchFamily="49" charset="-122"/>
              </a:rPr>
              <a:t>[</a:t>
            </a:r>
            <a:r>
              <a:rPr kumimoji="1" lang="en-US" altLang="zh-CN" i="1">
                <a:solidFill>
                  <a:srgbClr val="CC3300"/>
                </a:solidFill>
                <a:latin typeface="Times New Roman" pitchFamily="18" charset="0"/>
                <a:ea typeface="仿宋_GB2312" pitchFamily="49" charset="-122"/>
              </a:rPr>
              <a:t>CurrentPos</a:t>
            </a:r>
            <a:r>
              <a:rPr kumimoji="1" lang="en-US" altLang="zh-CN">
                <a:solidFill>
                  <a:srgbClr val="CC3300"/>
                </a:solidFill>
                <a:latin typeface="Times New Roman" pitchFamily="18" charset="0"/>
                <a:ea typeface="仿宋_GB2312" pitchFamily="49" charset="-122"/>
              </a:rPr>
              <a:t>].</a:t>
            </a:r>
            <a:r>
              <a:rPr kumimoji="1" lang="en-US" altLang="zh-CN" i="1">
                <a:solidFill>
                  <a:srgbClr val="CC3300"/>
                </a:solidFill>
                <a:latin typeface="Times New Roman" pitchFamily="18" charset="0"/>
                <a:ea typeface="仿宋_GB2312" pitchFamily="49" charset="-122"/>
              </a:rPr>
              <a:t>left </a:t>
            </a:r>
            <a:r>
              <a:rPr kumimoji="1" lang="en-US" altLang="zh-CN">
                <a:solidFill>
                  <a:srgbClr val="CC3300"/>
                </a:solidFill>
                <a:latin typeface="Times New Roman" pitchFamily="18" charset="0"/>
                <a:ea typeface="仿宋_GB2312" pitchFamily="49" charset="-122"/>
              </a:rPr>
              <a:t>))</a:t>
            </a:r>
          </a:p>
          <a:p>
            <a:pPr>
              <a:lnSpc>
                <a:spcPct val="85000"/>
              </a:lnSpc>
              <a:defRPr/>
            </a:pPr>
            <a:r>
              <a:rPr kumimoji="1" lang="en-US" altLang="zh-CN">
                <a:solidFill>
                  <a:srgbClr val="CC3300"/>
                </a:solidFill>
                <a:latin typeface="Times New Roman" pitchFamily="18" charset="0"/>
                <a:ea typeface="仿宋_GB2312" pitchFamily="49" charset="-122"/>
              </a:rPr>
              <a:t>          </a:t>
            </a:r>
            <a:r>
              <a:rPr kumimoji="1" lang="en-US" altLang="zh-CN" b="1">
                <a:solidFill>
                  <a:srgbClr val="CC3300"/>
                </a:solidFill>
                <a:latin typeface="Times New Roman" pitchFamily="18" charset="0"/>
                <a:ea typeface="仿宋_GB2312" pitchFamily="49" charset="-122"/>
              </a:rPr>
              <a:t>{ cout </a:t>
            </a:r>
            <a:r>
              <a:rPr kumimoji="1" lang="en-US" altLang="zh-CN" i="1">
                <a:solidFill>
                  <a:srgbClr val="CC3300"/>
                </a:solidFill>
                <a:latin typeface="Times New Roman" pitchFamily="18" charset="0"/>
                <a:ea typeface="仿宋_GB2312" pitchFamily="49" charset="-122"/>
              </a:rPr>
              <a:t>&lt;&lt; CurrentPos &lt;&lt; “   ”</a:t>
            </a:r>
            <a:r>
              <a:rPr kumimoji="1" lang="en-US" altLang="zh-CN" b="1">
                <a:solidFill>
                  <a:srgbClr val="CC3300"/>
                </a:solidFill>
                <a:latin typeface="Times New Roman" pitchFamily="18" charset="0"/>
                <a:ea typeface="仿宋_GB2312" pitchFamily="49" charset="-122"/>
              </a:rPr>
              <a:t>;</a:t>
            </a:r>
            <a:r>
              <a:rPr kumimoji="1" lang="en-US" altLang="zh-CN">
                <a:solidFill>
                  <a:srgbClr val="CC3300"/>
                </a:solidFill>
                <a:latin typeface="Times New Roman" pitchFamily="18" charset="0"/>
                <a:ea typeface="仿宋_GB2312" pitchFamily="49" charset="-122"/>
              </a:rPr>
              <a:t>  </a:t>
            </a:r>
            <a:r>
              <a:rPr kumimoji="1" lang="en-US" altLang="zh-CN" b="1">
                <a:solidFill>
                  <a:srgbClr val="CC3300"/>
                </a:solidFill>
                <a:latin typeface="Times New Roman" pitchFamily="18" charset="0"/>
                <a:ea typeface="仿宋_GB2312" pitchFamily="49" charset="-122"/>
              </a:rPr>
              <a:t>return</a:t>
            </a:r>
            <a:r>
              <a:rPr kumimoji="1" lang="en-US" altLang="zh-CN">
                <a:solidFill>
                  <a:srgbClr val="CC3300"/>
                </a:solidFill>
                <a:latin typeface="Times New Roman" pitchFamily="18" charset="0"/>
                <a:ea typeface="仿宋_GB2312" pitchFamily="49" charset="-122"/>
              </a:rPr>
              <a:t> 1</a:t>
            </a:r>
            <a:r>
              <a:rPr kumimoji="1" lang="en-US" altLang="zh-CN" b="1">
                <a:solidFill>
                  <a:srgbClr val="CC3300"/>
                </a:solidFill>
                <a:latin typeface="Times New Roman" pitchFamily="18" charset="0"/>
                <a:ea typeface="仿宋_GB2312" pitchFamily="49" charset="-122"/>
              </a:rPr>
              <a:t>; }</a:t>
            </a:r>
            <a:br>
              <a:rPr kumimoji="1" lang="en-US" altLang="zh-CN">
                <a:solidFill>
                  <a:srgbClr val="CC3300"/>
                </a:solidFill>
                <a:latin typeface="Times New Roman" pitchFamily="18" charset="0"/>
                <a:ea typeface="仿宋_GB2312" pitchFamily="49" charset="-122"/>
              </a:rPr>
            </a:br>
            <a:r>
              <a:rPr kumimoji="1" lang="en-US" altLang="zh-CN" b="1">
                <a:solidFill>
                  <a:srgbClr val="CC3300"/>
                </a:solidFill>
                <a:latin typeface="Times New Roman" pitchFamily="18" charset="0"/>
                <a:ea typeface="仿宋_GB2312" pitchFamily="49" charset="-122"/>
              </a:rPr>
              <a:t>       else          	</a:t>
            </a:r>
            <a:r>
              <a:rPr lang="en-US" altLang="zh-CN" sz="2400">
                <a:solidFill>
                  <a:schemeClr val="hlink"/>
                </a:solidFill>
                <a:ea typeface="宋体" pitchFamily="2" charset="-122"/>
              </a:rPr>
              <a:t>//left leads to dead end</a:t>
            </a:r>
            <a:r>
              <a:rPr lang="zh-CN" altLang="en-US" sz="2400">
                <a:solidFill>
                  <a:schemeClr val="hlink"/>
                </a:solidFill>
                <a:ea typeface="宋体" pitchFamily="2" charset="-122"/>
              </a:rPr>
              <a:t>。 </a:t>
            </a:r>
            <a:r>
              <a:rPr lang="en-US" altLang="zh-CN" sz="2400">
                <a:solidFill>
                  <a:schemeClr val="hlink"/>
                </a:solidFill>
                <a:ea typeface="宋体" pitchFamily="2" charset="-122"/>
              </a:rPr>
              <a:t>Try going straight</a:t>
            </a:r>
          </a:p>
          <a:p>
            <a:pPr>
              <a:lnSpc>
                <a:spcPct val="85000"/>
              </a:lnSpc>
              <a:defRPr/>
            </a:pPr>
            <a:r>
              <a:rPr kumimoji="1" lang="en-US" altLang="zh-CN" b="1">
                <a:solidFill>
                  <a:srgbClr val="CC3300"/>
                </a:solidFill>
                <a:latin typeface="Times New Roman" pitchFamily="18" charset="0"/>
                <a:ea typeface="仿宋_GB2312" pitchFamily="49" charset="-122"/>
              </a:rPr>
              <a:t>       if</a:t>
            </a:r>
            <a:r>
              <a:rPr kumimoji="1" lang="en-US" altLang="zh-CN">
                <a:solidFill>
                  <a:srgbClr val="CC3300"/>
                </a:solidFill>
                <a:latin typeface="Times New Roman" pitchFamily="18" charset="0"/>
                <a:ea typeface="仿宋_GB2312" pitchFamily="49" charset="-122"/>
              </a:rPr>
              <a:t> (</a:t>
            </a:r>
            <a:r>
              <a:rPr kumimoji="1" lang="en-US" altLang="zh-CN" i="1">
                <a:solidFill>
                  <a:srgbClr val="CC3300"/>
                </a:solidFill>
                <a:latin typeface="Times New Roman" pitchFamily="18" charset="0"/>
                <a:ea typeface="仿宋_GB2312" pitchFamily="49" charset="-122"/>
              </a:rPr>
              <a:t>TraverseMaze</a:t>
            </a:r>
            <a:r>
              <a:rPr kumimoji="1" lang="en-US" altLang="zh-CN">
                <a:solidFill>
                  <a:srgbClr val="CC3300"/>
                </a:solidFill>
                <a:latin typeface="Times New Roman" pitchFamily="18" charset="0"/>
                <a:ea typeface="仿宋_GB2312" pitchFamily="49" charset="-122"/>
              </a:rPr>
              <a:t>(</a:t>
            </a:r>
            <a:r>
              <a:rPr kumimoji="1" lang="en-US" altLang="zh-CN" i="1">
                <a:solidFill>
                  <a:srgbClr val="CC3300"/>
                </a:solidFill>
                <a:latin typeface="Times New Roman" pitchFamily="18" charset="0"/>
                <a:ea typeface="仿宋_GB2312" pitchFamily="49" charset="-122"/>
              </a:rPr>
              <a:t>intsec</a:t>
            </a:r>
            <a:r>
              <a:rPr kumimoji="1" lang="en-US" altLang="zh-CN">
                <a:solidFill>
                  <a:srgbClr val="CC3300"/>
                </a:solidFill>
                <a:latin typeface="Times New Roman" pitchFamily="18" charset="0"/>
                <a:ea typeface="仿宋_GB2312" pitchFamily="49" charset="-122"/>
              </a:rPr>
              <a:t>[</a:t>
            </a:r>
            <a:r>
              <a:rPr kumimoji="1" lang="en-US" altLang="zh-CN" i="1">
                <a:solidFill>
                  <a:srgbClr val="CC3300"/>
                </a:solidFill>
                <a:latin typeface="Times New Roman" pitchFamily="18" charset="0"/>
                <a:ea typeface="仿宋_GB2312" pitchFamily="49" charset="-122"/>
              </a:rPr>
              <a:t>CurrentPos</a:t>
            </a:r>
            <a:r>
              <a:rPr kumimoji="1" lang="en-US" altLang="zh-CN">
                <a:solidFill>
                  <a:srgbClr val="CC3300"/>
                </a:solidFill>
                <a:latin typeface="Times New Roman" pitchFamily="18" charset="0"/>
                <a:ea typeface="仿宋_GB2312" pitchFamily="49" charset="-122"/>
              </a:rPr>
              <a:t>].</a:t>
            </a:r>
            <a:r>
              <a:rPr kumimoji="1" lang="en-US" altLang="zh-CN" i="1">
                <a:solidFill>
                  <a:srgbClr val="CC3300"/>
                </a:solidFill>
                <a:latin typeface="Times New Roman" pitchFamily="18" charset="0"/>
                <a:ea typeface="仿宋_GB2312" pitchFamily="49" charset="-122"/>
              </a:rPr>
              <a:t>forward</a:t>
            </a:r>
            <a:r>
              <a:rPr kumimoji="1" lang="en-US" altLang="zh-CN">
                <a:solidFill>
                  <a:srgbClr val="CC3300"/>
                </a:solidFill>
                <a:latin typeface="Times New Roman" pitchFamily="18" charset="0"/>
                <a:ea typeface="仿宋_GB2312" pitchFamily="49" charset="-122"/>
              </a:rPr>
              <a:t>))</a:t>
            </a:r>
          </a:p>
          <a:p>
            <a:pPr>
              <a:lnSpc>
                <a:spcPct val="85000"/>
              </a:lnSpc>
              <a:defRPr/>
            </a:pPr>
            <a:r>
              <a:rPr kumimoji="1" lang="en-US" altLang="zh-CN">
                <a:solidFill>
                  <a:srgbClr val="CC3300"/>
                </a:solidFill>
                <a:latin typeface="Times New Roman" pitchFamily="18" charset="0"/>
                <a:ea typeface="仿宋_GB2312" pitchFamily="49" charset="-122"/>
              </a:rPr>
              <a:t>          </a:t>
            </a:r>
            <a:r>
              <a:rPr kumimoji="1" lang="en-US" altLang="zh-CN" b="1">
                <a:solidFill>
                  <a:srgbClr val="CC3300"/>
                </a:solidFill>
                <a:latin typeface="Times New Roman" pitchFamily="18" charset="0"/>
                <a:ea typeface="仿宋_GB2312" pitchFamily="49" charset="-122"/>
              </a:rPr>
              <a:t>{ cout </a:t>
            </a:r>
            <a:r>
              <a:rPr kumimoji="1" lang="en-US" altLang="zh-CN" i="1">
                <a:solidFill>
                  <a:srgbClr val="CC3300"/>
                </a:solidFill>
                <a:latin typeface="Times New Roman" pitchFamily="18" charset="0"/>
                <a:ea typeface="仿宋_GB2312" pitchFamily="49" charset="-122"/>
              </a:rPr>
              <a:t>&lt;&lt; CurrentPos &lt;&lt; “   ”</a:t>
            </a:r>
            <a:r>
              <a:rPr kumimoji="1" lang="en-US" altLang="zh-CN" b="1">
                <a:solidFill>
                  <a:srgbClr val="CC3300"/>
                </a:solidFill>
                <a:latin typeface="Times New Roman" pitchFamily="18" charset="0"/>
                <a:ea typeface="仿宋_GB2312" pitchFamily="49" charset="-122"/>
              </a:rPr>
              <a:t>;</a:t>
            </a:r>
            <a:r>
              <a:rPr kumimoji="1" lang="en-US" altLang="zh-CN">
                <a:solidFill>
                  <a:srgbClr val="CC3300"/>
                </a:solidFill>
                <a:latin typeface="Times New Roman" pitchFamily="18" charset="0"/>
                <a:ea typeface="仿宋_GB2312" pitchFamily="49" charset="-122"/>
              </a:rPr>
              <a:t>  </a:t>
            </a:r>
            <a:r>
              <a:rPr kumimoji="1" lang="en-US" altLang="zh-CN" b="1">
                <a:solidFill>
                  <a:srgbClr val="CC3300"/>
                </a:solidFill>
                <a:latin typeface="Times New Roman" pitchFamily="18" charset="0"/>
                <a:ea typeface="仿宋_GB2312" pitchFamily="49" charset="-122"/>
              </a:rPr>
              <a:t>return</a:t>
            </a:r>
            <a:r>
              <a:rPr kumimoji="1" lang="en-US" altLang="zh-CN">
                <a:solidFill>
                  <a:srgbClr val="CC3300"/>
                </a:solidFill>
                <a:latin typeface="Times New Roman" pitchFamily="18" charset="0"/>
                <a:ea typeface="仿宋_GB2312" pitchFamily="49" charset="-122"/>
              </a:rPr>
              <a:t> 1</a:t>
            </a:r>
            <a:r>
              <a:rPr kumimoji="1" lang="en-US" altLang="zh-CN" b="1">
                <a:solidFill>
                  <a:srgbClr val="CC3300"/>
                </a:solidFill>
                <a:latin typeface="Times New Roman" pitchFamily="18" charset="0"/>
                <a:ea typeface="仿宋_GB2312" pitchFamily="49" charset="-122"/>
              </a:rPr>
              <a:t>; }</a:t>
            </a:r>
            <a:br>
              <a:rPr kumimoji="1" lang="en-US" altLang="zh-CN">
                <a:solidFill>
                  <a:srgbClr val="CC3300"/>
                </a:solidFill>
                <a:latin typeface="Times New Roman" pitchFamily="18" charset="0"/>
                <a:ea typeface="仿宋_GB2312" pitchFamily="49" charset="-122"/>
              </a:rPr>
            </a:br>
            <a:r>
              <a:rPr kumimoji="1" lang="en-US" altLang="zh-CN" b="1">
                <a:solidFill>
                  <a:srgbClr val="CC3300"/>
                </a:solidFill>
                <a:latin typeface="Times New Roman" pitchFamily="18" charset="0"/>
                <a:ea typeface="仿宋_GB2312" pitchFamily="49" charset="-122"/>
              </a:rPr>
              <a:t>       else 	</a:t>
            </a:r>
            <a:r>
              <a:rPr lang="en-US" altLang="zh-CN" sz="2400">
                <a:solidFill>
                  <a:schemeClr val="hlink"/>
                </a:solidFill>
                <a:ea typeface="宋体" pitchFamily="2" charset="-122"/>
              </a:rPr>
              <a:t>//left, straight lead to dead end</a:t>
            </a:r>
            <a:r>
              <a:rPr lang="zh-CN" altLang="en-US" sz="2400">
                <a:solidFill>
                  <a:schemeClr val="hlink"/>
                </a:solidFill>
                <a:ea typeface="宋体" pitchFamily="2" charset="-122"/>
              </a:rPr>
              <a:t>。 </a:t>
            </a:r>
            <a:r>
              <a:rPr lang="en-US" altLang="zh-CN" sz="2400">
                <a:solidFill>
                  <a:schemeClr val="hlink"/>
                </a:solidFill>
                <a:ea typeface="宋体" pitchFamily="2" charset="-122"/>
              </a:rPr>
              <a:t>Try going right</a:t>
            </a:r>
          </a:p>
          <a:p>
            <a:pPr>
              <a:lnSpc>
                <a:spcPct val="85000"/>
              </a:lnSpc>
              <a:defRPr/>
            </a:pPr>
            <a:r>
              <a:rPr kumimoji="1" lang="en-US" altLang="zh-CN" b="1">
                <a:solidFill>
                  <a:srgbClr val="CC3300"/>
                </a:solidFill>
                <a:latin typeface="Times New Roman" pitchFamily="18" charset="0"/>
                <a:ea typeface="仿宋_GB2312" pitchFamily="49" charset="-122"/>
              </a:rPr>
              <a:t>       if</a:t>
            </a:r>
            <a:r>
              <a:rPr kumimoji="1" lang="en-US" altLang="zh-CN">
                <a:solidFill>
                  <a:srgbClr val="CC3300"/>
                </a:solidFill>
                <a:latin typeface="Times New Roman" pitchFamily="18" charset="0"/>
                <a:ea typeface="仿宋_GB2312" pitchFamily="49" charset="-122"/>
              </a:rPr>
              <a:t> (</a:t>
            </a:r>
            <a:r>
              <a:rPr kumimoji="1" lang="en-US" altLang="zh-CN" i="1">
                <a:solidFill>
                  <a:srgbClr val="CC3300"/>
                </a:solidFill>
                <a:latin typeface="Times New Roman" pitchFamily="18" charset="0"/>
                <a:ea typeface="仿宋_GB2312" pitchFamily="49" charset="-122"/>
              </a:rPr>
              <a:t>TraverseMaze</a:t>
            </a:r>
            <a:r>
              <a:rPr kumimoji="1" lang="en-US" altLang="zh-CN">
                <a:solidFill>
                  <a:srgbClr val="CC3300"/>
                </a:solidFill>
                <a:latin typeface="Times New Roman" pitchFamily="18" charset="0"/>
                <a:ea typeface="仿宋_GB2312" pitchFamily="49" charset="-122"/>
              </a:rPr>
              <a:t>(</a:t>
            </a:r>
            <a:r>
              <a:rPr kumimoji="1" lang="en-US" altLang="zh-CN" i="1">
                <a:solidFill>
                  <a:srgbClr val="CC3300"/>
                </a:solidFill>
                <a:latin typeface="Times New Roman" pitchFamily="18" charset="0"/>
                <a:ea typeface="仿宋_GB2312" pitchFamily="49" charset="-122"/>
              </a:rPr>
              <a:t>intsec</a:t>
            </a:r>
            <a:r>
              <a:rPr kumimoji="1" lang="en-US" altLang="zh-CN">
                <a:solidFill>
                  <a:srgbClr val="CC3300"/>
                </a:solidFill>
                <a:latin typeface="Times New Roman" pitchFamily="18" charset="0"/>
                <a:ea typeface="仿宋_GB2312" pitchFamily="49" charset="-122"/>
              </a:rPr>
              <a:t>[</a:t>
            </a:r>
            <a:r>
              <a:rPr kumimoji="1" lang="en-US" altLang="zh-CN" i="1">
                <a:solidFill>
                  <a:srgbClr val="CC3300"/>
                </a:solidFill>
                <a:latin typeface="Times New Roman" pitchFamily="18" charset="0"/>
                <a:ea typeface="仿宋_GB2312" pitchFamily="49" charset="-122"/>
              </a:rPr>
              <a:t>CurrentPos</a:t>
            </a:r>
            <a:r>
              <a:rPr kumimoji="1" lang="en-US" altLang="zh-CN">
                <a:solidFill>
                  <a:srgbClr val="CC3300"/>
                </a:solidFill>
                <a:latin typeface="Times New Roman" pitchFamily="18" charset="0"/>
                <a:ea typeface="仿宋_GB2312" pitchFamily="49" charset="-122"/>
              </a:rPr>
              <a:t>].</a:t>
            </a:r>
            <a:r>
              <a:rPr kumimoji="1" lang="en-US" altLang="zh-CN" i="1">
                <a:solidFill>
                  <a:srgbClr val="CC3300"/>
                </a:solidFill>
                <a:latin typeface="Times New Roman" pitchFamily="18" charset="0"/>
                <a:ea typeface="仿宋_GB2312" pitchFamily="49" charset="-122"/>
              </a:rPr>
              <a:t>right</a:t>
            </a:r>
            <a:r>
              <a:rPr kumimoji="1" lang="en-US" altLang="zh-CN">
                <a:solidFill>
                  <a:srgbClr val="CC3300"/>
                </a:solidFill>
                <a:latin typeface="Times New Roman" pitchFamily="18" charset="0"/>
                <a:ea typeface="仿宋_GB2312" pitchFamily="49" charset="-122"/>
              </a:rPr>
              <a:t>))</a:t>
            </a:r>
          </a:p>
          <a:p>
            <a:pPr>
              <a:lnSpc>
                <a:spcPct val="85000"/>
              </a:lnSpc>
              <a:defRPr/>
            </a:pPr>
            <a:r>
              <a:rPr kumimoji="1" lang="en-US" altLang="zh-CN">
                <a:solidFill>
                  <a:srgbClr val="CC3300"/>
                </a:solidFill>
                <a:latin typeface="Times New Roman" pitchFamily="18" charset="0"/>
                <a:ea typeface="仿宋_GB2312" pitchFamily="49" charset="-122"/>
              </a:rPr>
              <a:t>          </a:t>
            </a:r>
            <a:r>
              <a:rPr kumimoji="1" lang="en-US" altLang="zh-CN" b="1">
                <a:solidFill>
                  <a:srgbClr val="CC3300"/>
                </a:solidFill>
                <a:latin typeface="Times New Roman" pitchFamily="18" charset="0"/>
                <a:ea typeface="仿宋_GB2312" pitchFamily="49" charset="-122"/>
              </a:rPr>
              <a:t>{ cout</a:t>
            </a:r>
            <a:r>
              <a:rPr kumimoji="1" lang="en-US" altLang="zh-CN">
                <a:solidFill>
                  <a:srgbClr val="CC3300"/>
                </a:solidFill>
                <a:latin typeface="Times New Roman" pitchFamily="18" charset="0"/>
                <a:ea typeface="仿宋_GB2312" pitchFamily="49" charset="-122"/>
              </a:rPr>
              <a:t> </a:t>
            </a:r>
            <a:r>
              <a:rPr kumimoji="1" lang="en-US" altLang="zh-CN" i="1">
                <a:solidFill>
                  <a:srgbClr val="CC3300"/>
                </a:solidFill>
                <a:latin typeface="Times New Roman" pitchFamily="18" charset="0"/>
                <a:ea typeface="仿宋_GB2312" pitchFamily="49" charset="-122"/>
              </a:rPr>
              <a:t>&lt;&lt; CurrentPos &lt;&lt; "   "</a:t>
            </a:r>
            <a:r>
              <a:rPr kumimoji="1" lang="en-US" altLang="zh-CN" b="1">
                <a:solidFill>
                  <a:srgbClr val="CC3300"/>
                </a:solidFill>
                <a:latin typeface="Times New Roman" pitchFamily="18" charset="0"/>
                <a:ea typeface="仿宋_GB2312" pitchFamily="49" charset="-122"/>
              </a:rPr>
              <a:t>;</a:t>
            </a:r>
            <a:r>
              <a:rPr kumimoji="1" lang="en-US" altLang="zh-CN" i="1">
                <a:solidFill>
                  <a:srgbClr val="CC3300"/>
                </a:solidFill>
                <a:latin typeface="Times New Roman" pitchFamily="18" charset="0"/>
                <a:ea typeface="仿宋_GB2312" pitchFamily="49" charset="-122"/>
              </a:rPr>
              <a:t> </a:t>
            </a:r>
            <a:r>
              <a:rPr kumimoji="1" lang="en-US" altLang="zh-CN">
                <a:solidFill>
                  <a:srgbClr val="CC3300"/>
                </a:solidFill>
                <a:latin typeface="Times New Roman" pitchFamily="18" charset="0"/>
                <a:ea typeface="仿宋_GB2312" pitchFamily="49" charset="-122"/>
              </a:rPr>
              <a:t> </a:t>
            </a:r>
            <a:r>
              <a:rPr kumimoji="1" lang="en-US" altLang="zh-CN" b="1">
                <a:solidFill>
                  <a:srgbClr val="CC3300"/>
                </a:solidFill>
                <a:latin typeface="Times New Roman" pitchFamily="18" charset="0"/>
                <a:ea typeface="仿宋_GB2312" pitchFamily="49" charset="-122"/>
              </a:rPr>
              <a:t>return</a:t>
            </a:r>
            <a:r>
              <a:rPr kumimoji="1" lang="en-US" altLang="zh-CN">
                <a:solidFill>
                  <a:srgbClr val="CC3300"/>
                </a:solidFill>
                <a:latin typeface="Times New Roman" pitchFamily="18" charset="0"/>
                <a:ea typeface="仿宋_GB2312" pitchFamily="49" charset="-122"/>
              </a:rPr>
              <a:t> 1</a:t>
            </a:r>
            <a:r>
              <a:rPr kumimoji="1" lang="en-US" altLang="zh-CN" b="1">
                <a:solidFill>
                  <a:srgbClr val="CC3300"/>
                </a:solidFill>
                <a:latin typeface="Times New Roman" pitchFamily="18" charset="0"/>
                <a:ea typeface="仿宋_GB2312" pitchFamily="49" charset="-122"/>
              </a:rPr>
              <a:t>;  }</a:t>
            </a:r>
            <a:br>
              <a:rPr kumimoji="1" lang="en-US" altLang="zh-CN">
                <a:solidFill>
                  <a:srgbClr val="CC3300"/>
                </a:solidFill>
                <a:latin typeface="Times New Roman" pitchFamily="18" charset="0"/>
                <a:ea typeface="仿宋_GB2312" pitchFamily="49" charset="-122"/>
              </a:rPr>
            </a:br>
            <a:r>
              <a:rPr kumimoji="1" lang="en-US" altLang="zh-CN">
                <a:solidFill>
                  <a:srgbClr val="CC3300"/>
                </a:solidFill>
                <a:latin typeface="Times New Roman" pitchFamily="18" charset="0"/>
                <a:ea typeface="仿宋_GB2312" pitchFamily="49" charset="-122"/>
              </a:rPr>
              <a:t>    </a:t>
            </a:r>
            <a:r>
              <a:rPr kumimoji="1" lang="en-US" altLang="zh-CN" b="1">
                <a:solidFill>
                  <a:srgbClr val="CC3300"/>
                </a:solidFill>
                <a:latin typeface="Times New Roman" pitchFamily="18" charset="0"/>
                <a:ea typeface="仿宋_GB2312" pitchFamily="49" charset="-122"/>
              </a:rPr>
              <a:t>}</a:t>
            </a:r>
            <a:br>
              <a:rPr kumimoji="1" lang="en-US" altLang="zh-CN">
                <a:solidFill>
                  <a:srgbClr val="CC3300"/>
                </a:solidFill>
                <a:latin typeface="Times New Roman" pitchFamily="18" charset="0"/>
                <a:ea typeface="仿宋_GB2312" pitchFamily="49" charset="-122"/>
              </a:rPr>
            </a:br>
            <a:r>
              <a:rPr kumimoji="1" lang="en-US" altLang="zh-CN">
                <a:solidFill>
                  <a:srgbClr val="CC3300"/>
                </a:solidFill>
                <a:latin typeface="Times New Roman" pitchFamily="18" charset="0"/>
                <a:ea typeface="仿宋_GB2312" pitchFamily="49" charset="-122"/>
              </a:rPr>
              <a:t>    </a:t>
            </a:r>
            <a:r>
              <a:rPr kumimoji="1" lang="en-US" altLang="zh-CN" b="1">
                <a:solidFill>
                  <a:srgbClr val="CC3300"/>
                </a:solidFill>
                <a:latin typeface="Times New Roman" pitchFamily="18" charset="0"/>
                <a:ea typeface="仿宋_GB2312" pitchFamily="49" charset="-122"/>
              </a:rPr>
              <a:t>return</a:t>
            </a:r>
            <a:r>
              <a:rPr kumimoji="1" lang="en-US" altLang="zh-CN" i="1">
                <a:solidFill>
                  <a:srgbClr val="CC3300"/>
                </a:solidFill>
                <a:latin typeface="Times New Roman" pitchFamily="18" charset="0"/>
                <a:ea typeface="仿宋_GB2312" pitchFamily="49" charset="-122"/>
              </a:rPr>
              <a:t> </a:t>
            </a:r>
            <a:r>
              <a:rPr kumimoji="1" lang="en-US" altLang="zh-CN">
                <a:solidFill>
                  <a:srgbClr val="CC3300"/>
                </a:solidFill>
                <a:latin typeface="Times New Roman" pitchFamily="18" charset="0"/>
                <a:ea typeface="仿宋_GB2312" pitchFamily="49" charset="-122"/>
              </a:rPr>
              <a:t>0</a:t>
            </a:r>
            <a:r>
              <a:rPr kumimoji="1" lang="en-US" altLang="zh-CN" b="1">
                <a:solidFill>
                  <a:srgbClr val="CC3300"/>
                </a:solidFill>
                <a:latin typeface="Times New Roman" pitchFamily="18" charset="0"/>
                <a:ea typeface="仿宋_GB2312" pitchFamily="49" charset="-122"/>
              </a:rPr>
              <a:t>;   </a:t>
            </a:r>
            <a:r>
              <a:rPr lang="en-US" altLang="zh-CN" sz="2400">
                <a:solidFill>
                  <a:schemeClr val="hlink"/>
                </a:solidFill>
                <a:ea typeface="宋体" pitchFamily="2" charset="-122"/>
              </a:rPr>
              <a:t>// at a dead end</a:t>
            </a:r>
            <a:br>
              <a:rPr lang="en-US" altLang="zh-CN" sz="2400">
                <a:solidFill>
                  <a:schemeClr val="hlink"/>
                </a:solidFill>
                <a:ea typeface="宋体" pitchFamily="2" charset="-122"/>
              </a:rPr>
            </a:br>
            <a:r>
              <a:rPr kumimoji="1" lang="en-US" altLang="zh-CN" b="1">
                <a:solidFill>
                  <a:srgbClr val="CC3300"/>
                </a:solidFill>
                <a:latin typeface="Times New Roman" pitchFamily="18" charset="0"/>
                <a:ea typeface="仿宋_GB2312" pitchFamily="49" charset="-122"/>
              </a:rPr>
              <a:t>}</a:t>
            </a:r>
            <a:endParaRPr kumimoji="1" lang="en-US" altLang="zh-CN">
              <a:solidFill>
                <a:srgbClr val="0000FF"/>
              </a:solidFill>
              <a:latin typeface="Times New Roman" pitchFamily="18" charset="0"/>
              <a:ea typeface="宋体" pitchFamily="2" charset="-122"/>
            </a:endParaRPr>
          </a:p>
        </p:txBody>
      </p:sp>
    </p:spTree>
    <p:extLst>
      <p:ext uri="{BB962C8B-B14F-4D97-AF65-F5344CB8AC3E}">
        <p14:creationId xmlns:p14="http://schemas.microsoft.com/office/powerpoint/2010/main" val="3000135832"/>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4579" name="Text Box 5"/>
          <p:cNvSpPr txBox="1">
            <a:spLocks noChangeArrowheads="1"/>
          </p:cNvSpPr>
          <p:nvPr/>
        </p:nvSpPr>
        <p:spPr bwMode="auto">
          <a:xfrm>
            <a:off x="624337" y="1052757"/>
            <a:ext cx="11134333" cy="1037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lnSpc>
                <a:spcPts val="3809"/>
              </a:lnSpc>
            </a:pPr>
            <a:r>
              <a:rPr lang="zh-CN" altLang="en-US" sz="2300" dirty="0">
                <a:solidFill>
                  <a:srgbClr val="0000FF"/>
                </a:solidFill>
                <a:latin typeface="Consolas" pitchFamily="49" charset="0"/>
                <a:ea typeface="微软雅黑" panose="020B0503020204020204" pitchFamily="34" charset="-122"/>
                <a:cs typeface="Consolas" pitchFamily="49" charset="0"/>
              </a:rPr>
              <a:t>　　</a:t>
            </a:r>
            <a:r>
              <a:rPr lang="en-US" altLang="zh-CN" sz="2300" b="1" dirty="0">
                <a:solidFill>
                  <a:srgbClr val="FF0000"/>
                </a:solidFill>
                <a:latin typeface="华文楷体" panose="02010600040101010101" pitchFamily="2" charset="-122"/>
                <a:ea typeface="华文楷体" panose="02010600040101010101" pitchFamily="2" charset="-122"/>
                <a:cs typeface="Consolas" pitchFamily="49" charset="0"/>
              </a:rPr>
              <a:t>【</a:t>
            </a:r>
            <a:r>
              <a:rPr lang="zh-CN" altLang="en-US" sz="2300" b="1" dirty="0">
                <a:solidFill>
                  <a:srgbClr val="FF0000"/>
                </a:solidFill>
                <a:latin typeface="华文楷体" panose="02010600040101010101" pitchFamily="2" charset="-122"/>
                <a:ea typeface="华文楷体" panose="02010600040101010101" pitchFamily="2" charset="-122"/>
                <a:cs typeface="Consolas" pitchFamily="49" charset="0"/>
              </a:rPr>
              <a:t>问题描述</a:t>
            </a:r>
            <a:r>
              <a:rPr lang="en-US" altLang="zh-CN" sz="2300" b="1" dirty="0">
                <a:solidFill>
                  <a:srgbClr val="FF0000"/>
                </a:solidFill>
                <a:latin typeface="华文楷体" panose="02010600040101010101" pitchFamily="2" charset="-122"/>
                <a:ea typeface="华文楷体" panose="02010600040101010101" pitchFamily="2" charset="-122"/>
                <a:cs typeface="Consolas" pitchFamily="49" charset="0"/>
              </a:rPr>
              <a:t>】</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在</a:t>
            </a:r>
            <a:r>
              <a:rPr lang="en-US" altLang="zh-CN" sz="2300" b="1" i="1" dirty="0" err="1">
                <a:solidFill>
                  <a:srgbClr val="0000FF"/>
                </a:solidFill>
                <a:latin typeface="华文楷体" panose="02010600040101010101" pitchFamily="2" charset="-122"/>
                <a:ea typeface="华文楷体" panose="02010600040101010101" pitchFamily="2" charset="-122"/>
                <a:cs typeface="Consolas" pitchFamily="49" charset="0"/>
              </a:rPr>
              <a:t>n</a:t>
            </a:r>
            <a:r>
              <a:rPr lang="en-US" altLang="zh-CN" sz="2300" b="1" dirty="0" err="1">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i="1" dirty="0" err="1">
                <a:solidFill>
                  <a:srgbClr val="0000FF"/>
                </a:solidFill>
                <a:latin typeface="华文楷体" panose="02010600040101010101" pitchFamily="2" charset="-122"/>
                <a:ea typeface="华文楷体" panose="02010600040101010101" pitchFamily="2" charset="-122"/>
                <a:cs typeface="Consolas" pitchFamily="49" charset="0"/>
              </a:rPr>
              <a:t>n</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的方格棋盘上，放置</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个皇后，要求每个皇后不同行、不同列、不同左右对角线。如下图所示是</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6</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皇后问题的一个解。</a:t>
            </a:r>
          </a:p>
        </p:txBody>
      </p:sp>
      <p:sp>
        <p:nvSpPr>
          <p:cNvPr id="24580" name="Rectangle 7"/>
          <p:cNvSpPr>
            <a:spLocks noChangeArrowheads="1"/>
          </p:cNvSpPr>
          <p:nvPr/>
        </p:nvSpPr>
        <p:spPr bwMode="auto">
          <a:xfrm>
            <a:off x="0" y="2627332"/>
            <a:ext cx="219891"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nchor="ctr">
            <a:spAutoFit/>
          </a:bodyPr>
          <a:lstStyle/>
          <a:p>
            <a:endParaRPr lang="zh-CN" altLang="en-US">
              <a:solidFill>
                <a:srgbClr val="0000FF"/>
              </a:solidFill>
              <a:latin typeface="Consolas" pitchFamily="49" charset="0"/>
            </a:endParaRPr>
          </a:p>
        </p:txBody>
      </p:sp>
      <p:pic>
        <p:nvPicPr>
          <p:cNvPr id="2458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9245" y="2348540"/>
            <a:ext cx="3644426" cy="2772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TextBox 6"/>
          <p:cNvSpPr txBox="1">
            <a:spLocks noChangeArrowheads="1"/>
          </p:cNvSpPr>
          <p:nvPr/>
        </p:nvSpPr>
        <p:spPr bwMode="auto">
          <a:xfrm>
            <a:off x="3142842" y="5216145"/>
            <a:ext cx="5142830"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en-US" altLang="zh-CN" i="1" dirty="0">
                <a:solidFill>
                  <a:srgbClr val="0000FF"/>
                </a:solidFill>
                <a:latin typeface="Consolas" pitchFamily="49" charset="0"/>
              </a:rPr>
              <a:t>q</a:t>
            </a:r>
            <a:r>
              <a:rPr lang="en-US" altLang="zh-CN" dirty="0">
                <a:solidFill>
                  <a:srgbClr val="0000FF"/>
                </a:solidFill>
                <a:latin typeface="Consolas" pitchFamily="49" charset="0"/>
              </a:rPr>
              <a:t>[1..6]={2</a:t>
            </a:r>
            <a:r>
              <a:rPr lang="zh-CN" altLang="zh-CN" dirty="0">
                <a:solidFill>
                  <a:srgbClr val="0000FF"/>
                </a:solidFill>
                <a:latin typeface="Consolas" pitchFamily="49" charset="0"/>
              </a:rPr>
              <a:t>，</a:t>
            </a:r>
            <a:r>
              <a:rPr lang="en-US" altLang="zh-CN" dirty="0">
                <a:solidFill>
                  <a:srgbClr val="0000FF"/>
                </a:solidFill>
                <a:latin typeface="Consolas" pitchFamily="49" charset="0"/>
              </a:rPr>
              <a:t>4</a:t>
            </a:r>
            <a:r>
              <a:rPr lang="zh-CN" altLang="zh-CN" dirty="0">
                <a:solidFill>
                  <a:srgbClr val="0000FF"/>
                </a:solidFill>
                <a:latin typeface="Consolas" pitchFamily="49" charset="0"/>
              </a:rPr>
              <a:t>，</a:t>
            </a:r>
            <a:r>
              <a:rPr lang="en-US" altLang="zh-CN" dirty="0">
                <a:solidFill>
                  <a:srgbClr val="0000FF"/>
                </a:solidFill>
                <a:latin typeface="Consolas" pitchFamily="49" charset="0"/>
              </a:rPr>
              <a:t>6</a:t>
            </a:r>
            <a:r>
              <a:rPr lang="zh-CN" altLang="zh-CN" dirty="0">
                <a:solidFill>
                  <a:srgbClr val="0000FF"/>
                </a:solidFill>
                <a:latin typeface="Consolas" pitchFamily="49" charset="0"/>
              </a:rPr>
              <a:t>，</a:t>
            </a:r>
            <a:r>
              <a:rPr lang="en-US" altLang="zh-CN" dirty="0">
                <a:solidFill>
                  <a:srgbClr val="0000FF"/>
                </a:solidFill>
                <a:latin typeface="Consolas" pitchFamily="49" charset="0"/>
              </a:rPr>
              <a:t>1</a:t>
            </a:r>
            <a:r>
              <a:rPr lang="zh-CN" altLang="zh-CN" dirty="0">
                <a:solidFill>
                  <a:srgbClr val="0000FF"/>
                </a:solidFill>
                <a:latin typeface="Consolas" pitchFamily="49" charset="0"/>
              </a:rPr>
              <a:t>，</a:t>
            </a:r>
            <a:r>
              <a:rPr lang="en-US" altLang="zh-CN" dirty="0">
                <a:solidFill>
                  <a:srgbClr val="0000FF"/>
                </a:solidFill>
                <a:latin typeface="Consolas" pitchFamily="49" charset="0"/>
              </a:rPr>
              <a:t>3</a:t>
            </a:r>
            <a:r>
              <a:rPr lang="zh-CN" altLang="zh-CN" dirty="0">
                <a:solidFill>
                  <a:srgbClr val="0000FF"/>
                </a:solidFill>
                <a:latin typeface="Consolas" pitchFamily="49" charset="0"/>
              </a:rPr>
              <a:t>，</a:t>
            </a:r>
            <a:r>
              <a:rPr lang="en-US" altLang="zh-CN" dirty="0">
                <a:solidFill>
                  <a:srgbClr val="0000FF"/>
                </a:solidFill>
                <a:latin typeface="Consolas" pitchFamily="49" charset="0"/>
              </a:rPr>
              <a:t>5}</a:t>
            </a:r>
            <a:endParaRPr lang="zh-CN" altLang="en-US" dirty="0">
              <a:solidFill>
                <a:srgbClr val="0000FF"/>
              </a:solidFill>
              <a:latin typeface="Consolas" pitchFamily="49" charset="0"/>
            </a:endParaRPr>
          </a:p>
        </p:txBody>
      </p:sp>
      <p:sp>
        <p:nvSpPr>
          <p:cNvPr id="8" name="基础扎实 / Strong Preparation">
            <a:extLst>
              <a:ext uri="{FF2B5EF4-FFF2-40B4-BE49-F238E27FC236}">
                <a16:creationId xmlns:a16="http://schemas.microsoft.com/office/drawing/2014/main" id="{63AABA1E-3FCC-A1D5-64BC-BD3DC28DC66A}"/>
              </a:ext>
            </a:extLst>
          </p:cNvPr>
          <p:cNvSpPr txBox="1"/>
          <p:nvPr/>
        </p:nvSpPr>
        <p:spPr>
          <a:xfrm>
            <a:off x="2603627" y="367980"/>
            <a:ext cx="5870237" cy="561660"/>
          </a:xfrm>
          <a:prstGeom prst="rect">
            <a:avLst/>
          </a:prstGeom>
          <a:noFill/>
          <a:ln>
            <a:noFill/>
          </a:ln>
        </p:spPr>
        <p:txBody>
          <a:bodyPr wrap="square" lIns="68549" tIns="34274" rIns="68549" bIns="34274" rtlCol="0">
            <a:spAutoFit/>
          </a:bodyPr>
          <a:lstStyle/>
          <a:p>
            <a:pPr algn="ctr" defTabSz="950595">
              <a:buClr>
                <a:prstClr val="white"/>
              </a:buClr>
              <a:buSzTx/>
              <a:buFontTx/>
              <a:defRPr/>
            </a:pPr>
            <a:r>
              <a:rPr lang="en-US" altLang="zh-CN" sz="3200" b="1" spc="50" dirty="0">
                <a:ln w="11430"/>
                <a:solidFill>
                  <a:srgbClr val="006600"/>
                </a:solidFill>
                <a:latin typeface="+mn-ea"/>
                <a:sym typeface="Arial" panose="020B0604020202020204" pitchFamily="34" charset="0"/>
              </a:rPr>
              <a:t>3</a:t>
            </a:r>
            <a:r>
              <a:rPr lang="zh-CN" altLang="en-US" sz="3200" b="1" spc="50" dirty="0">
                <a:ln w="11430"/>
                <a:solidFill>
                  <a:srgbClr val="006600"/>
                </a:solidFill>
                <a:latin typeface="+mn-ea"/>
                <a:sym typeface="Arial" panose="020B0604020202020204" pitchFamily="34" charset="0"/>
              </a:rPr>
              <a:t>.</a:t>
            </a:r>
            <a:r>
              <a:rPr lang="en-US" altLang="zh-CN" sz="3200" b="1" spc="50" dirty="0">
                <a:ln w="11430"/>
                <a:solidFill>
                  <a:srgbClr val="006600"/>
                </a:solidFill>
                <a:latin typeface="+mn-ea"/>
                <a:sym typeface="Arial" panose="020B0604020202020204" pitchFamily="34" charset="0"/>
              </a:rPr>
              <a:t>3</a:t>
            </a:r>
            <a:r>
              <a:rPr lang="zh-CN" altLang="en-US" sz="3200" b="1" spc="50" dirty="0">
                <a:ln w="11430"/>
                <a:solidFill>
                  <a:srgbClr val="006600"/>
                </a:solidFill>
                <a:latin typeface="+mn-ea"/>
                <a:sym typeface="Arial" panose="020B0604020202020204" pitchFamily="34" charset="0"/>
              </a:rPr>
              <a:t> </a:t>
            </a:r>
            <a:r>
              <a:rPr lang="en-US" altLang="zh-CN" sz="3200" b="1" spc="50" dirty="0">
                <a:ln w="11430"/>
                <a:solidFill>
                  <a:srgbClr val="006600"/>
                </a:solidFill>
                <a:latin typeface="+mn-ea"/>
                <a:sym typeface="Arial" panose="020B0604020202020204" pitchFamily="34" charset="0"/>
              </a:rPr>
              <a:t>n</a:t>
            </a:r>
            <a:r>
              <a:rPr lang="zh-CN" altLang="en-US" sz="3200" b="1" spc="50" dirty="0">
                <a:ln w="11430"/>
                <a:solidFill>
                  <a:srgbClr val="006600"/>
                </a:solidFill>
                <a:latin typeface="+mn-ea"/>
                <a:sym typeface="Arial" panose="020B0604020202020204" pitchFamily="34" charset="0"/>
              </a:rPr>
              <a:t>皇后问题</a:t>
            </a:r>
          </a:p>
        </p:txBody>
      </p:sp>
    </p:spTree>
    <p:extLst>
      <p:ext uri="{BB962C8B-B14F-4D97-AF65-F5344CB8AC3E}">
        <p14:creationId xmlns:p14="http://schemas.microsoft.com/office/powerpoint/2010/main" val="1295670303"/>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E007FCE2-A74F-456A-8A4B-45391CBA50C0}" type="slidenum">
              <a:rPr lang="zh-CN" altLang="en-US">
                <a:solidFill>
                  <a:srgbClr val="000000"/>
                </a:solidFill>
              </a:rPr>
              <a:pPr>
                <a:defRPr/>
              </a:pPr>
              <a:t>16</a:t>
            </a:fld>
            <a:endParaRPr lang="en-US" altLang="zh-CN">
              <a:solidFill>
                <a:srgbClr val="000000"/>
              </a:solidFill>
            </a:endParaRPr>
          </a:p>
        </p:txBody>
      </p:sp>
      <p:sp>
        <p:nvSpPr>
          <p:cNvPr id="16387" name="Rectangle 2"/>
          <p:cNvSpPr>
            <a:spLocks noChangeArrowheads="1"/>
          </p:cNvSpPr>
          <p:nvPr/>
        </p:nvSpPr>
        <p:spPr bwMode="auto">
          <a:xfrm>
            <a:off x="609521" y="615299"/>
            <a:ext cx="10971372" cy="1143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nchor="ctr"/>
          <a:lstStyle/>
          <a:p>
            <a:r>
              <a:rPr kumimoji="1" lang="en-US" altLang="zh-CN" sz="5200">
                <a:solidFill>
                  <a:srgbClr val="000000"/>
                </a:solidFill>
                <a:latin typeface="Times New Roman" charset="0"/>
                <a:ea typeface="宋体" pitchFamily="2" charset="-122"/>
              </a:rPr>
              <a:t>Example</a:t>
            </a:r>
          </a:p>
        </p:txBody>
      </p:sp>
      <p:sp>
        <p:nvSpPr>
          <p:cNvPr id="16388" name="Rectangle 3"/>
          <p:cNvSpPr>
            <a:spLocks noChangeArrowheads="1"/>
          </p:cNvSpPr>
          <p:nvPr/>
        </p:nvSpPr>
        <p:spPr bwMode="auto">
          <a:xfrm>
            <a:off x="609521" y="1941169"/>
            <a:ext cx="10971372" cy="4527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lstStyle/>
          <a:p>
            <a:pPr marL="408188" indent="-408188">
              <a:spcBef>
                <a:spcPct val="20000"/>
              </a:spcBef>
            </a:pPr>
            <a:r>
              <a:rPr kumimoji="1" lang="en-US" altLang="zh-CN" sz="3300" u="sng">
                <a:solidFill>
                  <a:srgbClr val="CC0000"/>
                </a:solidFill>
                <a:latin typeface="Times New Roman" charset="0"/>
                <a:ea typeface="宋体" pitchFamily="2" charset="-122"/>
              </a:rPr>
              <a:t>Four queens</a:t>
            </a:r>
          </a:p>
        </p:txBody>
      </p:sp>
      <p:pic>
        <p:nvPicPr>
          <p:cNvPr id="16389" name="Picture 4"/>
          <p:cNvPicPr>
            <a:picLocks noChangeAspect="1" noChangeArrowheads="1"/>
          </p:cNvPicPr>
          <p:nvPr/>
        </p:nvPicPr>
        <p:blipFill>
          <a:blip r:embed="rId5">
            <a:extLst>
              <a:ext uri="{28A0092B-C50C-407E-A947-70E740481C1C}">
                <a14:useLocalDpi xmlns:a14="http://schemas.microsoft.com/office/drawing/2010/main" val="0"/>
              </a:ext>
            </a:extLst>
          </a:blip>
          <a:srcRect t="4088" r="75700" b="22943"/>
          <a:stretch>
            <a:fillRect/>
          </a:stretch>
        </p:blipFill>
        <p:spPr bwMode="auto">
          <a:xfrm>
            <a:off x="3860298" y="745505"/>
            <a:ext cx="3790457" cy="2791471"/>
          </a:xfrm>
          <a:prstGeom prst="rect">
            <a:avLst/>
          </a:prstGeom>
          <a:noFill/>
          <a:ln w="9525">
            <a:solidFill>
              <a:schemeClr val="bg2"/>
            </a:solidFill>
            <a:miter lim="800000"/>
            <a:headEnd/>
            <a:tailEnd/>
          </a:ln>
          <a:effectLst>
            <a:outerShdw dist="107763"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pic>
      <p:pic>
        <p:nvPicPr>
          <p:cNvPr id="16390" name="Picture 5"/>
          <p:cNvPicPr>
            <a:picLocks noChangeAspect="1" noChangeArrowheads="1"/>
          </p:cNvPicPr>
          <p:nvPr/>
        </p:nvPicPr>
        <p:blipFill>
          <a:blip r:embed="rId5">
            <a:extLst>
              <a:ext uri="{28A0092B-C50C-407E-A947-70E740481C1C}">
                <a14:useLocalDpi xmlns:a14="http://schemas.microsoft.com/office/drawing/2010/main" val="0"/>
              </a:ext>
            </a:extLst>
          </a:blip>
          <a:srcRect l="25238" t="3732" r="50378" b="23735"/>
          <a:stretch>
            <a:fillRect/>
          </a:stretch>
        </p:blipFill>
        <p:spPr bwMode="auto">
          <a:xfrm>
            <a:off x="8078265" y="759796"/>
            <a:ext cx="3805271" cy="2777180"/>
          </a:xfrm>
          <a:prstGeom prst="rect">
            <a:avLst/>
          </a:prstGeom>
          <a:noFill/>
          <a:ln w="9525">
            <a:solidFill>
              <a:schemeClr val="bg2"/>
            </a:solidFill>
            <a:miter lim="800000"/>
            <a:headEnd/>
            <a:tailEnd/>
          </a:ln>
          <a:effectLst>
            <a:outerShdw dist="107763"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pic>
      <p:pic>
        <p:nvPicPr>
          <p:cNvPr id="16391" name="Picture 6"/>
          <p:cNvPicPr>
            <a:picLocks noChangeAspect="1" noChangeArrowheads="1"/>
          </p:cNvPicPr>
          <p:nvPr/>
        </p:nvPicPr>
        <p:blipFill>
          <a:blip r:embed="rId5">
            <a:extLst>
              <a:ext uri="{28A0092B-C50C-407E-A947-70E740481C1C}">
                <a14:useLocalDpi xmlns:a14="http://schemas.microsoft.com/office/drawing/2010/main" val="0"/>
              </a:ext>
            </a:extLst>
          </a:blip>
          <a:srcRect l="50681" t="2505" r="24615" b="22429"/>
          <a:stretch>
            <a:fillRect/>
          </a:stretch>
        </p:blipFill>
        <p:spPr bwMode="auto">
          <a:xfrm>
            <a:off x="3790457" y="3770392"/>
            <a:ext cx="3851832" cy="2867689"/>
          </a:xfrm>
          <a:prstGeom prst="rect">
            <a:avLst/>
          </a:prstGeom>
          <a:noFill/>
          <a:ln w="9525">
            <a:solidFill>
              <a:schemeClr val="bg2"/>
            </a:solidFill>
            <a:miter lim="800000"/>
            <a:headEnd/>
            <a:tailEnd/>
          </a:ln>
          <a:effectLst>
            <a:outerShdw dist="107763"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pic>
      <p:pic>
        <p:nvPicPr>
          <p:cNvPr id="16392" name="Picture 7"/>
          <p:cNvPicPr>
            <a:picLocks noChangeAspect="1" noChangeArrowheads="1"/>
          </p:cNvPicPr>
          <p:nvPr/>
        </p:nvPicPr>
        <p:blipFill>
          <a:blip r:embed="rId5">
            <a:extLst>
              <a:ext uri="{28A0092B-C50C-407E-A947-70E740481C1C}">
                <a14:useLocalDpi xmlns:a14="http://schemas.microsoft.com/office/drawing/2010/main" val="0"/>
              </a:ext>
            </a:extLst>
          </a:blip>
          <a:srcRect l="76003" t="2505" b="23735"/>
          <a:stretch>
            <a:fillRect/>
          </a:stretch>
        </p:blipFill>
        <p:spPr bwMode="auto">
          <a:xfrm>
            <a:off x="8014774" y="3798974"/>
            <a:ext cx="3737547" cy="2816877"/>
          </a:xfrm>
          <a:prstGeom prst="rect">
            <a:avLst/>
          </a:prstGeom>
          <a:noFill/>
          <a:ln w="9525">
            <a:solidFill>
              <a:schemeClr val="bg2"/>
            </a:solidFill>
            <a:miter lim="800000"/>
            <a:headEnd/>
            <a:tailEnd/>
          </a:ln>
          <a:effectLst>
            <a:outerShdw dist="107763" dir="2700000" algn="ctr" rotWithShape="0">
              <a:schemeClr val="bg2">
                <a:alpha val="50000"/>
              </a:schemeClr>
            </a:outerShdw>
          </a:effectLst>
          <a:extLst>
            <a:ext uri="{909E8E84-426E-40DD-AFC4-6F175D3DCCD1}">
              <a14:hiddenFill xmlns:a14="http://schemas.microsoft.com/office/drawing/2010/main">
                <a:solidFill>
                  <a:srgbClr val="FFFFFF"/>
                </a:solidFill>
              </a14:hiddenFill>
            </a:ext>
          </a:extLst>
        </p:spPr>
      </p:pic>
      <p:sp>
        <p:nvSpPr>
          <p:cNvPr id="16393" name="Text Box 8"/>
          <p:cNvSpPr txBox="1">
            <a:spLocks noChangeArrowheads="1"/>
          </p:cNvSpPr>
          <p:nvPr/>
        </p:nvSpPr>
        <p:spPr bwMode="auto">
          <a:xfrm>
            <a:off x="596823" y="2997101"/>
            <a:ext cx="1556730"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en-US" altLang="zh-CN" b="0">
                <a:solidFill>
                  <a:srgbClr val="000000"/>
                </a:solidFill>
                <a:ea typeface="宋体" pitchFamily="2" charset="-122"/>
              </a:rPr>
              <a:t>Dead end</a:t>
            </a:r>
          </a:p>
        </p:txBody>
      </p:sp>
      <p:sp>
        <p:nvSpPr>
          <p:cNvPr id="16394" name="Text Box 9"/>
          <p:cNvSpPr txBox="1">
            <a:spLocks noChangeArrowheads="1"/>
          </p:cNvSpPr>
          <p:nvPr/>
        </p:nvSpPr>
        <p:spPr bwMode="auto">
          <a:xfrm>
            <a:off x="526982" y="3697350"/>
            <a:ext cx="1333914" cy="47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en-US" altLang="zh-CN" b="0">
                <a:solidFill>
                  <a:srgbClr val="000000"/>
                </a:solidFill>
                <a:ea typeface="宋体" pitchFamily="2" charset="-122"/>
              </a:rPr>
              <a:t>Solution</a:t>
            </a:r>
          </a:p>
        </p:txBody>
      </p:sp>
    </p:spTree>
    <p:extLst>
      <p:ext uri="{BB962C8B-B14F-4D97-AF65-F5344CB8AC3E}">
        <p14:creationId xmlns:p14="http://schemas.microsoft.com/office/powerpoint/2010/main" val="208746751"/>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051" name="Text Box 2"/>
          <p:cNvSpPr txBox="1">
            <a:spLocks noChangeArrowheads="1"/>
          </p:cNvSpPr>
          <p:nvPr/>
        </p:nvSpPr>
        <p:spPr bwMode="auto">
          <a:xfrm>
            <a:off x="693099" y="449198"/>
            <a:ext cx="11089930" cy="1571852"/>
          </a:xfrm>
          <a:prstGeom prst="rect">
            <a:avLst/>
          </a:prstGeom>
          <a:solidFill>
            <a:schemeClr val="accent1">
              <a:lumMod val="20000"/>
              <a:lumOff val="80000"/>
            </a:schemeClr>
          </a:solidFill>
          <a:ln w="9525">
            <a:noFill/>
            <a:miter lim="800000"/>
            <a:headEnd/>
            <a:tailEnd/>
          </a:ln>
        </p:spPr>
        <p:txBody>
          <a:bodyPr wrap="square" lIns="108850" tIns="54425" rIns="108850" bIns="54425">
            <a:spAutoFit/>
          </a:bodyPr>
          <a:lstStyle/>
          <a:p>
            <a:pPr>
              <a:lnSpc>
                <a:spcPts val="3809"/>
              </a:lnSpc>
            </a:pPr>
            <a:r>
              <a:rPr lang="zh-CN" altLang="en-US" sz="2700" dirty="0">
                <a:solidFill>
                  <a:srgbClr val="0000FF"/>
                </a:solidFill>
                <a:latin typeface="Consolas" pitchFamily="49" charset="0"/>
                <a:ea typeface="微软雅黑" panose="020B0503020204020204" pitchFamily="34" charset="-122"/>
                <a:cs typeface="Consolas" pitchFamily="49" charset="0"/>
              </a:rPr>
              <a:t>　　</a:t>
            </a:r>
            <a:r>
              <a:rPr lang="zh-CN" altLang="en-US" sz="2700" dirty="0">
                <a:solidFill>
                  <a:srgbClr val="0000FF"/>
                </a:solidFill>
                <a:latin typeface="华文楷体" panose="02010600040101010101" pitchFamily="2" charset="-122"/>
                <a:ea typeface="华文楷体" panose="02010600040101010101" pitchFamily="2" charset="-122"/>
                <a:cs typeface="Consolas" pitchFamily="49" charset="0"/>
              </a:rPr>
              <a:t>下图是四皇后问题的搜索空间，图中每个状态由当前放置的皇后的行列号构成。它给出了四皇后问题的全部搜索过程，只有</a:t>
            </a:r>
            <a:r>
              <a:rPr lang="en-US" altLang="zh-CN" sz="2700" dirty="0">
                <a:solidFill>
                  <a:srgbClr val="0000FF"/>
                </a:solidFill>
                <a:latin typeface="华文楷体" panose="02010600040101010101" pitchFamily="2" charset="-122"/>
                <a:ea typeface="华文楷体" panose="02010600040101010101" pitchFamily="2" charset="-122"/>
                <a:cs typeface="Consolas" pitchFamily="49" charset="0"/>
              </a:rPr>
              <a:t>18</a:t>
            </a:r>
            <a:r>
              <a:rPr lang="zh-CN" altLang="en-US" sz="2700" dirty="0">
                <a:solidFill>
                  <a:srgbClr val="0000FF"/>
                </a:solidFill>
                <a:latin typeface="华文楷体" panose="02010600040101010101" pitchFamily="2" charset="-122"/>
                <a:ea typeface="华文楷体" panose="02010600040101010101" pitchFamily="2" charset="-122"/>
                <a:cs typeface="Consolas" pitchFamily="49" charset="0"/>
              </a:rPr>
              <a:t>个结点，其中标有</a:t>
            </a:r>
            <a:r>
              <a:rPr lang="zh-CN" altLang="en-US" sz="2700" dirty="0">
                <a:solidFill>
                  <a:srgbClr val="0000FF"/>
                </a:solidFill>
                <a:latin typeface="华文楷体" panose="02010600040101010101" pitchFamily="2" charset="-122"/>
                <a:ea typeface="华文楷体" panose="02010600040101010101" pitchFamily="2" charset="-122"/>
                <a:cs typeface="Consolas" pitchFamily="49" charset="0"/>
                <a:sym typeface="Wingdings" pitchFamily="2" charset="2"/>
              </a:rPr>
              <a:t></a:t>
            </a:r>
            <a:r>
              <a:rPr lang="zh-CN" altLang="en-US" sz="2700" dirty="0">
                <a:solidFill>
                  <a:srgbClr val="0000FF"/>
                </a:solidFill>
                <a:latin typeface="华文楷体" panose="02010600040101010101" pitchFamily="2" charset="-122"/>
                <a:ea typeface="华文楷体" panose="02010600040101010101" pitchFamily="2" charset="-122"/>
                <a:cs typeface="Consolas" pitchFamily="49" charset="0"/>
              </a:rPr>
              <a:t>号的结点无法继续扩展。</a:t>
            </a:r>
          </a:p>
        </p:txBody>
      </p:sp>
      <p:sp>
        <p:nvSpPr>
          <p:cNvPr id="2052" name="Rectangle 4"/>
          <p:cNvSpPr>
            <a:spLocks noChangeArrowheads="1"/>
          </p:cNvSpPr>
          <p:nvPr/>
        </p:nvSpPr>
        <p:spPr bwMode="auto">
          <a:xfrm>
            <a:off x="0" y="2103336"/>
            <a:ext cx="219891" cy="433078"/>
          </a:xfrm>
          <a:prstGeom prst="rect">
            <a:avLst/>
          </a:prstGeom>
          <a:noFill/>
          <a:ln w="9525">
            <a:noFill/>
            <a:miter lim="800000"/>
            <a:headEnd/>
            <a:tailEnd/>
          </a:ln>
        </p:spPr>
        <p:txBody>
          <a:bodyPr wrap="none" lIns="108850" tIns="54425" rIns="108850" bIns="54425" anchor="ctr">
            <a:spAutoFit/>
          </a:bodyPr>
          <a:lstStyle/>
          <a:p>
            <a:endParaRPr lang="zh-CN" altLang="en-US"/>
          </a:p>
        </p:txBody>
      </p:sp>
      <p:grpSp>
        <p:nvGrpSpPr>
          <p:cNvPr id="68" name="组合 67"/>
          <p:cNvGrpSpPr/>
          <p:nvPr/>
        </p:nvGrpSpPr>
        <p:grpSpPr>
          <a:xfrm>
            <a:off x="238053" y="2287738"/>
            <a:ext cx="11714307" cy="4185669"/>
            <a:chOff x="214282" y="1785926"/>
            <a:chExt cx="8786874" cy="4184700"/>
          </a:xfrm>
        </p:grpSpPr>
        <p:sp>
          <p:nvSpPr>
            <p:cNvPr id="6" name="圆角矩形 5"/>
            <p:cNvSpPr/>
            <p:nvPr/>
          </p:nvSpPr>
          <p:spPr>
            <a:xfrm>
              <a:off x="3929058" y="1785926"/>
              <a:ext cx="1214446" cy="50006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a:solidFill>
                    <a:schemeClr val="bg1"/>
                  </a:solidFill>
                </a:rPr>
                <a:t>(*,*,*,*)</a:t>
              </a:r>
              <a:endParaRPr lang="zh-CN" altLang="en-US" sz="2400">
                <a:solidFill>
                  <a:schemeClr val="bg1"/>
                </a:solidFill>
              </a:endParaRPr>
            </a:p>
          </p:txBody>
        </p:sp>
        <p:sp>
          <p:nvSpPr>
            <p:cNvPr id="7" name="圆角矩形 6"/>
            <p:cNvSpPr/>
            <p:nvPr/>
          </p:nvSpPr>
          <p:spPr>
            <a:xfrm>
              <a:off x="1142976" y="2857496"/>
              <a:ext cx="1214446" cy="50006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a:solidFill>
                    <a:schemeClr val="bg1"/>
                  </a:solidFill>
                </a:rPr>
                <a:t>(1,*,*,*)</a:t>
              </a:r>
              <a:endParaRPr lang="zh-CN" altLang="en-US" sz="2400">
                <a:solidFill>
                  <a:schemeClr val="bg1"/>
                </a:solidFill>
              </a:endParaRPr>
            </a:p>
          </p:txBody>
        </p:sp>
        <p:sp>
          <p:nvSpPr>
            <p:cNvPr id="8" name="圆角矩形 7"/>
            <p:cNvSpPr/>
            <p:nvPr/>
          </p:nvSpPr>
          <p:spPr>
            <a:xfrm>
              <a:off x="214282" y="3756048"/>
              <a:ext cx="1214446" cy="50006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a:solidFill>
                    <a:schemeClr val="bg1"/>
                  </a:solidFill>
                </a:rPr>
                <a:t>(1,3,*,*)</a:t>
              </a:r>
              <a:endParaRPr lang="zh-CN" altLang="en-US" sz="2400">
                <a:solidFill>
                  <a:schemeClr val="bg1"/>
                </a:solidFill>
              </a:endParaRPr>
            </a:p>
          </p:txBody>
        </p:sp>
        <p:sp>
          <p:nvSpPr>
            <p:cNvPr id="9" name="TextBox 8"/>
            <p:cNvSpPr txBox="1"/>
            <p:nvPr/>
          </p:nvSpPr>
          <p:spPr>
            <a:xfrm>
              <a:off x="642910" y="4398990"/>
              <a:ext cx="285752" cy="323090"/>
            </a:xfrm>
            <a:prstGeom prst="rect">
              <a:avLst/>
            </a:prstGeom>
            <a:noFill/>
          </p:spPr>
          <p:txBody>
            <a:bodyPr wrap="square" lIns="0" tIns="0" rIns="0" bIns="0" rtlCol="0">
              <a:spAutoFit/>
            </a:bodyPr>
            <a:lstStyle/>
            <a:p>
              <a:r>
                <a:rPr lang="zh-CN" altLang="en-US">
                  <a:solidFill>
                    <a:srgbClr val="FF0000"/>
                  </a:solidFill>
                  <a:sym typeface="Symbol"/>
                </a:rPr>
                <a:t></a:t>
              </a:r>
              <a:endParaRPr lang="zh-CN" altLang="en-US">
                <a:solidFill>
                  <a:srgbClr val="FF0000"/>
                </a:solidFill>
              </a:endParaRPr>
            </a:p>
          </p:txBody>
        </p:sp>
        <p:sp>
          <p:nvSpPr>
            <p:cNvPr id="10" name="圆角矩形 9"/>
            <p:cNvSpPr/>
            <p:nvPr/>
          </p:nvSpPr>
          <p:spPr>
            <a:xfrm>
              <a:off x="1643042" y="3756048"/>
              <a:ext cx="1214446" cy="50006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a:solidFill>
                    <a:schemeClr val="bg1"/>
                  </a:solidFill>
                </a:rPr>
                <a:t>(1,4,*,*)</a:t>
              </a:r>
              <a:endParaRPr lang="zh-CN" altLang="en-US" sz="2400">
                <a:solidFill>
                  <a:schemeClr val="bg1"/>
                </a:solidFill>
              </a:endParaRPr>
            </a:p>
          </p:txBody>
        </p:sp>
        <p:sp>
          <p:nvSpPr>
            <p:cNvPr id="11" name="圆角矩形 10"/>
            <p:cNvSpPr/>
            <p:nvPr/>
          </p:nvSpPr>
          <p:spPr>
            <a:xfrm>
              <a:off x="1643042" y="4579444"/>
              <a:ext cx="1214446" cy="50006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a:solidFill>
                    <a:schemeClr val="bg1"/>
                  </a:solidFill>
                </a:rPr>
                <a:t>(1,4,2,*)</a:t>
              </a:r>
              <a:endParaRPr lang="zh-CN" altLang="en-US" sz="2400">
                <a:solidFill>
                  <a:schemeClr val="bg1"/>
                </a:solidFill>
              </a:endParaRPr>
            </a:p>
          </p:txBody>
        </p:sp>
        <p:sp>
          <p:nvSpPr>
            <p:cNvPr id="12" name="TextBox 11"/>
            <p:cNvSpPr txBox="1"/>
            <p:nvPr/>
          </p:nvSpPr>
          <p:spPr>
            <a:xfrm>
              <a:off x="2143108" y="5184808"/>
              <a:ext cx="285752" cy="323090"/>
            </a:xfrm>
            <a:prstGeom prst="rect">
              <a:avLst/>
            </a:prstGeom>
            <a:noFill/>
          </p:spPr>
          <p:txBody>
            <a:bodyPr wrap="square" lIns="0" tIns="0" rIns="0" bIns="0" rtlCol="0">
              <a:spAutoFit/>
            </a:bodyPr>
            <a:lstStyle/>
            <a:p>
              <a:r>
                <a:rPr lang="zh-CN" altLang="en-US">
                  <a:solidFill>
                    <a:srgbClr val="FF0000"/>
                  </a:solidFill>
                  <a:sym typeface="Symbol"/>
                </a:rPr>
                <a:t></a:t>
              </a:r>
              <a:endParaRPr lang="zh-CN" altLang="en-US">
                <a:solidFill>
                  <a:srgbClr val="FF0000"/>
                </a:solidFill>
              </a:endParaRPr>
            </a:p>
          </p:txBody>
        </p:sp>
        <p:sp>
          <p:nvSpPr>
            <p:cNvPr id="13" name="圆角矩形 12"/>
            <p:cNvSpPr/>
            <p:nvPr/>
          </p:nvSpPr>
          <p:spPr>
            <a:xfrm>
              <a:off x="3000364" y="2857496"/>
              <a:ext cx="1214446" cy="50006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a:solidFill>
                    <a:schemeClr val="bg1"/>
                  </a:solidFill>
                </a:rPr>
                <a:t>(2,*,*,*)</a:t>
              </a:r>
              <a:endParaRPr lang="zh-CN" altLang="en-US" sz="2400">
                <a:solidFill>
                  <a:schemeClr val="bg1"/>
                </a:solidFill>
              </a:endParaRPr>
            </a:p>
          </p:txBody>
        </p:sp>
        <p:sp>
          <p:nvSpPr>
            <p:cNvPr id="14" name="圆角矩形 13"/>
            <p:cNvSpPr/>
            <p:nvPr/>
          </p:nvSpPr>
          <p:spPr>
            <a:xfrm>
              <a:off x="3000364" y="3756048"/>
              <a:ext cx="1214446" cy="50006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a:solidFill>
                    <a:schemeClr val="bg1"/>
                  </a:solidFill>
                </a:rPr>
                <a:t>(2,4,*,*)</a:t>
              </a:r>
              <a:endParaRPr lang="zh-CN" altLang="en-US" sz="2400">
                <a:solidFill>
                  <a:schemeClr val="bg1"/>
                </a:solidFill>
              </a:endParaRPr>
            </a:p>
          </p:txBody>
        </p:sp>
        <p:sp>
          <p:nvSpPr>
            <p:cNvPr id="15" name="圆角矩形 14"/>
            <p:cNvSpPr/>
            <p:nvPr/>
          </p:nvSpPr>
          <p:spPr>
            <a:xfrm>
              <a:off x="3000364" y="4579444"/>
              <a:ext cx="1214446" cy="50006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a:solidFill>
                    <a:schemeClr val="bg1"/>
                  </a:solidFill>
                </a:rPr>
                <a:t>(2,4,1,*)</a:t>
              </a:r>
              <a:endParaRPr lang="zh-CN" altLang="en-US" sz="2400">
                <a:solidFill>
                  <a:schemeClr val="bg1"/>
                </a:solidFill>
              </a:endParaRPr>
            </a:p>
          </p:txBody>
        </p:sp>
        <p:sp>
          <p:nvSpPr>
            <p:cNvPr id="16" name="圆角矩形 15"/>
            <p:cNvSpPr/>
            <p:nvPr/>
          </p:nvSpPr>
          <p:spPr>
            <a:xfrm>
              <a:off x="3000364" y="5470560"/>
              <a:ext cx="1214446" cy="5000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bg1"/>
                  </a:solidFill>
                </a:rPr>
                <a:t>(2,4,1,3)</a:t>
              </a:r>
              <a:endParaRPr lang="zh-CN" altLang="en-US" sz="2400">
                <a:solidFill>
                  <a:schemeClr val="bg1"/>
                </a:solidFill>
              </a:endParaRPr>
            </a:p>
          </p:txBody>
        </p:sp>
        <p:sp>
          <p:nvSpPr>
            <p:cNvPr id="17" name="圆角矩形 16"/>
            <p:cNvSpPr/>
            <p:nvPr/>
          </p:nvSpPr>
          <p:spPr>
            <a:xfrm>
              <a:off x="4714876" y="2857496"/>
              <a:ext cx="1214446" cy="50006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a:solidFill>
                    <a:schemeClr val="bg1"/>
                  </a:solidFill>
                </a:rPr>
                <a:t>(3,*,*,*)</a:t>
              </a:r>
              <a:endParaRPr lang="zh-CN" altLang="en-US" sz="2400">
                <a:solidFill>
                  <a:schemeClr val="bg1"/>
                </a:solidFill>
              </a:endParaRPr>
            </a:p>
          </p:txBody>
        </p:sp>
        <p:sp>
          <p:nvSpPr>
            <p:cNvPr id="18" name="圆角矩形 17"/>
            <p:cNvSpPr/>
            <p:nvPr/>
          </p:nvSpPr>
          <p:spPr>
            <a:xfrm>
              <a:off x="4714876" y="3756048"/>
              <a:ext cx="1214446" cy="50006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a:solidFill>
                    <a:schemeClr val="bg1"/>
                  </a:solidFill>
                </a:rPr>
                <a:t>(3,1,*,*)</a:t>
              </a:r>
              <a:endParaRPr lang="zh-CN" altLang="en-US" sz="2400">
                <a:solidFill>
                  <a:schemeClr val="bg1"/>
                </a:solidFill>
              </a:endParaRPr>
            </a:p>
          </p:txBody>
        </p:sp>
        <p:sp>
          <p:nvSpPr>
            <p:cNvPr id="19" name="圆角矩形 18"/>
            <p:cNvSpPr/>
            <p:nvPr/>
          </p:nvSpPr>
          <p:spPr>
            <a:xfrm>
              <a:off x="4714876" y="4579444"/>
              <a:ext cx="1214446" cy="50006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a:solidFill>
                    <a:schemeClr val="bg1"/>
                  </a:solidFill>
                </a:rPr>
                <a:t>(3,1,4,*)</a:t>
              </a:r>
              <a:endParaRPr lang="zh-CN" altLang="en-US" sz="2400">
                <a:solidFill>
                  <a:schemeClr val="bg1"/>
                </a:solidFill>
              </a:endParaRPr>
            </a:p>
          </p:txBody>
        </p:sp>
        <p:sp>
          <p:nvSpPr>
            <p:cNvPr id="20" name="圆角矩形 19"/>
            <p:cNvSpPr/>
            <p:nvPr/>
          </p:nvSpPr>
          <p:spPr>
            <a:xfrm>
              <a:off x="4714876" y="5470560"/>
              <a:ext cx="1214446" cy="5000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solidFill>
                    <a:schemeClr val="bg1"/>
                  </a:solidFill>
                </a:rPr>
                <a:t>(3,1,4,2)</a:t>
              </a:r>
              <a:endParaRPr lang="zh-CN" altLang="en-US" sz="2400">
                <a:solidFill>
                  <a:schemeClr val="bg1"/>
                </a:solidFill>
              </a:endParaRPr>
            </a:p>
          </p:txBody>
        </p:sp>
        <p:sp>
          <p:nvSpPr>
            <p:cNvPr id="21" name="圆角矩形 20"/>
            <p:cNvSpPr/>
            <p:nvPr/>
          </p:nvSpPr>
          <p:spPr>
            <a:xfrm>
              <a:off x="7072330" y="2857496"/>
              <a:ext cx="1214446" cy="50006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a:solidFill>
                    <a:schemeClr val="bg1"/>
                  </a:solidFill>
                </a:rPr>
                <a:t>(4,*,*,*)</a:t>
              </a:r>
              <a:endParaRPr lang="zh-CN" altLang="en-US" sz="2400">
                <a:solidFill>
                  <a:schemeClr val="bg1"/>
                </a:solidFill>
              </a:endParaRPr>
            </a:p>
          </p:txBody>
        </p:sp>
        <p:sp>
          <p:nvSpPr>
            <p:cNvPr id="22" name="圆角矩形 21"/>
            <p:cNvSpPr/>
            <p:nvPr/>
          </p:nvSpPr>
          <p:spPr>
            <a:xfrm>
              <a:off x="6429388" y="3756048"/>
              <a:ext cx="1214446" cy="50006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a:solidFill>
                    <a:schemeClr val="bg1"/>
                  </a:solidFill>
                </a:rPr>
                <a:t>(4,1,*,*)</a:t>
              </a:r>
              <a:endParaRPr lang="zh-CN" altLang="en-US" sz="2400">
                <a:solidFill>
                  <a:schemeClr val="bg1"/>
                </a:solidFill>
              </a:endParaRPr>
            </a:p>
          </p:txBody>
        </p:sp>
        <p:sp>
          <p:nvSpPr>
            <p:cNvPr id="23" name="圆角矩形 22"/>
            <p:cNvSpPr/>
            <p:nvPr/>
          </p:nvSpPr>
          <p:spPr>
            <a:xfrm>
              <a:off x="6429388" y="4579444"/>
              <a:ext cx="1214446" cy="50006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a:solidFill>
                    <a:schemeClr val="bg1"/>
                  </a:solidFill>
                </a:rPr>
                <a:t>(4,1,3,*)</a:t>
              </a:r>
              <a:endParaRPr lang="zh-CN" altLang="en-US" sz="2400">
                <a:solidFill>
                  <a:schemeClr val="bg1"/>
                </a:solidFill>
              </a:endParaRPr>
            </a:p>
          </p:txBody>
        </p:sp>
        <p:sp>
          <p:nvSpPr>
            <p:cNvPr id="24" name="TextBox 23"/>
            <p:cNvSpPr txBox="1"/>
            <p:nvPr/>
          </p:nvSpPr>
          <p:spPr>
            <a:xfrm>
              <a:off x="6929454" y="5113370"/>
              <a:ext cx="285752" cy="323090"/>
            </a:xfrm>
            <a:prstGeom prst="rect">
              <a:avLst/>
            </a:prstGeom>
            <a:noFill/>
          </p:spPr>
          <p:txBody>
            <a:bodyPr wrap="square" lIns="0" tIns="0" rIns="0" bIns="0" rtlCol="0">
              <a:spAutoFit/>
            </a:bodyPr>
            <a:lstStyle/>
            <a:p>
              <a:r>
                <a:rPr lang="zh-CN" altLang="en-US">
                  <a:solidFill>
                    <a:srgbClr val="FF0000"/>
                  </a:solidFill>
                  <a:sym typeface="Symbol"/>
                </a:rPr>
                <a:t></a:t>
              </a:r>
              <a:endParaRPr lang="zh-CN" altLang="en-US">
                <a:solidFill>
                  <a:srgbClr val="FF0000"/>
                </a:solidFill>
              </a:endParaRPr>
            </a:p>
          </p:txBody>
        </p:sp>
        <p:sp>
          <p:nvSpPr>
            <p:cNvPr id="25" name="圆角矩形 24"/>
            <p:cNvSpPr/>
            <p:nvPr/>
          </p:nvSpPr>
          <p:spPr>
            <a:xfrm>
              <a:off x="7786710" y="3756048"/>
              <a:ext cx="1214446" cy="50006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CN" sz="2400">
                  <a:solidFill>
                    <a:schemeClr val="bg1"/>
                  </a:solidFill>
                </a:rPr>
                <a:t>(4,2,</a:t>
              </a:r>
              <a:r>
                <a:rPr lang="zh-CN" altLang="en-US" sz="2400">
                  <a:solidFill>
                    <a:schemeClr val="bg1"/>
                  </a:solidFill>
                </a:rPr>
                <a:t>*</a:t>
              </a:r>
              <a:r>
                <a:rPr lang="en-US" altLang="zh-CN" sz="2400">
                  <a:solidFill>
                    <a:schemeClr val="bg1"/>
                  </a:solidFill>
                </a:rPr>
                <a:t>,*)</a:t>
              </a:r>
              <a:endParaRPr lang="zh-CN" altLang="en-US" sz="2400">
                <a:solidFill>
                  <a:schemeClr val="bg1"/>
                </a:solidFill>
              </a:endParaRPr>
            </a:p>
          </p:txBody>
        </p:sp>
        <p:sp>
          <p:nvSpPr>
            <p:cNvPr id="26" name="TextBox 25"/>
            <p:cNvSpPr txBox="1"/>
            <p:nvPr/>
          </p:nvSpPr>
          <p:spPr>
            <a:xfrm>
              <a:off x="8286776" y="4327552"/>
              <a:ext cx="285752" cy="323090"/>
            </a:xfrm>
            <a:prstGeom prst="rect">
              <a:avLst/>
            </a:prstGeom>
            <a:noFill/>
          </p:spPr>
          <p:txBody>
            <a:bodyPr wrap="square" lIns="0" tIns="0" rIns="0" bIns="0" rtlCol="0">
              <a:spAutoFit/>
            </a:bodyPr>
            <a:lstStyle/>
            <a:p>
              <a:r>
                <a:rPr lang="zh-CN" altLang="en-US">
                  <a:solidFill>
                    <a:srgbClr val="FF0000"/>
                  </a:solidFill>
                  <a:sym typeface="Symbol"/>
                </a:rPr>
                <a:t></a:t>
              </a:r>
              <a:endParaRPr lang="zh-CN" altLang="en-US">
                <a:solidFill>
                  <a:srgbClr val="FF0000"/>
                </a:solidFill>
              </a:endParaRPr>
            </a:p>
          </p:txBody>
        </p:sp>
        <p:cxnSp>
          <p:nvCxnSpPr>
            <p:cNvPr id="28" name="直接连接符 27"/>
            <p:cNvCxnSpPr>
              <a:stCxn id="6" idx="2"/>
              <a:endCxn id="13" idx="0"/>
            </p:cNvCxnSpPr>
            <p:nvPr/>
          </p:nvCxnSpPr>
          <p:spPr>
            <a:xfrm rot="5400000">
              <a:off x="3786182" y="2107397"/>
              <a:ext cx="571504" cy="928694"/>
            </a:xfrm>
            <a:prstGeom prst="line">
              <a:avLst/>
            </a:prstGeom>
          </p:spPr>
          <p:style>
            <a:lnRef idx="2">
              <a:schemeClr val="dk1"/>
            </a:lnRef>
            <a:fillRef idx="0">
              <a:schemeClr val="dk1"/>
            </a:fillRef>
            <a:effectRef idx="1">
              <a:schemeClr val="dk1"/>
            </a:effectRef>
            <a:fontRef idx="minor">
              <a:schemeClr val="tx1"/>
            </a:fontRef>
          </p:style>
        </p:cxnSp>
        <p:cxnSp>
          <p:nvCxnSpPr>
            <p:cNvPr id="30" name="直接连接符 29"/>
            <p:cNvCxnSpPr>
              <a:stCxn id="7" idx="2"/>
            </p:cNvCxnSpPr>
            <p:nvPr/>
          </p:nvCxnSpPr>
          <p:spPr>
            <a:xfrm rot="5400000">
              <a:off x="1175908" y="3253195"/>
              <a:ext cx="469924" cy="678659"/>
            </a:xfrm>
            <a:prstGeom prst="line">
              <a:avLst/>
            </a:prstGeom>
          </p:spPr>
          <p:style>
            <a:lnRef idx="2">
              <a:schemeClr val="dk1"/>
            </a:lnRef>
            <a:fillRef idx="0">
              <a:schemeClr val="dk1"/>
            </a:fillRef>
            <a:effectRef idx="1">
              <a:schemeClr val="dk1"/>
            </a:effectRef>
            <a:fontRef idx="minor">
              <a:schemeClr val="tx1"/>
            </a:fontRef>
          </p:style>
        </p:cxnSp>
        <p:cxnSp>
          <p:nvCxnSpPr>
            <p:cNvPr id="32" name="直接连接符 31"/>
            <p:cNvCxnSpPr>
              <a:stCxn id="7" idx="2"/>
              <a:endCxn id="10" idx="0"/>
            </p:cNvCxnSpPr>
            <p:nvPr/>
          </p:nvCxnSpPr>
          <p:spPr>
            <a:xfrm rot="16200000" flipH="1">
              <a:off x="1800989" y="3306772"/>
              <a:ext cx="398486" cy="500066"/>
            </a:xfrm>
            <a:prstGeom prst="line">
              <a:avLst/>
            </a:prstGeom>
          </p:spPr>
          <p:style>
            <a:lnRef idx="2">
              <a:schemeClr val="dk1"/>
            </a:lnRef>
            <a:fillRef idx="0">
              <a:schemeClr val="dk1"/>
            </a:fillRef>
            <a:effectRef idx="1">
              <a:schemeClr val="dk1"/>
            </a:effectRef>
            <a:fontRef idx="minor">
              <a:schemeClr val="tx1"/>
            </a:fontRef>
          </p:style>
        </p:cxnSp>
        <p:cxnSp>
          <p:nvCxnSpPr>
            <p:cNvPr id="34" name="直接连接符 33"/>
            <p:cNvCxnSpPr>
              <a:stCxn id="10" idx="2"/>
              <a:endCxn id="11" idx="0"/>
            </p:cNvCxnSpPr>
            <p:nvPr/>
          </p:nvCxnSpPr>
          <p:spPr>
            <a:xfrm rot="5400000">
              <a:off x="2088600" y="4417779"/>
              <a:ext cx="323330" cy="0"/>
            </a:xfrm>
            <a:prstGeom prst="line">
              <a:avLst/>
            </a:prstGeom>
          </p:spPr>
          <p:style>
            <a:lnRef idx="2">
              <a:schemeClr val="dk1"/>
            </a:lnRef>
            <a:fillRef idx="0">
              <a:schemeClr val="dk1"/>
            </a:fillRef>
            <a:effectRef idx="1">
              <a:schemeClr val="dk1"/>
            </a:effectRef>
            <a:fontRef idx="minor">
              <a:schemeClr val="tx1"/>
            </a:fontRef>
          </p:style>
        </p:cxnSp>
        <p:cxnSp>
          <p:nvCxnSpPr>
            <p:cNvPr id="36" name="直接连接符 35"/>
            <p:cNvCxnSpPr>
              <a:stCxn id="13" idx="2"/>
              <a:endCxn id="14" idx="0"/>
            </p:cNvCxnSpPr>
            <p:nvPr/>
          </p:nvCxnSpPr>
          <p:spPr>
            <a:xfrm rot="5400000">
              <a:off x="3408344" y="3556805"/>
              <a:ext cx="398486" cy="0"/>
            </a:xfrm>
            <a:prstGeom prst="line">
              <a:avLst/>
            </a:prstGeom>
          </p:spPr>
          <p:style>
            <a:lnRef idx="2">
              <a:schemeClr val="dk1"/>
            </a:lnRef>
            <a:fillRef idx="0">
              <a:schemeClr val="dk1"/>
            </a:fillRef>
            <a:effectRef idx="1">
              <a:schemeClr val="dk1"/>
            </a:effectRef>
            <a:fontRef idx="minor">
              <a:schemeClr val="tx1"/>
            </a:fontRef>
          </p:style>
        </p:cxnSp>
        <p:cxnSp>
          <p:nvCxnSpPr>
            <p:cNvPr id="38" name="直接连接符 37"/>
            <p:cNvCxnSpPr>
              <a:stCxn id="14" idx="2"/>
              <a:endCxn id="15" idx="0"/>
            </p:cNvCxnSpPr>
            <p:nvPr/>
          </p:nvCxnSpPr>
          <p:spPr>
            <a:xfrm rot="5400000">
              <a:off x="3445922" y="4417779"/>
              <a:ext cx="323330" cy="0"/>
            </a:xfrm>
            <a:prstGeom prst="line">
              <a:avLst/>
            </a:prstGeom>
          </p:spPr>
          <p:style>
            <a:lnRef idx="2">
              <a:schemeClr val="dk1"/>
            </a:lnRef>
            <a:fillRef idx="0">
              <a:schemeClr val="dk1"/>
            </a:fillRef>
            <a:effectRef idx="1">
              <a:schemeClr val="dk1"/>
            </a:effectRef>
            <a:fontRef idx="minor">
              <a:schemeClr val="tx1"/>
            </a:fontRef>
          </p:style>
        </p:cxnSp>
        <p:cxnSp>
          <p:nvCxnSpPr>
            <p:cNvPr id="40" name="直接连接符 39"/>
            <p:cNvCxnSpPr>
              <a:stCxn id="15" idx="2"/>
              <a:endCxn id="16" idx="0"/>
            </p:cNvCxnSpPr>
            <p:nvPr/>
          </p:nvCxnSpPr>
          <p:spPr>
            <a:xfrm rot="5400000">
              <a:off x="3412062" y="5275035"/>
              <a:ext cx="391050" cy="0"/>
            </a:xfrm>
            <a:prstGeom prst="line">
              <a:avLst/>
            </a:prstGeom>
          </p:spPr>
          <p:style>
            <a:lnRef idx="2">
              <a:schemeClr val="dk1"/>
            </a:lnRef>
            <a:fillRef idx="0">
              <a:schemeClr val="dk1"/>
            </a:fillRef>
            <a:effectRef idx="1">
              <a:schemeClr val="dk1"/>
            </a:effectRef>
            <a:fontRef idx="minor">
              <a:schemeClr val="tx1"/>
            </a:fontRef>
          </p:style>
        </p:cxnSp>
        <p:cxnSp>
          <p:nvCxnSpPr>
            <p:cNvPr id="42" name="直接连接符 41"/>
            <p:cNvCxnSpPr>
              <a:stCxn id="17" idx="2"/>
              <a:endCxn id="18" idx="0"/>
            </p:cNvCxnSpPr>
            <p:nvPr/>
          </p:nvCxnSpPr>
          <p:spPr>
            <a:xfrm rot="5400000">
              <a:off x="5122856" y="3556805"/>
              <a:ext cx="398486" cy="0"/>
            </a:xfrm>
            <a:prstGeom prst="line">
              <a:avLst/>
            </a:prstGeom>
          </p:spPr>
          <p:style>
            <a:lnRef idx="2">
              <a:schemeClr val="dk1"/>
            </a:lnRef>
            <a:fillRef idx="0">
              <a:schemeClr val="dk1"/>
            </a:fillRef>
            <a:effectRef idx="1">
              <a:schemeClr val="dk1"/>
            </a:effectRef>
            <a:fontRef idx="minor">
              <a:schemeClr val="tx1"/>
            </a:fontRef>
          </p:style>
        </p:cxnSp>
        <p:cxnSp>
          <p:nvCxnSpPr>
            <p:cNvPr id="44" name="直接连接符 43"/>
            <p:cNvCxnSpPr>
              <a:stCxn id="18" idx="2"/>
              <a:endCxn id="19" idx="0"/>
            </p:cNvCxnSpPr>
            <p:nvPr/>
          </p:nvCxnSpPr>
          <p:spPr>
            <a:xfrm rot="5400000">
              <a:off x="5160434" y="4417779"/>
              <a:ext cx="323330" cy="0"/>
            </a:xfrm>
            <a:prstGeom prst="line">
              <a:avLst/>
            </a:prstGeom>
          </p:spPr>
          <p:style>
            <a:lnRef idx="2">
              <a:schemeClr val="dk1"/>
            </a:lnRef>
            <a:fillRef idx="0">
              <a:schemeClr val="dk1"/>
            </a:fillRef>
            <a:effectRef idx="1">
              <a:schemeClr val="dk1"/>
            </a:effectRef>
            <a:fontRef idx="minor">
              <a:schemeClr val="tx1"/>
            </a:fontRef>
          </p:style>
        </p:cxnSp>
        <p:cxnSp>
          <p:nvCxnSpPr>
            <p:cNvPr id="47" name="直接连接符 46"/>
            <p:cNvCxnSpPr>
              <a:stCxn id="19" idx="2"/>
              <a:endCxn id="20" idx="0"/>
            </p:cNvCxnSpPr>
            <p:nvPr/>
          </p:nvCxnSpPr>
          <p:spPr>
            <a:xfrm rot="5400000">
              <a:off x="5126574" y="5275035"/>
              <a:ext cx="391050" cy="0"/>
            </a:xfrm>
            <a:prstGeom prst="line">
              <a:avLst/>
            </a:prstGeom>
          </p:spPr>
          <p:style>
            <a:lnRef idx="2">
              <a:schemeClr val="dk1"/>
            </a:lnRef>
            <a:fillRef idx="0">
              <a:schemeClr val="dk1"/>
            </a:fillRef>
            <a:effectRef idx="1">
              <a:schemeClr val="dk1"/>
            </a:effectRef>
            <a:fontRef idx="minor">
              <a:schemeClr val="tx1"/>
            </a:fontRef>
          </p:style>
        </p:cxnSp>
        <p:cxnSp>
          <p:nvCxnSpPr>
            <p:cNvPr id="49" name="直接连接符 48"/>
            <p:cNvCxnSpPr>
              <a:stCxn id="21" idx="2"/>
              <a:endCxn id="22" idx="0"/>
            </p:cNvCxnSpPr>
            <p:nvPr/>
          </p:nvCxnSpPr>
          <p:spPr>
            <a:xfrm rot="5400000">
              <a:off x="7158839" y="3235334"/>
              <a:ext cx="398486" cy="642942"/>
            </a:xfrm>
            <a:prstGeom prst="line">
              <a:avLst/>
            </a:prstGeom>
          </p:spPr>
          <p:style>
            <a:lnRef idx="2">
              <a:schemeClr val="dk1"/>
            </a:lnRef>
            <a:fillRef idx="0">
              <a:schemeClr val="dk1"/>
            </a:fillRef>
            <a:effectRef idx="1">
              <a:schemeClr val="dk1"/>
            </a:effectRef>
            <a:fontRef idx="minor">
              <a:schemeClr val="tx1"/>
            </a:fontRef>
          </p:style>
        </p:cxnSp>
        <p:cxnSp>
          <p:nvCxnSpPr>
            <p:cNvPr id="51" name="直接连接符 50"/>
            <p:cNvCxnSpPr>
              <a:stCxn id="21" idx="2"/>
              <a:endCxn id="25" idx="0"/>
            </p:cNvCxnSpPr>
            <p:nvPr/>
          </p:nvCxnSpPr>
          <p:spPr>
            <a:xfrm rot="16200000" flipH="1">
              <a:off x="7837500" y="3199615"/>
              <a:ext cx="398486" cy="714380"/>
            </a:xfrm>
            <a:prstGeom prst="line">
              <a:avLst/>
            </a:prstGeom>
          </p:spPr>
          <p:style>
            <a:lnRef idx="2">
              <a:schemeClr val="dk1"/>
            </a:lnRef>
            <a:fillRef idx="0">
              <a:schemeClr val="dk1"/>
            </a:fillRef>
            <a:effectRef idx="1">
              <a:schemeClr val="dk1"/>
            </a:effectRef>
            <a:fontRef idx="minor">
              <a:schemeClr val="tx1"/>
            </a:fontRef>
          </p:style>
        </p:cxnSp>
        <p:cxnSp>
          <p:nvCxnSpPr>
            <p:cNvPr id="53" name="直接连接符 52"/>
            <p:cNvCxnSpPr>
              <a:stCxn id="22" idx="2"/>
              <a:endCxn id="23" idx="0"/>
            </p:cNvCxnSpPr>
            <p:nvPr/>
          </p:nvCxnSpPr>
          <p:spPr>
            <a:xfrm rot="5400000">
              <a:off x="6874946" y="4417779"/>
              <a:ext cx="323330" cy="0"/>
            </a:xfrm>
            <a:prstGeom prst="line">
              <a:avLst/>
            </a:prstGeom>
          </p:spPr>
          <p:style>
            <a:lnRef idx="2">
              <a:schemeClr val="dk1"/>
            </a:lnRef>
            <a:fillRef idx="0">
              <a:schemeClr val="dk1"/>
            </a:fillRef>
            <a:effectRef idx="1">
              <a:schemeClr val="dk1"/>
            </a:effectRef>
            <a:fontRef idx="minor">
              <a:schemeClr val="tx1"/>
            </a:fontRef>
          </p:style>
        </p:cxnSp>
        <p:cxnSp>
          <p:nvCxnSpPr>
            <p:cNvPr id="56" name="直接连接符 55"/>
            <p:cNvCxnSpPr>
              <a:stCxn id="6" idx="2"/>
              <a:endCxn id="17" idx="0"/>
            </p:cNvCxnSpPr>
            <p:nvPr/>
          </p:nvCxnSpPr>
          <p:spPr>
            <a:xfrm rot="16200000" flipH="1">
              <a:off x="4643438" y="2178835"/>
              <a:ext cx="571504" cy="785818"/>
            </a:xfrm>
            <a:prstGeom prst="line">
              <a:avLst/>
            </a:prstGeom>
          </p:spPr>
          <p:style>
            <a:lnRef idx="2">
              <a:schemeClr val="dk1"/>
            </a:lnRef>
            <a:fillRef idx="0">
              <a:schemeClr val="dk1"/>
            </a:fillRef>
            <a:effectRef idx="1">
              <a:schemeClr val="dk1"/>
            </a:effectRef>
            <a:fontRef idx="minor">
              <a:schemeClr val="tx1"/>
            </a:fontRef>
          </p:style>
        </p:cxnSp>
        <p:cxnSp>
          <p:nvCxnSpPr>
            <p:cNvPr id="58" name="直接连接符 57"/>
            <p:cNvCxnSpPr>
              <a:stCxn id="6" idx="2"/>
              <a:endCxn id="7" idx="0"/>
            </p:cNvCxnSpPr>
            <p:nvPr/>
          </p:nvCxnSpPr>
          <p:spPr>
            <a:xfrm rot="5400000">
              <a:off x="2857488" y="1178703"/>
              <a:ext cx="571504" cy="2786082"/>
            </a:xfrm>
            <a:prstGeom prst="line">
              <a:avLst/>
            </a:prstGeom>
          </p:spPr>
          <p:style>
            <a:lnRef idx="2">
              <a:schemeClr val="dk1"/>
            </a:lnRef>
            <a:fillRef idx="0">
              <a:schemeClr val="dk1"/>
            </a:fillRef>
            <a:effectRef idx="1">
              <a:schemeClr val="dk1"/>
            </a:effectRef>
            <a:fontRef idx="minor">
              <a:schemeClr val="tx1"/>
            </a:fontRef>
          </p:style>
        </p:cxnSp>
        <p:cxnSp>
          <p:nvCxnSpPr>
            <p:cNvPr id="60" name="直接连接符 59"/>
            <p:cNvCxnSpPr>
              <a:stCxn id="6" idx="2"/>
              <a:endCxn id="21" idx="0"/>
            </p:cNvCxnSpPr>
            <p:nvPr/>
          </p:nvCxnSpPr>
          <p:spPr>
            <a:xfrm rot="16200000" flipH="1">
              <a:off x="5822165" y="1000108"/>
              <a:ext cx="571504" cy="3143272"/>
            </a:xfrm>
            <a:prstGeom prst="line">
              <a:avLst/>
            </a:prstGeom>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179341569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5602" name="Rectangle 3"/>
          <p:cNvSpPr>
            <a:spLocks noChangeArrowheads="1"/>
          </p:cNvSpPr>
          <p:nvPr/>
        </p:nvSpPr>
        <p:spPr bwMode="auto">
          <a:xfrm>
            <a:off x="0" y="2910767"/>
            <a:ext cx="219891"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8850" tIns="54425" rIns="108850" bIns="54425" anchor="ctr">
            <a:spAutoFit/>
          </a:bodyPr>
          <a:lstStyle/>
          <a:p>
            <a:endParaRPr lang="zh-CN" altLang="en-US">
              <a:latin typeface="Consolas" pitchFamily="49" charset="0"/>
            </a:endParaRPr>
          </a:p>
        </p:txBody>
      </p:sp>
      <p:sp>
        <p:nvSpPr>
          <p:cNvPr id="25603" name="TextBox 5"/>
          <p:cNvSpPr txBox="1">
            <a:spLocks noChangeArrowheads="1"/>
          </p:cNvSpPr>
          <p:nvPr/>
        </p:nvSpPr>
        <p:spPr bwMode="auto">
          <a:xfrm>
            <a:off x="334566" y="514311"/>
            <a:ext cx="2380939" cy="510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en-US" altLang="zh-CN" sz="2600" dirty="0">
                <a:solidFill>
                  <a:srgbClr val="FF0000"/>
                </a:solidFill>
                <a:latin typeface="楷体" pitchFamily="49" charset="-122"/>
                <a:ea typeface="楷体" pitchFamily="49" charset="-122"/>
              </a:rPr>
              <a:t>【</a:t>
            </a:r>
            <a:r>
              <a:rPr lang="zh-CN" altLang="en-US" sz="2600" dirty="0">
                <a:solidFill>
                  <a:srgbClr val="FF0000"/>
                </a:solidFill>
                <a:latin typeface="楷体" pitchFamily="49" charset="-122"/>
                <a:ea typeface="楷体" pitchFamily="49" charset="-122"/>
              </a:rPr>
              <a:t>问题求解</a:t>
            </a:r>
            <a:r>
              <a:rPr lang="en-US" altLang="zh-CN" sz="2600" dirty="0">
                <a:solidFill>
                  <a:srgbClr val="FF0000"/>
                </a:solidFill>
                <a:latin typeface="楷体" pitchFamily="49" charset="-122"/>
                <a:ea typeface="楷体" pitchFamily="49" charset="-122"/>
              </a:rPr>
              <a:t>】</a:t>
            </a:r>
            <a:endParaRPr lang="zh-CN" altLang="en-US" sz="2600" dirty="0">
              <a:solidFill>
                <a:srgbClr val="FF0000"/>
              </a:solidFill>
              <a:latin typeface="楷体" pitchFamily="49" charset="-122"/>
              <a:ea typeface="楷体" pitchFamily="49" charset="-122"/>
            </a:endParaRPr>
          </a:p>
        </p:txBody>
      </p:sp>
      <p:grpSp>
        <p:nvGrpSpPr>
          <p:cNvPr id="25604" name="组合 6"/>
          <p:cNvGrpSpPr>
            <a:grpSpLocks/>
          </p:cNvGrpSpPr>
          <p:nvPr/>
        </p:nvGrpSpPr>
        <p:grpSpPr bwMode="auto">
          <a:xfrm>
            <a:off x="1142852" y="714541"/>
            <a:ext cx="9714235" cy="2099272"/>
            <a:chOff x="857224" y="3429000"/>
            <a:chExt cx="7286676" cy="2099224"/>
          </a:xfrm>
        </p:grpSpPr>
        <p:sp>
          <p:nvSpPr>
            <p:cNvPr id="8" name="椭圆 7"/>
            <p:cNvSpPr/>
            <p:nvPr/>
          </p:nvSpPr>
          <p:spPr>
            <a:xfrm>
              <a:off x="1714480" y="4858048"/>
              <a:ext cx="142876" cy="179425"/>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zh-CN" altLang="en-US"/>
            </a:p>
          </p:txBody>
        </p:sp>
        <p:sp>
          <p:nvSpPr>
            <p:cNvPr id="9" name="椭圆 8"/>
            <p:cNvSpPr/>
            <p:nvPr/>
          </p:nvSpPr>
          <p:spPr>
            <a:xfrm>
              <a:off x="2714612" y="3821195"/>
              <a:ext cx="142876" cy="179424"/>
            </a:xfrm>
            <a:prstGeom prst="ellipse">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zh-CN" altLang="en-US"/>
            </a:p>
          </p:txBody>
        </p:sp>
        <p:cxnSp>
          <p:nvCxnSpPr>
            <p:cNvPr id="10" name="直接连接符 9"/>
            <p:cNvCxnSpPr>
              <a:stCxn id="8" idx="7"/>
              <a:endCxn id="9" idx="3"/>
            </p:cNvCxnSpPr>
            <p:nvPr/>
          </p:nvCxnSpPr>
          <p:spPr>
            <a:xfrm rot="5400000" flipH="1" flipV="1">
              <a:off x="1831071" y="3979274"/>
              <a:ext cx="909827" cy="898531"/>
            </a:xfrm>
            <a:prstGeom prst="line">
              <a:avLst/>
            </a:prstGeom>
            <a:ln>
              <a:solidFill>
                <a:srgbClr val="FF0000"/>
              </a:solidFill>
              <a:tailEnd type="none"/>
            </a:ln>
          </p:spPr>
          <p:style>
            <a:lnRef idx="2">
              <a:schemeClr val="dk1"/>
            </a:lnRef>
            <a:fillRef idx="0">
              <a:schemeClr val="dk1"/>
            </a:fillRef>
            <a:effectRef idx="1">
              <a:schemeClr val="dk1"/>
            </a:effectRef>
            <a:fontRef idx="minor">
              <a:schemeClr val="tx1"/>
            </a:fontRef>
          </p:style>
        </p:cxnSp>
        <p:cxnSp>
          <p:nvCxnSpPr>
            <p:cNvPr id="11" name="直接连接符 10"/>
            <p:cNvCxnSpPr/>
            <p:nvPr/>
          </p:nvCxnSpPr>
          <p:spPr>
            <a:xfrm rot="16200000" flipH="1">
              <a:off x="2268522" y="4469133"/>
              <a:ext cx="0" cy="1022357"/>
            </a:xfrm>
            <a:prstGeom prst="line">
              <a:avLst/>
            </a:prstGeom>
            <a:ln>
              <a:prstDash val="dash"/>
              <a:tailEnd type="none"/>
            </a:ln>
          </p:spPr>
          <p:style>
            <a:lnRef idx="2">
              <a:schemeClr val="dk1"/>
            </a:lnRef>
            <a:fillRef idx="0">
              <a:schemeClr val="dk1"/>
            </a:fillRef>
            <a:effectRef idx="1">
              <a:schemeClr val="dk1"/>
            </a:effectRef>
            <a:fontRef idx="minor">
              <a:schemeClr val="tx1"/>
            </a:fontRef>
          </p:style>
        </p:cxnSp>
        <p:cxnSp>
          <p:nvCxnSpPr>
            <p:cNvPr id="12" name="直接连接符 11"/>
            <p:cNvCxnSpPr>
              <a:stCxn id="9" idx="4"/>
            </p:cNvCxnSpPr>
            <p:nvPr/>
          </p:nvCxnSpPr>
          <p:spPr>
            <a:xfrm rot="5400000">
              <a:off x="2285883" y="4499198"/>
              <a:ext cx="1000334" cy="3175"/>
            </a:xfrm>
            <a:prstGeom prst="line">
              <a:avLst/>
            </a:prstGeom>
            <a:ln>
              <a:prstDash val="dash"/>
              <a:tailEnd type="none"/>
            </a:ln>
          </p:spPr>
          <p:style>
            <a:lnRef idx="2">
              <a:schemeClr val="dk1"/>
            </a:lnRef>
            <a:fillRef idx="0">
              <a:schemeClr val="dk1"/>
            </a:fillRef>
            <a:effectRef idx="1">
              <a:schemeClr val="dk1"/>
            </a:effectRef>
            <a:fontRef idx="minor">
              <a:schemeClr val="tx1"/>
            </a:fontRef>
          </p:style>
        </p:cxnSp>
        <p:sp>
          <p:nvSpPr>
            <p:cNvPr id="25613" name="TextBox 12"/>
            <p:cNvSpPr txBox="1">
              <a:spLocks noChangeArrowheads="1"/>
            </p:cNvSpPr>
            <p:nvPr/>
          </p:nvSpPr>
          <p:spPr bwMode="auto">
            <a:xfrm>
              <a:off x="2643174" y="3429000"/>
              <a:ext cx="1285884" cy="41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en-US" altLang="zh-CN" sz="2100">
                  <a:solidFill>
                    <a:srgbClr val="0000FF"/>
                  </a:solidFill>
                  <a:latin typeface="Consolas" pitchFamily="49" charset="0"/>
                </a:rPr>
                <a:t>(</a:t>
              </a:r>
              <a:r>
                <a:rPr lang="en-US" altLang="zh-CN" sz="2100" i="1">
                  <a:solidFill>
                    <a:srgbClr val="0000FF"/>
                  </a:solidFill>
                  <a:latin typeface="Consolas" pitchFamily="49" charset="0"/>
                </a:rPr>
                <a:t>k</a:t>
              </a:r>
              <a:r>
                <a:rPr lang="en-US" altLang="zh-CN" sz="2100">
                  <a:solidFill>
                    <a:srgbClr val="0000FF"/>
                  </a:solidFill>
                  <a:latin typeface="Consolas" pitchFamily="49" charset="0"/>
                </a:rPr>
                <a:t>,</a:t>
              </a:r>
              <a:r>
                <a:rPr lang="en-US" altLang="zh-CN" sz="2100" i="1">
                  <a:solidFill>
                    <a:srgbClr val="0000FF"/>
                  </a:solidFill>
                  <a:latin typeface="Consolas" pitchFamily="49" charset="0"/>
                </a:rPr>
                <a:t>q</a:t>
              </a:r>
              <a:r>
                <a:rPr lang="en-US" altLang="zh-CN" sz="2100">
                  <a:solidFill>
                    <a:srgbClr val="0000FF"/>
                  </a:solidFill>
                  <a:latin typeface="Consolas" pitchFamily="49" charset="0"/>
                </a:rPr>
                <a:t>[</a:t>
              </a:r>
              <a:r>
                <a:rPr lang="en-US" altLang="zh-CN" sz="2100" i="1">
                  <a:solidFill>
                    <a:srgbClr val="0000FF"/>
                  </a:solidFill>
                  <a:latin typeface="Consolas" pitchFamily="49" charset="0"/>
                </a:rPr>
                <a:t>k</a:t>
              </a:r>
              <a:r>
                <a:rPr lang="en-US" altLang="zh-CN" sz="2100">
                  <a:solidFill>
                    <a:srgbClr val="0000FF"/>
                  </a:solidFill>
                  <a:latin typeface="Consolas" pitchFamily="49" charset="0"/>
                </a:rPr>
                <a:t>])</a:t>
              </a:r>
              <a:endParaRPr lang="zh-CN" altLang="en-US" sz="2100">
                <a:solidFill>
                  <a:srgbClr val="0000FF"/>
                </a:solidFill>
                <a:latin typeface="Consolas" pitchFamily="49" charset="0"/>
              </a:endParaRPr>
            </a:p>
          </p:txBody>
        </p:sp>
        <p:sp>
          <p:nvSpPr>
            <p:cNvPr id="25614" name="TextBox 13"/>
            <p:cNvSpPr txBox="1">
              <a:spLocks noChangeArrowheads="1"/>
            </p:cNvSpPr>
            <p:nvPr/>
          </p:nvSpPr>
          <p:spPr bwMode="auto">
            <a:xfrm>
              <a:off x="857224" y="4714884"/>
              <a:ext cx="857256" cy="41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en-US" altLang="zh-CN" sz="2100">
                  <a:solidFill>
                    <a:srgbClr val="0000FF"/>
                  </a:solidFill>
                  <a:latin typeface="Consolas" pitchFamily="49" charset="0"/>
                </a:rPr>
                <a:t>(</a:t>
              </a:r>
              <a:r>
                <a:rPr lang="en-US" altLang="zh-CN" sz="2100" i="1">
                  <a:solidFill>
                    <a:srgbClr val="0000FF"/>
                  </a:solidFill>
                  <a:latin typeface="Consolas" pitchFamily="49" charset="0"/>
                </a:rPr>
                <a:t>i</a:t>
              </a:r>
              <a:r>
                <a:rPr lang="en-US" altLang="zh-CN" sz="2100">
                  <a:solidFill>
                    <a:srgbClr val="0000FF"/>
                  </a:solidFill>
                  <a:latin typeface="Consolas" pitchFamily="49" charset="0"/>
                </a:rPr>
                <a:t>,j)</a:t>
              </a:r>
              <a:endParaRPr lang="zh-CN" altLang="en-US" sz="2100">
                <a:solidFill>
                  <a:srgbClr val="0000FF"/>
                </a:solidFill>
                <a:latin typeface="Consolas" pitchFamily="49" charset="0"/>
              </a:endParaRPr>
            </a:p>
          </p:txBody>
        </p:sp>
        <p:sp>
          <p:nvSpPr>
            <p:cNvPr id="25615" name="TextBox 14"/>
            <p:cNvSpPr txBox="1">
              <a:spLocks noChangeArrowheads="1"/>
            </p:cNvSpPr>
            <p:nvPr/>
          </p:nvSpPr>
          <p:spPr bwMode="auto">
            <a:xfrm>
              <a:off x="1643042" y="5143512"/>
              <a:ext cx="1285884" cy="3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zh-CN" altLang="en-US" sz="1900" b="1" dirty="0">
                  <a:solidFill>
                    <a:srgbClr val="0000FF"/>
                  </a:solidFill>
                  <a:latin typeface="华文楷体" panose="02010600040101010101" pitchFamily="2" charset="-122"/>
                  <a:ea typeface="华文楷体" panose="02010600040101010101" pitchFamily="2" charset="-122"/>
                </a:rPr>
                <a:t>长度</a:t>
              </a:r>
              <a:r>
                <a:rPr lang="zh-CN" altLang="en-US" sz="1900" b="1" dirty="0">
                  <a:solidFill>
                    <a:srgbClr val="0000FF"/>
                  </a:solidFill>
                  <a:latin typeface="Consolas" pitchFamily="49" charset="0"/>
                </a:rPr>
                <a:t>：</a:t>
              </a:r>
              <a:r>
                <a:rPr lang="en-US" altLang="zh-CN" sz="1900" b="1" i="1" dirty="0">
                  <a:solidFill>
                    <a:srgbClr val="0000FF"/>
                  </a:solidFill>
                  <a:latin typeface="Consolas" pitchFamily="49" charset="0"/>
                </a:rPr>
                <a:t>k</a:t>
              </a:r>
              <a:r>
                <a:rPr lang="en-US" altLang="zh-CN" sz="1900" b="1" dirty="0">
                  <a:solidFill>
                    <a:srgbClr val="0000FF"/>
                  </a:solidFill>
                  <a:latin typeface="Consolas" pitchFamily="49" charset="0"/>
                </a:rPr>
                <a:t>-</a:t>
              </a:r>
              <a:r>
                <a:rPr lang="en-US" altLang="zh-CN" sz="1900" b="1" i="1" dirty="0" err="1">
                  <a:solidFill>
                    <a:srgbClr val="0000FF"/>
                  </a:solidFill>
                  <a:latin typeface="Consolas" pitchFamily="49" charset="0"/>
                </a:rPr>
                <a:t>i</a:t>
              </a:r>
              <a:endParaRPr lang="zh-CN" altLang="en-US" sz="1900" b="1" i="1" dirty="0">
                <a:solidFill>
                  <a:srgbClr val="0000FF"/>
                </a:solidFill>
                <a:latin typeface="Consolas" pitchFamily="49" charset="0"/>
              </a:endParaRPr>
            </a:p>
          </p:txBody>
        </p:sp>
        <p:sp>
          <p:nvSpPr>
            <p:cNvPr id="25616" name="TextBox 15"/>
            <p:cNvSpPr txBox="1">
              <a:spLocks noChangeArrowheads="1"/>
            </p:cNvSpPr>
            <p:nvPr/>
          </p:nvSpPr>
          <p:spPr bwMode="auto">
            <a:xfrm>
              <a:off x="2786050" y="4286256"/>
              <a:ext cx="1643074" cy="3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zh-CN" altLang="en-US" sz="1900" b="1" dirty="0">
                  <a:solidFill>
                    <a:srgbClr val="0000FF"/>
                  </a:solidFill>
                  <a:latin typeface="华文楷体" panose="02010600040101010101" pitchFamily="2" charset="-122"/>
                  <a:ea typeface="华文楷体" panose="02010600040101010101" pitchFamily="2" charset="-122"/>
                </a:rPr>
                <a:t>长度：</a:t>
              </a:r>
              <a:r>
                <a:rPr lang="en-US" altLang="zh-CN" sz="1900" b="1" i="1" dirty="0">
                  <a:solidFill>
                    <a:srgbClr val="0000FF"/>
                  </a:solidFill>
                  <a:latin typeface="Consolas" pitchFamily="49" charset="0"/>
                </a:rPr>
                <a:t>j</a:t>
              </a:r>
              <a:r>
                <a:rPr lang="en-US" altLang="zh-CN" sz="1900" b="1" dirty="0">
                  <a:solidFill>
                    <a:srgbClr val="0000FF"/>
                  </a:solidFill>
                  <a:latin typeface="Consolas" pitchFamily="49" charset="0"/>
                </a:rPr>
                <a:t>-</a:t>
              </a:r>
              <a:r>
                <a:rPr lang="en-US" altLang="zh-CN" sz="1900" b="1" i="1" dirty="0">
                  <a:solidFill>
                    <a:srgbClr val="0000FF"/>
                  </a:solidFill>
                  <a:latin typeface="Consolas" pitchFamily="49" charset="0"/>
                </a:rPr>
                <a:t>q</a:t>
              </a:r>
              <a:r>
                <a:rPr lang="en-US" altLang="zh-CN" sz="1900" b="1" dirty="0">
                  <a:solidFill>
                    <a:srgbClr val="0000FF"/>
                  </a:solidFill>
                  <a:latin typeface="Consolas" pitchFamily="49" charset="0"/>
                </a:rPr>
                <a:t>[</a:t>
              </a:r>
              <a:r>
                <a:rPr lang="en-US" altLang="zh-CN" sz="1900" b="1" i="1" dirty="0">
                  <a:solidFill>
                    <a:srgbClr val="0000FF"/>
                  </a:solidFill>
                  <a:latin typeface="Consolas" pitchFamily="49" charset="0"/>
                </a:rPr>
                <a:t>k</a:t>
              </a:r>
              <a:r>
                <a:rPr lang="en-US" altLang="zh-CN" sz="1900" b="1" dirty="0">
                  <a:solidFill>
                    <a:srgbClr val="0000FF"/>
                  </a:solidFill>
                  <a:latin typeface="Consolas" pitchFamily="49" charset="0"/>
                </a:rPr>
                <a:t>]</a:t>
              </a:r>
              <a:endParaRPr lang="zh-CN" altLang="en-US" sz="1900" b="1" dirty="0">
                <a:solidFill>
                  <a:srgbClr val="0000FF"/>
                </a:solidFill>
                <a:latin typeface="Consolas" pitchFamily="49" charset="0"/>
              </a:endParaRPr>
            </a:p>
          </p:txBody>
        </p:sp>
        <p:sp>
          <p:nvSpPr>
            <p:cNvPr id="17" name="椭圆 16"/>
            <p:cNvSpPr/>
            <p:nvPr/>
          </p:nvSpPr>
          <p:spPr>
            <a:xfrm>
              <a:off x="7215207" y="4858048"/>
              <a:ext cx="142876" cy="179425"/>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zh-CN" altLang="en-US"/>
            </a:p>
          </p:txBody>
        </p:sp>
        <p:sp>
          <p:nvSpPr>
            <p:cNvPr id="18" name="椭圆 17"/>
            <p:cNvSpPr/>
            <p:nvPr/>
          </p:nvSpPr>
          <p:spPr>
            <a:xfrm>
              <a:off x="6143636" y="3821195"/>
              <a:ext cx="142876" cy="179424"/>
            </a:xfrm>
            <a:prstGeom prst="ellipse">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zh-CN" altLang="en-US"/>
            </a:p>
          </p:txBody>
        </p:sp>
        <p:cxnSp>
          <p:nvCxnSpPr>
            <p:cNvPr id="19" name="直接连接符 18"/>
            <p:cNvCxnSpPr>
              <a:stCxn id="17" idx="1"/>
              <a:endCxn id="18" idx="6"/>
            </p:cNvCxnSpPr>
            <p:nvPr/>
          </p:nvCxnSpPr>
          <p:spPr>
            <a:xfrm rot="16200000" flipV="1">
              <a:off x="6274508" y="3922117"/>
              <a:ext cx="973340" cy="949332"/>
            </a:xfrm>
            <a:prstGeom prst="line">
              <a:avLst/>
            </a:prstGeom>
            <a:ln>
              <a:solidFill>
                <a:srgbClr val="FF0000"/>
              </a:solidFill>
              <a:tailEnd type="none"/>
            </a:ln>
          </p:spPr>
          <p:style>
            <a:lnRef idx="2">
              <a:schemeClr val="dk1"/>
            </a:lnRef>
            <a:fillRef idx="0">
              <a:schemeClr val="dk1"/>
            </a:fillRef>
            <a:effectRef idx="1">
              <a:schemeClr val="dk1"/>
            </a:effectRef>
            <a:fontRef idx="minor">
              <a:schemeClr val="tx1"/>
            </a:fontRef>
          </p:style>
        </p:cxnSp>
        <p:cxnSp>
          <p:nvCxnSpPr>
            <p:cNvPr id="20" name="直接连接符 19"/>
            <p:cNvCxnSpPr/>
            <p:nvPr/>
          </p:nvCxnSpPr>
          <p:spPr>
            <a:xfrm rot="16200000" flipH="1">
              <a:off x="6725459" y="4490568"/>
              <a:ext cx="0" cy="1020769"/>
            </a:xfrm>
            <a:prstGeom prst="line">
              <a:avLst/>
            </a:prstGeom>
            <a:ln>
              <a:prstDash val="dash"/>
              <a:tailEnd type="none"/>
            </a:ln>
          </p:spPr>
          <p:style>
            <a:lnRef idx="2">
              <a:schemeClr val="dk1"/>
            </a:lnRef>
            <a:fillRef idx="0">
              <a:schemeClr val="dk1"/>
            </a:fillRef>
            <a:effectRef idx="1">
              <a:schemeClr val="dk1"/>
            </a:effectRef>
            <a:fontRef idx="minor">
              <a:schemeClr val="tx1"/>
            </a:fontRef>
          </p:style>
        </p:cxnSp>
        <p:cxnSp>
          <p:nvCxnSpPr>
            <p:cNvPr id="21" name="直接连接符 20"/>
            <p:cNvCxnSpPr/>
            <p:nvPr/>
          </p:nvCxnSpPr>
          <p:spPr>
            <a:xfrm rot="5400000">
              <a:off x="5703001" y="4499992"/>
              <a:ext cx="1000334" cy="1587"/>
            </a:xfrm>
            <a:prstGeom prst="line">
              <a:avLst/>
            </a:prstGeom>
            <a:ln>
              <a:prstDash val="dash"/>
              <a:tailEnd type="none"/>
            </a:ln>
          </p:spPr>
          <p:style>
            <a:lnRef idx="2">
              <a:schemeClr val="dk1"/>
            </a:lnRef>
            <a:fillRef idx="0">
              <a:schemeClr val="dk1"/>
            </a:fillRef>
            <a:effectRef idx="1">
              <a:schemeClr val="dk1"/>
            </a:effectRef>
            <a:fontRef idx="minor">
              <a:schemeClr val="tx1"/>
            </a:fontRef>
          </p:style>
        </p:cxnSp>
        <p:sp>
          <p:nvSpPr>
            <p:cNvPr id="25622" name="TextBox 21"/>
            <p:cNvSpPr txBox="1">
              <a:spLocks noChangeArrowheads="1"/>
            </p:cNvSpPr>
            <p:nvPr/>
          </p:nvSpPr>
          <p:spPr bwMode="auto">
            <a:xfrm>
              <a:off x="6143636" y="3429000"/>
              <a:ext cx="1285884" cy="41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en-US" altLang="zh-CN" sz="2100">
                  <a:solidFill>
                    <a:srgbClr val="0000FF"/>
                  </a:solidFill>
                  <a:latin typeface="Consolas" pitchFamily="49" charset="0"/>
                </a:rPr>
                <a:t>(</a:t>
              </a:r>
              <a:r>
                <a:rPr lang="en-US" altLang="zh-CN" sz="2100" i="1">
                  <a:solidFill>
                    <a:srgbClr val="0000FF"/>
                  </a:solidFill>
                  <a:latin typeface="Consolas" pitchFamily="49" charset="0"/>
                </a:rPr>
                <a:t>k</a:t>
              </a:r>
              <a:r>
                <a:rPr lang="en-US" altLang="zh-CN" sz="2100">
                  <a:solidFill>
                    <a:srgbClr val="0000FF"/>
                  </a:solidFill>
                  <a:latin typeface="Consolas" pitchFamily="49" charset="0"/>
                </a:rPr>
                <a:t>,</a:t>
              </a:r>
              <a:r>
                <a:rPr lang="en-US" altLang="zh-CN" sz="2100" i="1">
                  <a:solidFill>
                    <a:srgbClr val="0000FF"/>
                  </a:solidFill>
                  <a:latin typeface="Consolas" pitchFamily="49" charset="0"/>
                </a:rPr>
                <a:t>q</a:t>
              </a:r>
              <a:r>
                <a:rPr lang="en-US" altLang="zh-CN" sz="2100">
                  <a:solidFill>
                    <a:srgbClr val="0000FF"/>
                  </a:solidFill>
                  <a:latin typeface="Consolas" pitchFamily="49" charset="0"/>
                </a:rPr>
                <a:t>[</a:t>
              </a:r>
              <a:r>
                <a:rPr lang="en-US" altLang="zh-CN" sz="2100" i="1">
                  <a:solidFill>
                    <a:srgbClr val="0000FF"/>
                  </a:solidFill>
                  <a:latin typeface="Consolas" pitchFamily="49" charset="0"/>
                </a:rPr>
                <a:t>k</a:t>
              </a:r>
              <a:r>
                <a:rPr lang="en-US" altLang="zh-CN" sz="2100">
                  <a:solidFill>
                    <a:srgbClr val="0000FF"/>
                  </a:solidFill>
                  <a:latin typeface="Consolas" pitchFamily="49" charset="0"/>
                </a:rPr>
                <a:t>])</a:t>
              </a:r>
              <a:endParaRPr lang="zh-CN" altLang="en-US" sz="2100">
                <a:solidFill>
                  <a:srgbClr val="0000FF"/>
                </a:solidFill>
                <a:latin typeface="Consolas" pitchFamily="49" charset="0"/>
              </a:endParaRPr>
            </a:p>
          </p:txBody>
        </p:sp>
        <p:sp>
          <p:nvSpPr>
            <p:cNvPr id="25623" name="TextBox 22"/>
            <p:cNvSpPr txBox="1">
              <a:spLocks noChangeArrowheads="1"/>
            </p:cNvSpPr>
            <p:nvPr/>
          </p:nvSpPr>
          <p:spPr bwMode="auto">
            <a:xfrm>
              <a:off x="7286644" y="4714884"/>
              <a:ext cx="857256" cy="41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en-US" altLang="zh-CN" sz="2100">
                  <a:solidFill>
                    <a:srgbClr val="0000FF"/>
                  </a:solidFill>
                  <a:latin typeface="Consolas" pitchFamily="49" charset="0"/>
                </a:rPr>
                <a:t>(</a:t>
              </a:r>
              <a:r>
                <a:rPr lang="en-US" altLang="zh-CN" sz="2100" i="1">
                  <a:solidFill>
                    <a:srgbClr val="0000FF"/>
                  </a:solidFill>
                  <a:latin typeface="Consolas" pitchFamily="49" charset="0"/>
                </a:rPr>
                <a:t>i</a:t>
              </a:r>
              <a:r>
                <a:rPr lang="en-US" altLang="zh-CN" sz="2100">
                  <a:solidFill>
                    <a:srgbClr val="0000FF"/>
                  </a:solidFill>
                  <a:latin typeface="Consolas" pitchFamily="49" charset="0"/>
                </a:rPr>
                <a:t>,j)</a:t>
              </a:r>
              <a:endParaRPr lang="zh-CN" altLang="en-US" sz="2100">
                <a:solidFill>
                  <a:srgbClr val="0000FF"/>
                </a:solidFill>
                <a:latin typeface="Consolas" pitchFamily="49" charset="0"/>
              </a:endParaRPr>
            </a:p>
          </p:txBody>
        </p:sp>
        <p:sp>
          <p:nvSpPr>
            <p:cNvPr id="25624" name="TextBox 23"/>
            <p:cNvSpPr txBox="1">
              <a:spLocks noChangeArrowheads="1"/>
            </p:cNvSpPr>
            <p:nvPr/>
          </p:nvSpPr>
          <p:spPr bwMode="auto">
            <a:xfrm>
              <a:off x="6143636" y="5143512"/>
              <a:ext cx="1285884" cy="3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zh-CN" altLang="en-US" sz="1900" b="1" dirty="0">
                  <a:solidFill>
                    <a:srgbClr val="0000FF"/>
                  </a:solidFill>
                  <a:latin typeface="华文楷体" panose="02010600040101010101" pitchFamily="2" charset="-122"/>
                  <a:ea typeface="华文楷体" panose="02010600040101010101" pitchFamily="2" charset="-122"/>
                </a:rPr>
                <a:t>长度</a:t>
              </a:r>
              <a:r>
                <a:rPr lang="zh-CN" altLang="en-US" sz="1900" b="1" dirty="0">
                  <a:solidFill>
                    <a:srgbClr val="0000FF"/>
                  </a:solidFill>
                  <a:latin typeface="Consolas" pitchFamily="49" charset="0"/>
                </a:rPr>
                <a:t>：</a:t>
              </a:r>
              <a:r>
                <a:rPr lang="en-US" altLang="zh-CN" sz="1900" b="1" i="1" dirty="0" err="1">
                  <a:solidFill>
                    <a:srgbClr val="0000FF"/>
                  </a:solidFill>
                  <a:latin typeface="Consolas" pitchFamily="49" charset="0"/>
                </a:rPr>
                <a:t>i</a:t>
              </a:r>
              <a:r>
                <a:rPr lang="en-US" altLang="zh-CN" sz="1900" b="1" dirty="0">
                  <a:solidFill>
                    <a:srgbClr val="0000FF"/>
                  </a:solidFill>
                  <a:latin typeface="Consolas" pitchFamily="49" charset="0"/>
                </a:rPr>
                <a:t>-</a:t>
              </a:r>
              <a:r>
                <a:rPr lang="en-US" altLang="zh-CN" sz="1900" b="1" i="1" dirty="0">
                  <a:solidFill>
                    <a:srgbClr val="0000FF"/>
                  </a:solidFill>
                  <a:latin typeface="Consolas" pitchFamily="49" charset="0"/>
                </a:rPr>
                <a:t>k</a:t>
              </a:r>
              <a:endParaRPr lang="zh-CN" altLang="en-US" sz="1900" b="1" i="1" dirty="0">
                <a:solidFill>
                  <a:srgbClr val="0000FF"/>
                </a:solidFill>
                <a:latin typeface="Consolas" pitchFamily="49" charset="0"/>
              </a:endParaRPr>
            </a:p>
          </p:txBody>
        </p:sp>
        <p:sp>
          <p:nvSpPr>
            <p:cNvPr id="25625" name="TextBox 24"/>
            <p:cNvSpPr txBox="1">
              <a:spLocks noChangeArrowheads="1"/>
            </p:cNvSpPr>
            <p:nvPr/>
          </p:nvSpPr>
          <p:spPr bwMode="auto">
            <a:xfrm>
              <a:off x="4643438" y="4286256"/>
              <a:ext cx="1643074" cy="38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zh-CN" altLang="en-US" sz="1900" dirty="0">
                  <a:solidFill>
                    <a:srgbClr val="0000FF"/>
                  </a:solidFill>
                  <a:latin typeface="华文楷体" panose="02010600040101010101" pitchFamily="2" charset="-122"/>
                  <a:ea typeface="华文楷体" panose="02010600040101010101" pitchFamily="2" charset="-122"/>
                </a:rPr>
                <a:t>长度</a:t>
              </a:r>
              <a:r>
                <a:rPr lang="zh-CN" altLang="en-US" sz="1900" dirty="0">
                  <a:solidFill>
                    <a:srgbClr val="0000FF"/>
                  </a:solidFill>
                  <a:latin typeface="Consolas" pitchFamily="49" charset="0"/>
                </a:rPr>
                <a:t>：</a:t>
              </a:r>
              <a:r>
                <a:rPr lang="en-US" altLang="zh-CN" sz="1900" i="1" dirty="0">
                  <a:solidFill>
                    <a:srgbClr val="0000FF"/>
                  </a:solidFill>
                  <a:latin typeface="Consolas" pitchFamily="49" charset="0"/>
                </a:rPr>
                <a:t>q</a:t>
              </a:r>
              <a:r>
                <a:rPr lang="en-US" altLang="zh-CN" sz="1900" dirty="0">
                  <a:solidFill>
                    <a:srgbClr val="0000FF"/>
                  </a:solidFill>
                  <a:latin typeface="Consolas" pitchFamily="49" charset="0"/>
                </a:rPr>
                <a:t>[</a:t>
              </a:r>
              <a:r>
                <a:rPr lang="en-US" altLang="zh-CN" sz="1900" i="1" dirty="0">
                  <a:solidFill>
                    <a:srgbClr val="0000FF"/>
                  </a:solidFill>
                  <a:latin typeface="Consolas" pitchFamily="49" charset="0"/>
                </a:rPr>
                <a:t>k</a:t>
              </a:r>
              <a:r>
                <a:rPr lang="en-US" altLang="zh-CN" sz="1900" dirty="0">
                  <a:solidFill>
                    <a:srgbClr val="0000FF"/>
                  </a:solidFill>
                  <a:latin typeface="Consolas" pitchFamily="49" charset="0"/>
                </a:rPr>
                <a:t>]-j</a:t>
              </a:r>
              <a:endParaRPr lang="zh-CN" altLang="en-US" sz="1900" dirty="0">
                <a:solidFill>
                  <a:srgbClr val="0000FF"/>
                </a:solidFill>
                <a:latin typeface="Consolas" pitchFamily="49" charset="0"/>
              </a:endParaRPr>
            </a:p>
          </p:txBody>
        </p:sp>
      </p:grpSp>
      <p:sp>
        <p:nvSpPr>
          <p:cNvPr id="26" name="Text Box 4"/>
          <p:cNvSpPr txBox="1">
            <a:spLocks noChangeArrowheads="1"/>
          </p:cNvSpPr>
          <p:nvPr/>
        </p:nvSpPr>
        <p:spPr bwMode="auto">
          <a:xfrm>
            <a:off x="524865" y="3058233"/>
            <a:ext cx="11665548" cy="554843"/>
          </a:xfrm>
          <a:prstGeom prst="rect">
            <a:avLst/>
          </a:prstGeom>
          <a:solidFill>
            <a:schemeClr val="accent1">
              <a:lumMod val="20000"/>
              <a:lumOff val="80000"/>
            </a:schemeClr>
          </a:solidFill>
          <a:ln w="9525">
            <a:noFill/>
            <a:miter lim="800000"/>
            <a:headEnd/>
            <a:tailEnd/>
          </a:ln>
        </p:spPr>
        <p:txBody>
          <a:bodyPr lIns="108850" tIns="54425" rIns="108850" bIns="54425">
            <a:spAutoFit/>
          </a:bodyPr>
          <a:lstStyle/>
          <a:p>
            <a:pPr>
              <a:lnSpc>
                <a:spcPts val="3809"/>
              </a:lnSpc>
              <a:defRPr/>
            </a:pPr>
            <a:r>
              <a:rPr lang="zh-CN" altLang="en-US" sz="2300" dirty="0">
                <a:solidFill>
                  <a:srgbClr val="0000FF"/>
                </a:solidFill>
                <a:latin typeface="微软雅黑" pitchFamily="34" charset="-122"/>
                <a:ea typeface="微软雅黑" pitchFamily="34" charset="-122"/>
                <a:cs typeface="Consolas" pitchFamily="49" charset="0"/>
              </a:rPr>
              <a:t>    </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对于</a:t>
            </a:r>
            <a:r>
              <a:rPr 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sz="2300" b="1" i="1" dirty="0" err="1">
                <a:solidFill>
                  <a:srgbClr val="0000FF"/>
                </a:solidFill>
                <a:latin typeface="华文楷体" panose="02010600040101010101" pitchFamily="2" charset="-122"/>
                <a:ea typeface="华文楷体" panose="02010600040101010101" pitchFamily="2" charset="-122"/>
                <a:cs typeface="Consolas" pitchFamily="49" charset="0"/>
              </a:rPr>
              <a:t>i</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sz="2300" b="1" i="1" dirty="0">
                <a:solidFill>
                  <a:srgbClr val="0000FF"/>
                </a:solidFill>
                <a:latin typeface="华文楷体" panose="02010600040101010101" pitchFamily="2" charset="-122"/>
                <a:ea typeface="华文楷体" panose="02010600040101010101" pitchFamily="2" charset="-122"/>
                <a:cs typeface="Consolas" pitchFamily="49" charset="0"/>
              </a:rPr>
              <a:t>j</a:t>
            </a:r>
            <a:r>
              <a:rPr 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位置上的皇后，是否与已放好的皇后</a:t>
            </a:r>
            <a:r>
              <a:rPr 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sz="2300" b="1" i="1" dirty="0">
                <a:solidFill>
                  <a:srgbClr val="0000FF"/>
                </a:solidFill>
                <a:latin typeface="华文楷体" panose="02010600040101010101" pitchFamily="2" charset="-122"/>
                <a:ea typeface="华文楷体" panose="02010600040101010101" pitchFamily="2" charset="-122"/>
                <a:cs typeface="Consolas" pitchFamily="49" charset="0"/>
              </a:rPr>
              <a:t>k</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sz="2300" b="1" i="1" dirty="0">
                <a:solidFill>
                  <a:srgbClr val="0000FF"/>
                </a:solidFill>
                <a:latin typeface="华文楷体" panose="02010600040101010101" pitchFamily="2" charset="-122"/>
                <a:ea typeface="华文楷体" panose="02010600040101010101" pitchFamily="2" charset="-122"/>
                <a:cs typeface="Consolas" pitchFamily="49" charset="0"/>
              </a:rPr>
              <a:t>q</a:t>
            </a:r>
            <a:r>
              <a:rPr 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sz="2300" b="1" i="1" dirty="0">
                <a:solidFill>
                  <a:srgbClr val="0000FF"/>
                </a:solidFill>
                <a:latin typeface="华文楷体" panose="02010600040101010101" pitchFamily="2" charset="-122"/>
                <a:ea typeface="华文楷体" panose="02010600040101010101" pitchFamily="2" charset="-122"/>
                <a:cs typeface="Consolas" pitchFamily="49" charset="0"/>
              </a:rPr>
              <a:t>k</a:t>
            </a:r>
            <a:r>
              <a:rPr 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sz="2300" b="1" i="1" dirty="0">
                <a:solidFill>
                  <a:srgbClr val="0000FF"/>
                </a:solidFill>
                <a:latin typeface="华文楷体" panose="02010600040101010101" pitchFamily="2" charset="-122"/>
                <a:ea typeface="华文楷体" panose="02010600040101010101" pitchFamily="2" charset="-122"/>
                <a:cs typeface="Consolas" pitchFamily="49" charset="0"/>
              </a:rPr>
              <a:t>k</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sz="2300" b="1" i="1" dirty="0">
                <a:solidFill>
                  <a:srgbClr val="0000FF"/>
                </a:solidFill>
                <a:latin typeface="华文楷体" panose="02010600040101010101" pitchFamily="2" charset="-122"/>
                <a:ea typeface="华文楷体" panose="02010600040101010101" pitchFamily="2" charset="-122"/>
                <a:cs typeface="Consolas" pitchFamily="49" charset="0"/>
              </a:rPr>
              <a:t>i</a:t>
            </a:r>
            <a:r>
              <a:rPr lang="en-US"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）有冲突呢？ </a:t>
            </a:r>
            <a:endPar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endParaRPr>
          </a:p>
        </p:txBody>
      </p:sp>
      <p:sp>
        <p:nvSpPr>
          <p:cNvPr id="27" name="Text Box 5"/>
          <p:cNvSpPr txBox="1">
            <a:spLocks noChangeArrowheads="1"/>
          </p:cNvSpPr>
          <p:nvPr/>
        </p:nvSpPr>
        <p:spPr bwMode="auto">
          <a:xfrm>
            <a:off x="1142851" y="5930686"/>
            <a:ext cx="7238058" cy="71551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214272" tIns="171418" rIns="108850" bIns="171418">
            <a:spAutoFit/>
          </a:bodyPr>
          <a:lstStyle/>
          <a:p>
            <a:pPr>
              <a:defRPr/>
            </a:pPr>
            <a:r>
              <a:rPr lang="nb-NO" sz="2300">
                <a:solidFill>
                  <a:srgbClr val="0000FF"/>
                </a:solidFill>
                <a:latin typeface="微软雅黑" pitchFamily="34" charset="-122"/>
                <a:ea typeface="微软雅黑" pitchFamily="34" charset="-122"/>
                <a:cs typeface="Consolas" pitchFamily="49" charset="0"/>
              </a:rPr>
              <a:t>(</a:t>
            </a:r>
            <a:r>
              <a:rPr lang="nb-NO" sz="2300" i="1">
                <a:solidFill>
                  <a:srgbClr val="0000FF"/>
                </a:solidFill>
                <a:latin typeface="微软雅黑" pitchFamily="34" charset="-122"/>
                <a:ea typeface="微软雅黑" pitchFamily="34" charset="-122"/>
                <a:cs typeface="Consolas" pitchFamily="49" charset="0"/>
              </a:rPr>
              <a:t>q</a:t>
            </a:r>
            <a:r>
              <a:rPr lang="nb-NO" sz="2300">
                <a:solidFill>
                  <a:srgbClr val="0000FF"/>
                </a:solidFill>
                <a:latin typeface="微软雅黑" pitchFamily="34" charset="-122"/>
                <a:ea typeface="微软雅黑" pitchFamily="34" charset="-122"/>
                <a:cs typeface="Consolas" pitchFamily="49" charset="0"/>
              </a:rPr>
              <a:t>[</a:t>
            </a:r>
            <a:r>
              <a:rPr lang="nb-NO" sz="2300" i="1">
                <a:solidFill>
                  <a:srgbClr val="0000FF"/>
                </a:solidFill>
                <a:latin typeface="微软雅黑" pitchFamily="34" charset="-122"/>
                <a:ea typeface="微软雅黑" pitchFamily="34" charset="-122"/>
                <a:cs typeface="Consolas" pitchFamily="49" charset="0"/>
              </a:rPr>
              <a:t>k</a:t>
            </a:r>
            <a:r>
              <a:rPr lang="nb-NO" sz="2300">
                <a:solidFill>
                  <a:srgbClr val="0000FF"/>
                </a:solidFill>
                <a:latin typeface="微软雅黑" pitchFamily="34" charset="-122"/>
                <a:ea typeface="微软雅黑" pitchFamily="34" charset="-122"/>
                <a:cs typeface="Consolas" pitchFamily="49" charset="0"/>
              </a:rPr>
              <a:t>]==</a:t>
            </a:r>
            <a:r>
              <a:rPr lang="nb-NO" sz="2300" i="1">
                <a:solidFill>
                  <a:srgbClr val="0000FF"/>
                </a:solidFill>
                <a:latin typeface="微软雅黑" pitchFamily="34" charset="-122"/>
                <a:ea typeface="微软雅黑" pitchFamily="34" charset="-122"/>
                <a:cs typeface="Consolas" pitchFamily="49" charset="0"/>
              </a:rPr>
              <a:t>j</a:t>
            </a:r>
            <a:r>
              <a:rPr lang="nb-NO" sz="2300">
                <a:solidFill>
                  <a:srgbClr val="0000FF"/>
                </a:solidFill>
                <a:latin typeface="微软雅黑" pitchFamily="34" charset="-122"/>
                <a:ea typeface="微软雅黑" pitchFamily="34" charset="-122"/>
                <a:cs typeface="Consolas" pitchFamily="49" charset="0"/>
              </a:rPr>
              <a:t>) || (abs(</a:t>
            </a:r>
            <a:r>
              <a:rPr lang="nb-NO" sz="2300" i="1">
                <a:solidFill>
                  <a:srgbClr val="0000FF"/>
                </a:solidFill>
                <a:latin typeface="微软雅黑" pitchFamily="34" charset="-122"/>
                <a:ea typeface="微软雅黑" pitchFamily="34" charset="-122"/>
                <a:cs typeface="Consolas" pitchFamily="49" charset="0"/>
              </a:rPr>
              <a:t>q</a:t>
            </a:r>
            <a:r>
              <a:rPr lang="nb-NO" sz="2300">
                <a:solidFill>
                  <a:srgbClr val="0000FF"/>
                </a:solidFill>
                <a:latin typeface="微软雅黑" pitchFamily="34" charset="-122"/>
                <a:ea typeface="微软雅黑" pitchFamily="34" charset="-122"/>
                <a:cs typeface="Consolas" pitchFamily="49" charset="0"/>
              </a:rPr>
              <a:t>[</a:t>
            </a:r>
            <a:r>
              <a:rPr lang="nb-NO" sz="2300" i="1">
                <a:solidFill>
                  <a:srgbClr val="0000FF"/>
                </a:solidFill>
                <a:latin typeface="微软雅黑" pitchFamily="34" charset="-122"/>
                <a:ea typeface="微软雅黑" pitchFamily="34" charset="-122"/>
                <a:cs typeface="Consolas" pitchFamily="49" charset="0"/>
              </a:rPr>
              <a:t>k</a:t>
            </a:r>
            <a:r>
              <a:rPr lang="nb-NO" sz="2300">
                <a:solidFill>
                  <a:srgbClr val="0000FF"/>
                </a:solidFill>
                <a:latin typeface="微软雅黑" pitchFamily="34" charset="-122"/>
                <a:ea typeface="微软雅黑" pitchFamily="34" charset="-122"/>
                <a:cs typeface="Consolas" pitchFamily="49" charset="0"/>
              </a:rPr>
              <a:t>]-</a:t>
            </a:r>
            <a:r>
              <a:rPr lang="nb-NO" sz="2300" i="1">
                <a:solidFill>
                  <a:srgbClr val="0000FF"/>
                </a:solidFill>
                <a:latin typeface="微软雅黑" pitchFamily="34" charset="-122"/>
                <a:ea typeface="微软雅黑" pitchFamily="34" charset="-122"/>
                <a:cs typeface="Consolas" pitchFamily="49" charset="0"/>
              </a:rPr>
              <a:t>j</a:t>
            </a:r>
            <a:r>
              <a:rPr lang="nb-NO" sz="2300">
                <a:solidFill>
                  <a:srgbClr val="0000FF"/>
                </a:solidFill>
                <a:latin typeface="微软雅黑" pitchFamily="34" charset="-122"/>
                <a:ea typeface="微软雅黑" pitchFamily="34" charset="-122"/>
                <a:cs typeface="Consolas" pitchFamily="49" charset="0"/>
              </a:rPr>
              <a:t>)==abs(</a:t>
            </a:r>
            <a:r>
              <a:rPr lang="nb-NO" sz="2300" i="1">
                <a:solidFill>
                  <a:srgbClr val="0000FF"/>
                </a:solidFill>
                <a:latin typeface="微软雅黑" pitchFamily="34" charset="-122"/>
                <a:ea typeface="微软雅黑" pitchFamily="34" charset="-122"/>
                <a:cs typeface="Consolas" pitchFamily="49" charset="0"/>
              </a:rPr>
              <a:t>i</a:t>
            </a:r>
            <a:r>
              <a:rPr lang="nb-NO" sz="2300">
                <a:solidFill>
                  <a:srgbClr val="0000FF"/>
                </a:solidFill>
                <a:latin typeface="微软雅黑" pitchFamily="34" charset="-122"/>
                <a:ea typeface="微软雅黑" pitchFamily="34" charset="-122"/>
                <a:cs typeface="Consolas" pitchFamily="49" charset="0"/>
              </a:rPr>
              <a:t>-</a:t>
            </a:r>
            <a:r>
              <a:rPr lang="nb-NO" sz="2300" i="1">
                <a:solidFill>
                  <a:srgbClr val="0000FF"/>
                </a:solidFill>
                <a:latin typeface="微软雅黑" pitchFamily="34" charset="-122"/>
                <a:ea typeface="微软雅黑" pitchFamily="34" charset="-122"/>
                <a:cs typeface="Consolas" pitchFamily="49" charset="0"/>
              </a:rPr>
              <a:t>k</a:t>
            </a:r>
            <a:r>
              <a:rPr lang="nb-NO" sz="2300">
                <a:solidFill>
                  <a:srgbClr val="0000FF"/>
                </a:solidFill>
                <a:latin typeface="微软雅黑" pitchFamily="34" charset="-122"/>
                <a:ea typeface="微软雅黑" pitchFamily="34" charset="-122"/>
                <a:cs typeface="Consolas" pitchFamily="49" charset="0"/>
              </a:rPr>
              <a:t>))</a:t>
            </a:r>
            <a:endParaRPr lang="zh-CN" altLang="en-US" sz="2300">
              <a:solidFill>
                <a:srgbClr val="0000FF"/>
              </a:solidFill>
              <a:latin typeface="微软雅黑" pitchFamily="34" charset="-122"/>
              <a:ea typeface="微软雅黑" pitchFamily="34" charset="-122"/>
              <a:cs typeface="Consolas" pitchFamily="49" charset="0"/>
            </a:endParaRPr>
          </a:p>
        </p:txBody>
      </p:sp>
      <p:sp>
        <p:nvSpPr>
          <p:cNvPr id="28" name="TextBox 27"/>
          <p:cNvSpPr txBox="1"/>
          <p:nvPr/>
        </p:nvSpPr>
        <p:spPr>
          <a:xfrm>
            <a:off x="952376" y="4144334"/>
            <a:ext cx="10380899" cy="1764849"/>
          </a:xfrm>
          <a:prstGeom prst="rect">
            <a:avLst/>
          </a:prstGeom>
        </p:spPr>
        <p:style>
          <a:lnRef idx="2">
            <a:schemeClr val="accent2"/>
          </a:lnRef>
          <a:fillRef idx="1">
            <a:schemeClr val="lt1"/>
          </a:fillRef>
          <a:effectRef idx="0">
            <a:schemeClr val="accent2"/>
          </a:effectRef>
          <a:fontRef idx="minor">
            <a:schemeClr val="dk1"/>
          </a:fontRef>
        </p:style>
        <p:txBody>
          <a:bodyPr lIns="171418" tIns="128563" rIns="108850" bIns="171418">
            <a:spAutoFit/>
          </a:bodyPr>
          <a:lstStyle/>
          <a:p>
            <a:pPr marL="408188" indent="-408188">
              <a:lnSpc>
                <a:spcPts val="3809"/>
              </a:lnSpc>
              <a:buBlip>
                <a:blip r:embed="rId4"/>
              </a:buBlip>
              <a:defRPr/>
            </a:pP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显然它们不同列，若同列则有：</a:t>
            </a:r>
            <a:r>
              <a:rPr lang="en-US" altLang="zh-CN" sz="2300" i="1" dirty="0">
                <a:solidFill>
                  <a:srgbClr val="C00000"/>
                </a:solidFill>
                <a:latin typeface="微软雅黑" pitchFamily="34" charset="-122"/>
                <a:ea typeface="微软雅黑" pitchFamily="34" charset="-122"/>
                <a:cs typeface="Consolas" pitchFamily="49" charset="0"/>
              </a:rPr>
              <a:t>q</a:t>
            </a:r>
            <a:r>
              <a:rPr lang="en-US" altLang="zh-CN" sz="2300" dirty="0">
                <a:solidFill>
                  <a:srgbClr val="C00000"/>
                </a:solidFill>
                <a:latin typeface="微软雅黑" pitchFamily="34" charset="-122"/>
                <a:ea typeface="微软雅黑" pitchFamily="34" charset="-122"/>
                <a:cs typeface="Consolas" pitchFamily="49" charset="0"/>
              </a:rPr>
              <a:t>[</a:t>
            </a:r>
            <a:r>
              <a:rPr lang="en-US" altLang="zh-CN" sz="2300" i="1" dirty="0">
                <a:solidFill>
                  <a:srgbClr val="C00000"/>
                </a:solidFill>
                <a:latin typeface="微软雅黑" pitchFamily="34" charset="-122"/>
                <a:ea typeface="微软雅黑" pitchFamily="34" charset="-122"/>
                <a:cs typeface="Consolas" pitchFamily="49" charset="0"/>
              </a:rPr>
              <a:t>k</a:t>
            </a:r>
            <a:r>
              <a:rPr lang="en-US" altLang="zh-CN" sz="2300" dirty="0">
                <a:solidFill>
                  <a:srgbClr val="C00000"/>
                </a:solidFill>
                <a:latin typeface="微软雅黑" pitchFamily="34" charset="-122"/>
                <a:ea typeface="微软雅黑" pitchFamily="34" charset="-122"/>
                <a:cs typeface="Consolas" pitchFamily="49" charset="0"/>
              </a:rPr>
              <a:t>]==</a:t>
            </a:r>
            <a:r>
              <a:rPr lang="en-US" altLang="zh-CN" sz="2300" i="1" dirty="0">
                <a:solidFill>
                  <a:srgbClr val="C00000"/>
                </a:solidFill>
                <a:latin typeface="微软雅黑" pitchFamily="34" charset="-122"/>
                <a:ea typeface="微软雅黑" pitchFamily="34" charset="-122"/>
                <a:cs typeface="Consolas" pitchFamily="49" charset="0"/>
              </a:rPr>
              <a:t>j</a:t>
            </a:r>
            <a:r>
              <a:rPr lang="zh-CN" altLang="en-US" sz="2300" dirty="0">
                <a:solidFill>
                  <a:srgbClr val="0000FF"/>
                </a:solidFill>
                <a:latin typeface="微软雅黑" pitchFamily="34" charset="-122"/>
                <a:ea typeface="微软雅黑" pitchFamily="34" charset="-122"/>
                <a:cs typeface="Consolas" pitchFamily="49" charset="0"/>
              </a:rPr>
              <a:t>；</a:t>
            </a:r>
            <a:endParaRPr lang="en-US" altLang="zh-CN" sz="2300" dirty="0">
              <a:solidFill>
                <a:srgbClr val="0000FF"/>
              </a:solidFill>
              <a:latin typeface="微软雅黑" pitchFamily="34" charset="-122"/>
              <a:ea typeface="微软雅黑" pitchFamily="34" charset="-122"/>
              <a:cs typeface="Consolas" pitchFamily="49" charset="0"/>
            </a:endParaRPr>
          </a:p>
          <a:p>
            <a:pPr marL="408188" indent="-408188">
              <a:lnSpc>
                <a:spcPts val="3809"/>
              </a:lnSpc>
              <a:buBlip>
                <a:blip r:embed="rId4"/>
              </a:buBlip>
              <a:defRPr/>
            </a:pP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对角线有两条，若它们在任一条对角线上，则构成一个等边直角三角形，即</a:t>
            </a:r>
            <a:r>
              <a:rPr lang="en-US" altLang="zh-CN" sz="2300" dirty="0">
                <a:solidFill>
                  <a:srgbClr val="C00000"/>
                </a:solidFill>
                <a:latin typeface="微软雅黑" pitchFamily="34" charset="-122"/>
                <a:ea typeface="微软雅黑" pitchFamily="34" charset="-122"/>
                <a:cs typeface="Consolas" pitchFamily="49" charset="0"/>
              </a:rPr>
              <a:t>|</a:t>
            </a:r>
            <a:r>
              <a:rPr lang="en-US" altLang="zh-CN" sz="2300" i="1" dirty="0">
                <a:solidFill>
                  <a:srgbClr val="C00000"/>
                </a:solidFill>
                <a:latin typeface="微软雅黑" pitchFamily="34" charset="-122"/>
                <a:ea typeface="微软雅黑" pitchFamily="34" charset="-122"/>
                <a:cs typeface="Consolas" pitchFamily="49" charset="0"/>
              </a:rPr>
              <a:t>q</a:t>
            </a:r>
            <a:r>
              <a:rPr lang="en-US" altLang="zh-CN" sz="2300" dirty="0">
                <a:solidFill>
                  <a:srgbClr val="C00000"/>
                </a:solidFill>
                <a:latin typeface="微软雅黑" pitchFamily="34" charset="-122"/>
                <a:ea typeface="微软雅黑" pitchFamily="34" charset="-122"/>
                <a:cs typeface="Consolas" pitchFamily="49" charset="0"/>
              </a:rPr>
              <a:t>[</a:t>
            </a:r>
            <a:r>
              <a:rPr lang="en-US" altLang="zh-CN" sz="2300" i="1" dirty="0">
                <a:solidFill>
                  <a:srgbClr val="C00000"/>
                </a:solidFill>
                <a:latin typeface="微软雅黑" pitchFamily="34" charset="-122"/>
                <a:ea typeface="微软雅黑" pitchFamily="34" charset="-122"/>
                <a:cs typeface="Consolas" pitchFamily="49" charset="0"/>
              </a:rPr>
              <a:t>k</a:t>
            </a:r>
            <a:r>
              <a:rPr lang="en-US" altLang="zh-CN" sz="2300" dirty="0">
                <a:solidFill>
                  <a:srgbClr val="C00000"/>
                </a:solidFill>
                <a:latin typeface="微软雅黑" pitchFamily="34" charset="-122"/>
                <a:ea typeface="微软雅黑" pitchFamily="34" charset="-122"/>
                <a:cs typeface="Consolas" pitchFamily="49" charset="0"/>
              </a:rPr>
              <a:t>]-</a:t>
            </a:r>
            <a:r>
              <a:rPr lang="en-US" altLang="zh-CN" sz="2300" i="1" dirty="0">
                <a:solidFill>
                  <a:srgbClr val="C00000"/>
                </a:solidFill>
                <a:latin typeface="微软雅黑" pitchFamily="34" charset="-122"/>
                <a:ea typeface="微软雅黑" pitchFamily="34" charset="-122"/>
                <a:cs typeface="Consolas" pitchFamily="49" charset="0"/>
              </a:rPr>
              <a:t>j</a:t>
            </a:r>
            <a:r>
              <a:rPr lang="en-US" altLang="zh-CN" sz="2300" dirty="0">
                <a:solidFill>
                  <a:srgbClr val="C00000"/>
                </a:solidFill>
                <a:latin typeface="微软雅黑" pitchFamily="34" charset="-122"/>
                <a:ea typeface="微软雅黑" pitchFamily="34" charset="-122"/>
                <a:cs typeface="Consolas" pitchFamily="49" charset="0"/>
              </a:rPr>
              <a:t>|==|</a:t>
            </a:r>
            <a:r>
              <a:rPr lang="en-US" altLang="zh-CN" sz="2300" dirty="0" err="1">
                <a:solidFill>
                  <a:srgbClr val="C00000"/>
                </a:solidFill>
                <a:latin typeface="微软雅黑" pitchFamily="34" charset="-122"/>
                <a:ea typeface="微软雅黑" pitchFamily="34" charset="-122"/>
                <a:cs typeface="Consolas" pitchFamily="49" charset="0"/>
              </a:rPr>
              <a:t>i</a:t>
            </a:r>
            <a:r>
              <a:rPr lang="en-US" altLang="zh-CN" sz="2300" dirty="0">
                <a:solidFill>
                  <a:srgbClr val="C00000"/>
                </a:solidFill>
                <a:latin typeface="微软雅黑" pitchFamily="34" charset="-122"/>
                <a:ea typeface="微软雅黑" pitchFamily="34" charset="-122"/>
                <a:cs typeface="Consolas" pitchFamily="49" charset="0"/>
              </a:rPr>
              <a:t>-</a:t>
            </a:r>
            <a:r>
              <a:rPr lang="en-US" altLang="zh-CN" sz="2300" i="1" dirty="0">
                <a:solidFill>
                  <a:srgbClr val="C00000"/>
                </a:solidFill>
                <a:latin typeface="微软雅黑" pitchFamily="34" charset="-122"/>
                <a:ea typeface="微软雅黑" pitchFamily="34" charset="-122"/>
                <a:cs typeface="Consolas" pitchFamily="49" charset="0"/>
              </a:rPr>
              <a:t>k</a:t>
            </a:r>
            <a:r>
              <a:rPr lang="en-US" altLang="zh-CN" sz="2300" dirty="0">
                <a:solidFill>
                  <a:srgbClr val="C00000"/>
                </a:solidFill>
                <a:latin typeface="微软雅黑" pitchFamily="34" charset="-122"/>
                <a:ea typeface="微软雅黑" pitchFamily="34" charset="-122"/>
                <a:cs typeface="Consolas" pitchFamily="49" charset="0"/>
              </a:rPr>
              <a:t>|</a:t>
            </a:r>
            <a:r>
              <a:rPr lang="zh-CN" altLang="en-US" sz="2300" dirty="0">
                <a:solidFill>
                  <a:srgbClr val="0000FF"/>
                </a:solidFill>
                <a:latin typeface="微软雅黑" pitchFamily="34" charset="-122"/>
                <a:ea typeface="微软雅黑" pitchFamily="34" charset="-122"/>
                <a:cs typeface="Consolas" pitchFamily="49" charset="0"/>
              </a:rPr>
              <a:t>。</a:t>
            </a:r>
            <a:endParaRPr lang="en-US" altLang="zh-CN" sz="2300" dirty="0">
              <a:solidFill>
                <a:srgbClr val="0000FF"/>
              </a:solidFill>
              <a:latin typeface="微软雅黑" pitchFamily="34" charset="-122"/>
              <a:ea typeface="微软雅黑" pitchFamily="34" charset="-122"/>
              <a:cs typeface="Consolas" pitchFamily="49" charset="0"/>
            </a:endParaRPr>
          </a:p>
        </p:txBody>
      </p:sp>
    </p:spTree>
    <p:extLst>
      <p:ext uri="{BB962C8B-B14F-4D97-AF65-F5344CB8AC3E}">
        <p14:creationId xmlns:p14="http://schemas.microsoft.com/office/powerpoint/2010/main" val="607657284"/>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431743" y="1197546"/>
            <a:ext cx="11326925" cy="2182981"/>
          </a:xfrm>
          <a:prstGeom prst="rect">
            <a:avLst/>
          </a:prstGeom>
          <a:solidFill>
            <a:schemeClr val="accent1">
              <a:lumMod val="20000"/>
              <a:lumOff val="80000"/>
            </a:schemeClr>
          </a:solidFill>
          <a:ln w="9525">
            <a:noFill/>
            <a:miter lim="800000"/>
            <a:headEnd/>
            <a:tailEnd/>
          </a:ln>
        </p:spPr>
        <p:txBody>
          <a:bodyPr lIns="108850" tIns="54425" rIns="108850" bIns="54425">
            <a:spAutoFit/>
          </a:bodyPr>
          <a:lstStyle/>
          <a:p>
            <a:pPr>
              <a:lnSpc>
                <a:spcPct val="150000"/>
              </a:lnSpc>
              <a:defRPr/>
            </a:pPr>
            <a:r>
              <a:rPr lang="zh-CN" altLang="en-US" sz="2300" dirty="0">
                <a:latin typeface="微软雅黑" pitchFamily="34" charset="-122"/>
                <a:ea typeface="微软雅黑" pitchFamily="34" charset="-122"/>
                <a:cs typeface="Consolas" pitchFamily="49" charset="0"/>
              </a:rPr>
              <a:t>　　</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设</a:t>
            </a:r>
            <a:r>
              <a:rPr lang="nb-NO" altLang="zh-CN" sz="2300" b="1" dirty="0">
                <a:solidFill>
                  <a:srgbClr val="C00000"/>
                </a:solidFill>
                <a:latin typeface="华文楷体" panose="02010600040101010101" pitchFamily="2" charset="-122"/>
                <a:ea typeface="华文楷体" panose="02010600040101010101" pitchFamily="2" charset="-122"/>
                <a:cs typeface="Consolas" pitchFamily="49" charset="0"/>
              </a:rPr>
              <a:t>queen(</a:t>
            </a:r>
            <a:r>
              <a:rPr lang="en-US" altLang="zh-CN" sz="2300" b="1" i="1" dirty="0">
                <a:solidFill>
                  <a:srgbClr val="C00000"/>
                </a:solidFill>
                <a:latin typeface="华文楷体" panose="02010600040101010101" pitchFamily="2" charset="-122"/>
                <a:ea typeface="华文楷体" panose="02010600040101010101" pitchFamily="2" charset="-122"/>
                <a:cs typeface="Consolas" pitchFamily="49" charset="0"/>
              </a:rPr>
              <a:t>i</a:t>
            </a:r>
            <a:r>
              <a:rPr lang="zh-CN" altLang="nb-NO" sz="2300" b="1" dirty="0">
                <a:solidFill>
                  <a:srgbClr val="C00000"/>
                </a:solidFill>
                <a:latin typeface="华文楷体" panose="02010600040101010101" pitchFamily="2" charset="-122"/>
                <a:ea typeface="华文楷体" panose="02010600040101010101" pitchFamily="2" charset="-122"/>
                <a:cs typeface="Consolas" pitchFamily="49" charset="0"/>
              </a:rPr>
              <a:t>，</a:t>
            </a:r>
            <a:r>
              <a:rPr lang="nb-NO" altLang="zh-CN" sz="2300" b="1" i="1" dirty="0">
                <a:solidFill>
                  <a:srgbClr val="C00000"/>
                </a:solidFill>
                <a:latin typeface="华文楷体" panose="02010600040101010101" pitchFamily="2" charset="-122"/>
                <a:ea typeface="华文楷体" panose="02010600040101010101" pitchFamily="2" charset="-122"/>
                <a:cs typeface="Consolas" pitchFamily="49" charset="0"/>
              </a:rPr>
              <a:t>n</a:t>
            </a:r>
            <a:r>
              <a:rPr lang="nb-NO" altLang="zh-CN" sz="2300" b="1" dirty="0">
                <a:solidFill>
                  <a:srgbClr val="C00000"/>
                </a:solidFill>
                <a:latin typeface="华文楷体" panose="02010600040101010101" pitchFamily="2" charset="-122"/>
                <a:ea typeface="华文楷体" panose="02010600040101010101" pitchFamily="2" charset="-122"/>
                <a:cs typeface="Consolas" pitchFamily="49" charset="0"/>
              </a:rPr>
              <a:t>)</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是在</a:t>
            </a:r>
            <a:r>
              <a:rPr lang="nb-NO"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nb-NO"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i</a:t>
            </a:r>
            <a:r>
              <a:rPr lang="nb-NO"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行</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上已经放</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好</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了</a:t>
            </a:r>
            <a:r>
              <a:rPr lang="nb-NO"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i</a:t>
            </a:r>
            <a:r>
              <a:rPr lang="nb-NO"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个皇后</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用于在</a:t>
            </a:r>
            <a:r>
              <a:rPr lang="nb-NO"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i</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nb-NO"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行放置</a:t>
            </a:r>
            <a:r>
              <a:rPr lang="nb-NO"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nb-NO"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nb-NO"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i</a:t>
            </a:r>
            <a:r>
              <a:rPr lang="nb-NO"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个皇后</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则</a:t>
            </a:r>
            <a:r>
              <a:rPr lang="nb-NO" altLang="zh-CN" sz="2300" b="1" dirty="0">
                <a:solidFill>
                  <a:srgbClr val="C00000"/>
                </a:solidFill>
                <a:latin typeface="华文楷体" panose="02010600040101010101" pitchFamily="2" charset="-122"/>
                <a:ea typeface="华文楷体" panose="02010600040101010101" pitchFamily="2" charset="-122"/>
                <a:cs typeface="Consolas" pitchFamily="49" charset="0"/>
              </a:rPr>
              <a:t>queen(</a:t>
            </a:r>
            <a:r>
              <a:rPr lang="nb-NO" altLang="zh-CN" sz="2300" b="1" i="1" dirty="0">
                <a:solidFill>
                  <a:srgbClr val="C00000"/>
                </a:solidFill>
                <a:latin typeface="华文楷体" panose="02010600040101010101" pitchFamily="2" charset="-122"/>
                <a:ea typeface="华文楷体" panose="02010600040101010101" pitchFamily="2" charset="-122"/>
                <a:cs typeface="Consolas" pitchFamily="49" charset="0"/>
              </a:rPr>
              <a:t>i</a:t>
            </a:r>
            <a:r>
              <a:rPr lang="nb-NO" altLang="zh-CN" sz="2300" b="1" dirty="0">
                <a:solidFill>
                  <a:srgbClr val="C00000"/>
                </a:solidFill>
                <a:latin typeface="华文楷体" panose="02010600040101010101" pitchFamily="2" charset="-122"/>
                <a:ea typeface="华文楷体" panose="02010600040101010101" pitchFamily="2" charset="-122"/>
                <a:cs typeface="Consolas" pitchFamily="49" charset="0"/>
              </a:rPr>
              <a:t>+1</a:t>
            </a:r>
            <a:r>
              <a:rPr lang="zh-CN" altLang="nb-NO" sz="2300" b="1" dirty="0">
                <a:solidFill>
                  <a:srgbClr val="C00000"/>
                </a:solidFill>
                <a:latin typeface="华文楷体" panose="02010600040101010101" pitchFamily="2" charset="-122"/>
                <a:ea typeface="华文楷体" panose="02010600040101010101" pitchFamily="2" charset="-122"/>
                <a:cs typeface="Consolas" pitchFamily="49" charset="0"/>
              </a:rPr>
              <a:t>，</a:t>
            </a:r>
            <a:r>
              <a:rPr lang="nb-NO" altLang="zh-CN" sz="2300" b="1" i="1" dirty="0">
                <a:solidFill>
                  <a:srgbClr val="C00000"/>
                </a:solidFill>
                <a:latin typeface="华文楷体" panose="02010600040101010101" pitchFamily="2" charset="-122"/>
                <a:ea typeface="华文楷体" panose="02010600040101010101" pitchFamily="2" charset="-122"/>
                <a:cs typeface="Consolas" pitchFamily="49" charset="0"/>
              </a:rPr>
              <a:t>n</a:t>
            </a:r>
            <a:r>
              <a:rPr lang="nb-NO" altLang="zh-CN" sz="2300" b="1" dirty="0">
                <a:solidFill>
                  <a:srgbClr val="C00000"/>
                </a:solidFill>
                <a:latin typeface="华文楷体" panose="02010600040101010101" pitchFamily="2" charset="-122"/>
                <a:ea typeface="华文楷体" panose="02010600040101010101" pitchFamily="2" charset="-122"/>
                <a:cs typeface="Consolas" pitchFamily="49" charset="0"/>
              </a:rPr>
              <a:t>)</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表示在</a:t>
            </a:r>
            <a:r>
              <a:rPr lang="nb-NO"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nb-NO"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i</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行上已经放好了</a:t>
            </a:r>
            <a:r>
              <a:rPr lang="nb-NO"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i</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个皇后</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用于在</a:t>
            </a:r>
            <a:r>
              <a:rPr lang="nb-NO"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i</a:t>
            </a:r>
            <a:r>
              <a:rPr lang="nb-NO"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nb-NO"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行放置</a:t>
            </a:r>
            <a:r>
              <a:rPr lang="nb-NO"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nb-NO"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nb-NO"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i</a:t>
            </a: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个皇后。</a:t>
            </a:r>
          </a:p>
          <a:p>
            <a:pPr>
              <a:lnSpc>
                <a:spcPct val="150000"/>
              </a:lnSpc>
              <a:defRPr/>
            </a:pPr>
            <a:r>
              <a:rPr lang="zh-CN" altLang="nb-NO" sz="2300" b="1" dirty="0">
                <a:solidFill>
                  <a:srgbClr val="0000FF"/>
                </a:solidFill>
                <a:latin typeface="华文楷体" panose="02010600040101010101" pitchFamily="2" charset="-122"/>
                <a:ea typeface="华文楷体" panose="02010600040101010101" pitchFamily="2" charset="-122"/>
                <a:cs typeface="Consolas" pitchFamily="49" charset="0"/>
              </a:rPr>
              <a:t>　　</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queen(</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i</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比</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queen(</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i</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少放置一个皇后。所以</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queen(</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i</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是“小问题”，</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queen(</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i</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是“大问题”。</a:t>
            </a:r>
            <a:endPar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endParaRPr>
          </a:p>
        </p:txBody>
      </p:sp>
      <p:sp>
        <p:nvSpPr>
          <p:cNvPr id="5" name="Text Box 3"/>
          <p:cNvSpPr txBox="1">
            <a:spLocks noChangeArrowheads="1"/>
          </p:cNvSpPr>
          <p:nvPr/>
        </p:nvSpPr>
        <p:spPr bwMode="auto">
          <a:xfrm>
            <a:off x="550590" y="3933850"/>
            <a:ext cx="9760824" cy="2142317"/>
          </a:xfrm>
          <a:prstGeom prst="rect">
            <a:avLst/>
          </a:prstGeom>
          <a:solidFill>
            <a:schemeClr val="bg1">
              <a:lumMod val="95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214272" tIns="171418" rIns="108850" bIns="171418">
            <a:spAutoFit/>
          </a:bodyPr>
          <a:lstStyle/>
          <a:p>
            <a:pPr>
              <a:lnSpc>
                <a:spcPct val="130000"/>
              </a:lnSpc>
              <a:defRPr/>
            </a:pP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queen(</a:t>
            </a:r>
            <a:r>
              <a:rPr lang="en-US" altLang="zh-CN" sz="2300" b="1" i="1" dirty="0" err="1">
                <a:solidFill>
                  <a:srgbClr val="0000FF"/>
                </a:solidFill>
                <a:latin typeface="华文楷体" panose="02010600040101010101" pitchFamily="2" charset="-122"/>
                <a:ea typeface="华文楷体" panose="02010600040101010101" pitchFamily="2" charset="-122"/>
                <a:cs typeface="Consolas" pitchFamily="49" charset="0"/>
              </a:rPr>
              <a:t>i</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 </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sym typeface="Symbol" pitchFamily="18" charset="2"/>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 </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个皇后放置完毕，输出一个解	</a:t>
            </a:r>
            <a:r>
              <a:rPr lang="zh-CN" altLang="en-US" sz="2300" b="1" dirty="0">
                <a:solidFill>
                  <a:srgbClr val="00B0F0"/>
                </a:solidFill>
                <a:latin typeface="华文楷体" panose="02010600040101010101" pitchFamily="2" charset="-122"/>
                <a:ea typeface="华文楷体" panose="02010600040101010101" pitchFamily="2" charset="-122"/>
                <a:cs typeface="Consolas" pitchFamily="49" charset="0"/>
              </a:rPr>
              <a:t>若</a:t>
            </a:r>
            <a:r>
              <a:rPr lang="en-US" altLang="zh-CN" sz="2300" b="1" i="1" dirty="0">
                <a:solidFill>
                  <a:srgbClr val="00B0F0"/>
                </a:solidFill>
                <a:latin typeface="华文楷体" panose="02010600040101010101" pitchFamily="2" charset="-122"/>
                <a:ea typeface="华文楷体" panose="02010600040101010101" pitchFamily="2" charset="-122"/>
                <a:cs typeface="Consolas" pitchFamily="49" charset="0"/>
              </a:rPr>
              <a:t>k</a:t>
            </a:r>
            <a:r>
              <a:rPr lang="en-US" altLang="zh-CN" sz="2300" b="1" dirty="0">
                <a:solidFill>
                  <a:srgbClr val="00B0F0"/>
                </a:solidFill>
                <a:latin typeface="华文楷体" panose="02010600040101010101" pitchFamily="2" charset="-122"/>
                <a:ea typeface="华文楷体" panose="02010600040101010101" pitchFamily="2" charset="-122"/>
                <a:cs typeface="Consolas" pitchFamily="49" charset="0"/>
              </a:rPr>
              <a:t>&gt;</a:t>
            </a:r>
            <a:r>
              <a:rPr lang="en-US" altLang="zh-CN" sz="2300" b="1" i="1" dirty="0">
                <a:solidFill>
                  <a:srgbClr val="00B0F0"/>
                </a:solidFill>
                <a:latin typeface="华文楷体" panose="02010600040101010101" pitchFamily="2" charset="-122"/>
                <a:ea typeface="华文楷体" panose="02010600040101010101" pitchFamily="2" charset="-122"/>
                <a:cs typeface="Consolas" pitchFamily="49" charset="0"/>
              </a:rPr>
              <a:t>n</a:t>
            </a:r>
            <a:endParaRPr lang="en-US" altLang="zh-CN" sz="2300" b="1" dirty="0">
              <a:solidFill>
                <a:srgbClr val="00B0F0"/>
              </a:solidFill>
              <a:latin typeface="华文楷体" panose="02010600040101010101" pitchFamily="2" charset="-122"/>
              <a:ea typeface="华文楷体" panose="02010600040101010101" pitchFamily="2" charset="-122"/>
              <a:cs typeface="Consolas" pitchFamily="49" charset="0"/>
            </a:endParaRPr>
          </a:p>
          <a:p>
            <a:pPr>
              <a:lnSpc>
                <a:spcPct val="130000"/>
              </a:lnSpc>
              <a:defRPr/>
            </a:pP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queen(</a:t>
            </a:r>
            <a:r>
              <a:rPr lang="en-US" altLang="zh-CN" sz="2300" b="1" i="1" dirty="0" err="1">
                <a:solidFill>
                  <a:srgbClr val="0000FF"/>
                </a:solidFill>
                <a:latin typeface="华文楷体" panose="02010600040101010101" pitchFamily="2" charset="-122"/>
                <a:ea typeface="华文楷体" panose="02010600040101010101" pitchFamily="2" charset="-122"/>
                <a:cs typeface="Consolas" pitchFamily="49" charset="0"/>
              </a:rPr>
              <a:t>i</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 </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sym typeface="Symbol" pitchFamily="18" charset="2"/>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 </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在第</a:t>
            </a:r>
            <a:r>
              <a:rPr lang="en-US" altLang="zh-CN" sz="2300" b="1" i="1" dirty="0" err="1">
                <a:solidFill>
                  <a:srgbClr val="0000FF"/>
                </a:solidFill>
                <a:latin typeface="华文楷体" panose="02010600040101010101" pitchFamily="2" charset="-122"/>
                <a:ea typeface="华文楷体" panose="02010600040101010101" pitchFamily="2" charset="-122"/>
                <a:cs typeface="Consolas" pitchFamily="49" charset="0"/>
              </a:rPr>
              <a:t>i</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行的</a:t>
            </a:r>
            <a:r>
              <a:rPr lang="zh-CN" altLang="en-US" sz="2300" b="1" dirty="0">
                <a:solidFill>
                  <a:srgbClr val="FF00FF"/>
                </a:solidFill>
                <a:latin typeface="华文楷体" panose="02010600040101010101" pitchFamily="2" charset="-122"/>
                <a:ea typeface="华文楷体" panose="02010600040101010101" pitchFamily="2" charset="-122"/>
                <a:cs typeface="Consolas" pitchFamily="49" charset="0"/>
              </a:rPr>
              <a:t>合适的位置（</a:t>
            </a:r>
            <a:r>
              <a:rPr lang="en-US" altLang="zh-CN" sz="2300" b="1" i="1" dirty="0" err="1">
                <a:solidFill>
                  <a:srgbClr val="FF00FF"/>
                </a:solidFill>
                <a:latin typeface="华文楷体" panose="02010600040101010101" pitchFamily="2" charset="-122"/>
                <a:ea typeface="华文楷体" panose="02010600040101010101" pitchFamily="2" charset="-122"/>
                <a:cs typeface="Consolas" pitchFamily="49" charset="0"/>
              </a:rPr>
              <a:t>i</a:t>
            </a:r>
            <a:r>
              <a:rPr lang="en-US" altLang="zh-CN" sz="2300" b="1" dirty="0" err="1">
                <a:solidFill>
                  <a:srgbClr val="FF00FF"/>
                </a:solidFill>
                <a:latin typeface="华文楷体" panose="02010600040101010101" pitchFamily="2" charset="-122"/>
                <a:ea typeface="华文楷体" panose="02010600040101010101" pitchFamily="2" charset="-122"/>
                <a:cs typeface="Consolas" pitchFamily="49" charset="0"/>
              </a:rPr>
              <a:t>,</a:t>
            </a:r>
            <a:r>
              <a:rPr lang="en-US" altLang="zh-CN" sz="2300" b="1" i="1" dirty="0" err="1">
                <a:solidFill>
                  <a:srgbClr val="FF00FF"/>
                </a:solidFill>
                <a:latin typeface="华文楷体" panose="02010600040101010101" pitchFamily="2" charset="-122"/>
                <a:ea typeface="华文楷体" panose="02010600040101010101" pitchFamily="2" charset="-122"/>
                <a:cs typeface="Consolas" pitchFamily="49" charset="0"/>
              </a:rPr>
              <a:t>j</a:t>
            </a:r>
            <a:r>
              <a:rPr lang="zh-CN" altLang="en-US" sz="2300" b="1" dirty="0">
                <a:solidFill>
                  <a:srgbClr val="FF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	</a:t>
            </a:r>
            <a:r>
              <a:rPr lang="zh-CN" altLang="en-US" sz="2300" b="1" dirty="0">
                <a:solidFill>
                  <a:srgbClr val="00B0F0"/>
                </a:solidFill>
                <a:latin typeface="华文楷体" panose="02010600040101010101" pitchFamily="2" charset="-122"/>
                <a:ea typeface="华文楷体" panose="02010600040101010101" pitchFamily="2" charset="-122"/>
                <a:cs typeface="Consolas" pitchFamily="49" charset="0"/>
              </a:rPr>
              <a:t>其他情况</a:t>
            </a:r>
            <a:endParaRPr lang="en-US" altLang="zh-CN" sz="2300" b="1" dirty="0">
              <a:solidFill>
                <a:srgbClr val="00B0F0"/>
              </a:solidFill>
              <a:latin typeface="华文楷体" panose="02010600040101010101" pitchFamily="2" charset="-122"/>
              <a:ea typeface="华文楷体" panose="02010600040101010101" pitchFamily="2" charset="-122"/>
              <a:cs typeface="Consolas" pitchFamily="49" charset="0"/>
            </a:endParaRPr>
          </a:p>
          <a:p>
            <a:pPr>
              <a:lnSpc>
                <a:spcPct val="130000"/>
              </a:lnSpc>
              <a:defRPr/>
            </a:pP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                 </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在其上放置一个皇后</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endPar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endParaRPr>
          </a:p>
          <a:p>
            <a:pPr>
              <a:lnSpc>
                <a:spcPct val="130000"/>
              </a:lnSpc>
              <a:defRPr/>
            </a:pP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              </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queen(</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i</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p>
        </p:txBody>
      </p:sp>
    </p:spTree>
    <p:extLst>
      <p:ext uri="{BB962C8B-B14F-4D97-AF65-F5344CB8AC3E}">
        <p14:creationId xmlns:p14="http://schemas.microsoft.com/office/powerpoint/2010/main" val="1020188956"/>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29379" name="Text Box 3"/>
          <p:cNvSpPr txBox="1">
            <a:spLocks noChangeArrowheads="1"/>
          </p:cNvSpPr>
          <p:nvPr/>
        </p:nvSpPr>
        <p:spPr bwMode="auto">
          <a:xfrm>
            <a:off x="118542" y="268782"/>
            <a:ext cx="11665591" cy="6322024"/>
          </a:xfrm>
          <a:prstGeom prst="rect">
            <a:avLst/>
          </a:prstGeom>
          <a:solidFill>
            <a:schemeClr val="bg1">
              <a:lumMod val="95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108850" tIns="171418" rIns="108850" bIns="54425">
            <a:spAutoFit/>
          </a:bodyPr>
          <a:lstStyle/>
          <a:p>
            <a:pPr>
              <a:defRPr/>
            </a:pPr>
            <a:r>
              <a:rPr lang="en-US" altLang="zh-CN" sz="1800" dirty="0">
                <a:solidFill>
                  <a:srgbClr val="0000FF"/>
                </a:solidFill>
                <a:latin typeface="Consolas" pitchFamily="49" charset="0"/>
                <a:ea typeface="仿宋" pitchFamily="49" charset="-122"/>
                <a:cs typeface="Consolas" pitchFamily="49" charset="0"/>
              </a:rPr>
              <a:t>bool place(int </a:t>
            </a:r>
            <a:r>
              <a:rPr lang="en-US" altLang="zh-CN" sz="1800" dirty="0" err="1">
                <a:solidFill>
                  <a:srgbClr val="0000FF"/>
                </a:solidFill>
                <a:latin typeface="Consolas" pitchFamily="49" charset="0"/>
                <a:ea typeface="仿宋" pitchFamily="49" charset="-122"/>
                <a:cs typeface="Consolas" pitchFamily="49" charset="0"/>
              </a:rPr>
              <a:t>i,int</a:t>
            </a:r>
            <a:r>
              <a:rPr lang="en-US" altLang="zh-CN" sz="1800" dirty="0">
                <a:solidFill>
                  <a:srgbClr val="0000FF"/>
                </a:solidFill>
                <a:latin typeface="Consolas" pitchFamily="49" charset="0"/>
                <a:ea typeface="仿宋" pitchFamily="49" charset="-122"/>
                <a:cs typeface="Consolas" pitchFamily="49" charset="0"/>
              </a:rPr>
              <a:t> j)		</a:t>
            </a:r>
            <a:r>
              <a:rPr lang="en-US" altLang="zh-CN" sz="1800" b="1" dirty="0">
                <a:solidFill>
                  <a:srgbClr val="00B0F0"/>
                </a:solidFill>
                <a:latin typeface="+mn-ea"/>
                <a:cs typeface="Consolas" pitchFamily="49" charset="0"/>
              </a:rPr>
              <a:t>//</a:t>
            </a:r>
            <a:r>
              <a:rPr lang="zh-CN" altLang="zh-CN" sz="1800" b="1" dirty="0">
                <a:solidFill>
                  <a:srgbClr val="00B0F0"/>
                </a:solidFill>
                <a:latin typeface="+mn-ea"/>
                <a:cs typeface="Consolas" pitchFamily="49" charset="0"/>
              </a:rPr>
              <a:t>测试</a:t>
            </a:r>
            <a:r>
              <a:rPr lang="en-US" altLang="zh-CN" sz="1800" b="1" dirty="0">
                <a:solidFill>
                  <a:srgbClr val="00B0F0"/>
                </a:solidFill>
                <a:latin typeface="+mn-ea"/>
                <a:cs typeface="Consolas" pitchFamily="49" charset="0"/>
              </a:rPr>
              <a:t>(</a:t>
            </a:r>
            <a:r>
              <a:rPr lang="en-US" altLang="zh-CN" sz="1800" b="1" dirty="0" err="1">
                <a:solidFill>
                  <a:srgbClr val="00B0F0"/>
                </a:solidFill>
                <a:latin typeface="+mn-ea"/>
                <a:cs typeface="Consolas" pitchFamily="49" charset="0"/>
              </a:rPr>
              <a:t>i,j</a:t>
            </a:r>
            <a:r>
              <a:rPr lang="en-US" altLang="zh-CN" sz="1800" b="1" dirty="0">
                <a:solidFill>
                  <a:srgbClr val="00B0F0"/>
                </a:solidFill>
                <a:latin typeface="+mn-ea"/>
                <a:cs typeface="Consolas" pitchFamily="49" charset="0"/>
              </a:rPr>
              <a:t>)</a:t>
            </a:r>
            <a:r>
              <a:rPr lang="zh-CN" altLang="zh-CN" sz="1800" b="1" dirty="0">
                <a:solidFill>
                  <a:srgbClr val="00B0F0"/>
                </a:solidFill>
                <a:latin typeface="+mn-ea"/>
                <a:cs typeface="Consolas" pitchFamily="49" charset="0"/>
              </a:rPr>
              <a:t>位置能否摆放皇后</a:t>
            </a:r>
          </a:p>
          <a:p>
            <a:pPr>
              <a:defRPr/>
            </a:pPr>
            <a:r>
              <a:rPr lang="en-US" altLang="zh-CN" sz="1800" dirty="0">
                <a:solidFill>
                  <a:srgbClr val="0000FF"/>
                </a:solidFill>
                <a:latin typeface="Consolas" pitchFamily="49" charset="0"/>
                <a:ea typeface="仿宋" pitchFamily="49" charset="-122"/>
                <a:cs typeface="Consolas" pitchFamily="49" charset="0"/>
              </a:rPr>
              <a:t>{   if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==1) return true;		</a:t>
            </a:r>
            <a:r>
              <a:rPr lang="en-US" altLang="zh-CN" sz="1800" b="1" dirty="0">
                <a:solidFill>
                  <a:srgbClr val="00B0F0"/>
                </a:solidFill>
                <a:latin typeface="+mn-ea"/>
              </a:rPr>
              <a:t>//</a:t>
            </a:r>
            <a:r>
              <a:rPr lang="zh-CN" altLang="zh-CN" sz="1800" b="1" dirty="0">
                <a:solidFill>
                  <a:srgbClr val="00B0F0"/>
                </a:solidFill>
                <a:latin typeface="+mn-ea"/>
              </a:rPr>
              <a:t>第一个皇后总是可以放置</a:t>
            </a:r>
          </a:p>
          <a:p>
            <a:pPr>
              <a:defRPr/>
            </a:pPr>
            <a:r>
              <a:rPr lang="en-US" altLang="zh-CN" sz="1800" dirty="0">
                <a:solidFill>
                  <a:srgbClr val="0000FF"/>
                </a:solidFill>
                <a:latin typeface="Consolas" pitchFamily="49" charset="0"/>
                <a:ea typeface="仿宋" pitchFamily="49" charset="-122"/>
                <a:cs typeface="Consolas" pitchFamily="49" charset="0"/>
              </a:rPr>
              <a:t>    int k=1;</a:t>
            </a:r>
            <a:endParaRPr lang="zh-CN" altLang="zh-CN" sz="1800" dirty="0">
              <a:solidFill>
                <a:srgbClr val="0000FF"/>
              </a:solidFill>
              <a:latin typeface="Consolas" pitchFamily="49" charset="0"/>
              <a:ea typeface="仿宋" pitchFamily="49" charset="-122"/>
              <a:cs typeface="Consolas" pitchFamily="49" charset="0"/>
            </a:endParaRPr>
          </a:p>
          <a:p>
            <a:pPr>
              <a:defRPr/>
            </a:pPr>
            <a:r>
              <a:rPr lang="en-US" altLang="zh-CN" sz="1800" dirty="0">
                <a:solidFill>
                  <a:srgbClr val="0000FF"/>
                </a:solidFill>
                <a:latin typeface="Consolas" pitchFamily="49" charset="0"/>
                <a:ea typeface="仿宋" pitchFamily="49" charset="-122"/>
                <a:cs typeface="Consolas" pitchFamily="49" charset="0"/>
              </a:rPr>
              <a:t>    while (k&lt;</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			</a:t>
            </a:r>
            <a:r>
              <a:rPr lang="en-US" altLang="zh-CN" sz="1800" b="1" dirty="0">
                <a:solidFill>
                  <a:srgbClr val="00B0F0"/>
                </a:solidFill>
                <a:latin typeface="+mn-ea"/>
              </a:rPr>
              <a:t>//k=1</a:t>
            </a:r>
            <a:r>
              <a:rPr lang="zh-CN" altLang="zh-CN" sz="1800" b="1" dirty="0">
                <a:solidFill>
                  <a:srgbClr val="00B0F0"/>
                </a:solidFill>
                <a:latin typeface="+mn-ea"/>
              </a:rPr>
              <a:t>～</a:t>
            </a:r>
            <a:r>
              <a:rPr lang="en-US" altLang="zh-CN" sz="1800" b="1" dirty="0">
                <a:solidFill>
                  <a:srgbClr val="00B0F0"/>
                </a:solidFill>
                <a:latin typeface="+mn-ea"/>
              </a:rPr>
              <a:t>i-1</a:t>
            </a:r>
            <a:r>
              <a:rPr lang="zh-CN" altLang="zh-CN" sz="1800" b="1" dirty="0">
                <a:solidFill>
                  <a:srgbClr val="00B0F0"/>
                </a:solidFill>
                <a:latin typeface="+mn-ea"/>
              </a:rPr>
              <a:t>是已放置了皇后的行</a:t>
            </a:r>
          </a:p>
          <a:p>
            <a:pPr>
              <a:defRPr/>
            </a:pPr>
            <a:r>
              <a:rPr lang="en-US" altLang="zh-CN" sz="1800" dirty="0">
                <a:solidFill>
                  <a:srgbClr val="0000FF"/>
                </a:solidFill>
                <a:latin typeface="Consolas" pitchFamily="49" charset="0"/>
                <a:ea typeface="仿宋" pitchFamily="49" charset="-122"/>
                <a:cs typeface="Consolas" pitchFamily="49" charset="0"/>
              </a:rPr>
              <a:t>    {	if ((q[k]==j) || (abs(q[k]-j)==abs(</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-k)))</a:t>
            </a:r>
            <a:endParaRPr lang="zh-CN" altLang="zh-CN" sz="1800" dirty="0">
              <a:solidFill>
                <a:srgbClr val="0000FF"/>
              </a:solidFill>
              <a:latin typeface="Consolas" pitchFamily="49" charset="0"/>
              <a:ea typeface="仿宋" pitchFamily="49" charset="-122"/>
              <a:cs typeface="Consolas" pitchFamily="49" charset="0"/>
            </a:endParaRPr>
          </a:p>
          <a:p>
            <a:pPr>
              <a:defRPr/>
            </a:pPr>
            <a:r>
              <a:rPr lang="en-US" altLang="zh-CN" sz="1800" dirty="0">
                <a:solidFill>
                  <a:srgbClr val="0000FF"/>
                </a:solidFill>
                <a:latin typeface="Consolas" pitchFamily="49" charset="0"/>
                <a:ea typeface="仿宋" pitchFamily="49" charset="-122"/>
                <a:cs typeface="Consolas" pitchFamily="49" charset="0"/>
              </a:rPr>
              <a:t>	    return false;</a:t>
            </a:r>
            <a:endParaRPr lang="zh-CN" altLang="zh-CN" sz="1800" dirty="0">
              <a:solidFill>
                <a:srgbClr val="0000FF"/>
              </a:solidFill>
              <a:latin typeface="Consolas" pitchFamily="49" charset="0"/>
              <a:ea typeface="仿宋" pitchFamily="49" charset="-122"/>
              <a:cs typeface="Consolas" pitchFamily="49" charset="0"/>
            </a:endParaRPr>
          </a:p>
          <a:p>
            <a:pPr>
              <a:defRPr/>
            </a:pPr>
            <a:r>
              <a:rPr lang="en-US" altLang="zh-CN" sz="1800" dirty="0">
                <a:solidFill>
                  <a:srgbClr val="0000FF"/>
                </a:solidFill>
                <a:latin typeface="Consolas" pitchFamily="49" charset="0"/>
                <a:ea typeface="仿宋" pitchFamily="49" charset="-122"/>
                <a:cs typeface="Consolas" pitchFamily="49" charset="0"/>
              </a:rPr>
              <a:t>	k++;</a:t>
            </a:r>
            <a:endParaRPr lang="zh-CN" altLang="zh-CN" sz="1800" dirty="0">
              <a:solidFill>
                <a:srgbClr val="0000FF"/>
              </a:solidFill>
              <a:latin typeface="Consolas" pitchFamily="49" charset="0"/>
              <a:ea typeface="仿宋" pitchFamily="49" charset="-122"/>
              <a:cs typeface="Consolas" pitchFamily="49" charset="0"/>
            </a:endParaRPr>
          </a:p>
          <a:p>
            <a:pPr>
              <a:defRPr/>
            </a:pPr>
            <a:r>
              <a:rPr lang="en-US" altLang="zh-CN" sz="1800" dirty="0">
                <a:solidFill>
                  <a:srgbClr val="0000FF"/>
                </a:solidFill>
                <a:latin typeface="Consolas" pitchFamily="49" charset="0"/>
                <a:ea typeface="仿宋" pitchFamily="49" charset="-122"/>
                <a:cs typeface="Consolas" pitchFamily="49" charset="0"/>
              </a:rPr>
              <a:t>    }</a:t>
            </a:r>
            <a:endParaRPr lang="zh-CN" altLang="zh-CN" sz="1800" dirty="0">
              <a:solidFill>
                <a:srgbClr val="0000FF"/>
              </a:solidFill>
              <a:latin typeface="Consolas" pitchFamily="49" charset="0"/>
              <a:ea typeface="仿宋" pitchFamily="49" charset="-122"/>
              <a:cs typeface="Consolas" pitchFamily="49" charset="0"/>
            </a:endParaRPr>
          </a:p>
          <a:p>
            <a:pPr>
              <a:defRPr/>
            </a:pPr>
            <a:r>
              <a:rPr lang="en-US" altLang="zh-CN" sz="1800" dirty="0">
                <a:solidFill>
                  <a:srgbClr val="0000FF"/>
                </a:solidFill>
                <a:latin typeface="Consolas" pitchFamily="49" charset="0"/>
                <a:ea typeface="仿宋" pitchFamily="49" charset="-122"/>
                <a:cs typeface="Consolas" pitchFamily="49" charset="0"/>
              </a:rPr>
              <a:t>    return true;</a:t>
            </a:r>
            <a:endParaRPr lang="zh-CN" altLang="zh-CN" sz="1800" dirty="0">
              <a:solidFill>
                <a:srgbClr val="0000FF"/>
              </a:solidFill>
              <a:latin typeface="Consolas" pitchFamily="49" charset="0"/>
              <a:ea typeface="仿宋" pitchFamily="49" charset="-122"/>
              <a:cs typeface="Consolas" pitchFamily="49" charset="0"/>
            </a:endParaRPr>
          </a:p>
          <a:p>
            <a:pPr>
              <a:defRPr/>
            </a:pP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nSpc>
                <a:spcPct val="200000"/>
              </a:lnSpc>
              <a:defRPr/>
            </a:pPr>
            <a:r>
              <a:rPr lang="en-US" altLang="zh-CN" sz="1800" dirty="0">
                <a:solidFill>
                  <a:srgbClr val="0000FF"/>
                </a:solidFill>
                <a:latin typeface="Consolas" pitchFamily="49" charset="0"/>
                <a:ea typeface="仿宋" pitchFamily="49" charset="-122"/>
                <a:cs typeface="Consolas" pitchFamily="49" charset="0"/>
              </a:rPr>
              <a:t>void </a:t>
            </a:r>
            <a:r>
              <a:rPr lang="en-US" altLang="zh-CN" sz="1800" dirty="0">
                <a:solidFill>
                  <a:srgbClr val="FF0000"/>
                </a:solidFill>
                <a:latin typeface="Consolas" pitchFamily="49" charset="0"/>
                <a:ea typeface="仿宋" pitchFamily="49" charset="-122"/>
                <a:cs typeface="Consolas" pitchFamily="49" charset="0"/>
              </a:rPr>
              <a:t>queen</a:t>
            </a:r>
            <a:r>
              <a:rPr lang="en-US" altLang="zh-CN" sz="1800" dirty="0">
                <a:solidFill>
                  <a:srgbClr val="0000FF"/>
                </a:solidFill>
                <a:latin typeface="Consolas" pitchFamily="49" charset="0"/>
                <a:ea typeface="仿宋" pitchFamily="49" charset="-122"/>
                <a:cs typeface="Consolas" pitchFamily="49" charset="0"/>
              </a:rPr>
              <a:t>(int </a:t>
            </a:r>
            <a:r>
              <a:rPr lang="en-US" altLang="zh-CN" sz="1800" dirty="0" err="1">
                <a:solidFill>
                  <a:srgbClr val="0000FF"/>
                </a:solidFill>
                <a:latin typeface="Consolas" pitchFamily="49" charset="0"/>
                <a:ea typeface="仿宋" pitchFamily="49" charset="-122"/>
                <a:cs typeface="Consolas" pitchFamily="49" charset="0"/>
              </a:rPr>
              <a:t>i,int</a:t>
            </a:r>
            <a:r>
              <a:rPr lang="en-US" altLang="zh-CN" sz="1800" dirty="0">
                <a:solidFill>
                  <a:srgbClr val="0000FF"/>
                </a:solidFill>
                <a:latin typeface="Consolas" pitchFamily="49" charset="0"/>
                <a:ea typeface="仿宋" pitchFamily="49" charset="-122"/>
                <a:cs typeface="Consolas" pitchFamily="49" charset="0"/>
              </a:rPr>
              <a:t> n)		</a:t>
            </a:r>
            <a:r>
              <a:rPr lang="en-US" altLang="zh-CN" sz="1800" b="1" dirty="0">
                <a:solidFill>
                  <a:srgbClr val="00B0F0"/>
                </a:solidFill>
                <a:latin typeface="+mn-ea"/>
              </a:rPr>
              <a:t>//</a:t>
            </a:r>
            <a:r>
              <a:rPr lang="zh-CN" altLang="zh-CN" sz="1800" b="1" dirty="0">
                <a:solidFill>
                  <a:srgbClr val="00B0F0"/>
                </a:solidFill>
                <a:latin typeface="+mn-ea"/>
              </a:rPr>
              <a:t>放置</a:t>
            </a:r>
            <a:r>
              <a:rPr lang="en-US" altLang="zh-CN" sz="1800" b="1" dirty="0">
                <a:solidFill>
                  <a:srgbClr val="00B0F0"/>
                </a:solidFill>
                <a:latin typeface="+mn-ea"/>
              </a:rPr>
              <a:t>1</a:t>
            </a:r>
            <a:r>
              <a:rPr lang="zh-CN" altLang="zh-CN" sz="1800" b="1" dirty="0">
                <a:solidFill>
                  <a:srgbClr val="00B0F0"/>
                </a:solidFill>
                <a:latin typeface="+mn-ea"/>
              </a:rPr>
              <a:t>～</a:t>
            </a:r>
            <a:r>
              <a:rPr lang="en-US" altLang="zh-CN" sz="1800" b="1" dirty="0" err="1">
                <a:solidFill>
                  <a:srgbClr val="00B0F0"/>
                </a:solidFill>
                <a:latin typeface="+mn-ea"/>
              </a:rPr>
              <a:t>i</a:t>
            </a:r>
            <a:r>
              <a:rPr lang="zh-CN" altLang="zh-CN" sz="1800" b="1" dirty="0">
                <a:solidFill>
                  <a:srgbClr val="00B0F0"/>
                </a:solidFill>
                <a:latin typeface="+mn-ea"/>
              </a:rPr>
              <a:t>的皇后</a:t>
            </a:r>
          </a:p>
          <a:p>
            <a:pPr>
              <a:defRPr/>
            </a:pPr>
            <a:r>
              <a:rPr lang="en-US" altLang="zh-CN" sz="1800" dirty="0">
                <a:solidFill>
                  <a:srgbClr val="0000FF"/>
                </a:solidFill>
                <a:latin typeface="Consolas" pitchFamily="49" charset="0"/>
                <a:ea typeface="仿宋" pitchFamily="49" charset="-122"/>
                <a:cs typeface="Consolas" pitchFamily="49" charset="0"/>
              </a:rPr>
              <a:t>{   if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&gt;n) </a:t>
            </a:r>
            <a:endParaRPr lang="zh-CN" altLang="zh-CN" sz="1800" dirty="0">
              <a:solidFill>
                <a:srgbClr val="0000FF"/>
              </a:solidFill>
              <a:latin typeface="Consolas" pitchFamily="49" charset="0"/>
              <a:ea typeface="仿宋" pitchFamily="49" charset="-122"/>
              <a:cs typeface="Consolas" pitchFamily="49" charset="0"/>
            </a:endParaRPr>
          </a:p>
          <a:p>
            <a:pPr>
              <a:defRPr/>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dispasolution</a:t>
            </a:r>
            <a:r>
              <a:rPr lang="en-US" altLang="zh-CN" sz="1800" dirty="0">
                <a:solidFill>
                  <a:srgbClr val="0000FF"/>
                </a:solidFill>
                <a:latin typeface="Consolas" pitchFamily="49" charset="0"/>
                <a:ea typeface="仿宋" pitchFamily="49" charset="-122"/>
                <a:cs typeface="Consolas" pitchFamily="49" charset="0"/>
              </a:rPr>
              <a:t>(n);		</a:t>
            </a:r>
            <a:r>
              <a:rPr lang="en-US" altLang="zh-CN" sz="1800" b="1" dirty="0">
                <a:solidFill>
                  <a:srgbClr val="00B0F0"/>
                </a:solidFill>
                <a:latin typeface="+mn-ea"/>
              </a:rPr>
              <a:t>//</a:t>
            </a:r>
            <a:r>
              <a:rPr lang="zh-CN" altLang="zh-CN" sz="1800" b="1" dirty="0">
                <a:solidFill>
                  <a:srgbClr val="00B0F0"/>
                </a:solidFill>
                <a:latin typeface="+mn-ea"/>
              </a:rPr>
              <a:t>所有皇后放置结束</a:t>
            </a:r>
          </a:p>
          <a:p>
            <a:pPr>
              <a:defRPr/>
            </a:pPr>
            <a:r>
              <a:rPr lang="en-US" altLang="zh-CN" sz="1800" dirty="0">
                <a:solidFill>
                  <a:srgbClr val="0000FF"/>
                </a:solidFill>
                <a:latin typeface="Consolas" pitchFamily="49" charset="0"/>
                <a:ea typeface="仿宋" pitchFamily="49" charset="-122"/>
                <a:cs typeface="Consolas" pitchFamily="49" charset="0"/>
              </a:rPr>
              <a:t>    else</a:t>
            </a:r>
            <a:endParaRPr lang="zh-CN" altLang="zh-CN" sz="1800" dirty="0">
              <a:solidFill>
                <a:srgbClr val="0000FF"/>
              </a:solidFill>
              <a:latin typeface="Consolas" pitchFamily="49" charset="0"/>
              <a:ea typeface="仿宋" pitchFamily="49" charset="-122"/>
              <a:cs typeface="Consolas" pitchFamily="49" charset="0"/>
            </a:endParaRPr>
          </a:p>
          <a:p>
            <a:pPr>
              <a:defRPr/>
            </a:pPr>
            <a:r>
              <a:rPr lang="en-US" altLang="zh-CN" sz="1800" dirty="0">
                <a:solidFill>
                  <a:srgbClr val="0000FF"/>
                </a:solidFill>
                <a:latin typeface="Consolas" pitchFamily="49" charset="0"/>
                <a:ea typeface="仿宋" pitchFamily="49" charset="-122"/>
                <a:cs typeface="Consolas" pitchFamily="49" charset="0"/>
              </a:rPr>
              <a:t>    {	for (int j=1;j&lt;=</a:t>
            </a:r>
            <a:r>
              <a:rPr lang="en-US" altLang="zh-CN" sz="1800" dirty="0" err="1">
                <a:solidFill>
                  <a:srgbClr val="0000FF"/>
                </a:solidFill>
                <a:latin typeface="Consolas" pitchFamily="49" charset="0"/>
                <a:ea typeface="仿宋" pitchFamily="49" charset="-122"/>
                <a:cs typeface="Consolas" pitchFamily="49" charset="0"/>
              </a:rPr>
              <a:t>n;j</a:t>
            </a:r>
            <a:r>
              <a:rPr lang="en-US" altLang="zh-CN" sz="1800" dirty="0">
                <a:solidFill>
                  <a:srgbClr val="0000FF"/>
                </a:solidFill>
                <a:latin typeface="Consolas" pitchFamily="49" charset="0"/>
                <a:ea typeface="仿宋" pitchFamily="49" charset="-122"/>
                <a:cs typeface="Consolas" pitchFamily="49" charset="0"/>
              </a:rPr>
              <a:t>++)	</a:t>
            </a:r>
            <a:r>
              <a:rPr lang="en-US" altLang="zh-CN" sz="1800" b="1" dirty="0">
                <a:solidFill>
                  <a:srgbClr val="00B0F0"/>
                </a:solidFill>
                <a:latin typeface="+mn-ea"/>
              </a:rPr>
              <a:t>//</a:t>
            </a:r>
            <a:r>
              <a:rPr lang="zh-CN" altLang="zh-CN" sz="1800" b="1" dirty="0">
                <a:solidFill>
                  <a:srgbClr val="00B0F0"/>
                </a:solidFill>
                <a:latin typeface="+mn-ea"/>
              </a:rPr>
              <a:t>在第</a:t>
            </a:r>
            <a:r>
              <a:rPr lang="en-US" altLang="zh-CN" sz="1800" b="1" dirty="0" err="1">
                <a:solidFill>
                  <a:srgbClr val="00B0F0"/>
                </a:solidFill>
                <a:latin typeface="+mn-ea"/>
              </a:rPr>
              <a:t>i</a:t>
            </a:r>
            <a:r>
              <a:rPr lang="zh-CN" altLang="zh-CN" sz="1800" b="1" dirty="0">
                <a:solidFill>
                  <a:srgbClr val="00B0F0"/>
                </a:solidFill>
                <a:latin typeface="+mn-ea"/>
              </a:rPr>
              <a:t>行上试探每一个列</a:t>
            </a:r>
            <a:r>
              <a:rPr lang="en-US" altLang="zh-CN" sz="1800" b="1" dirty="0">
                <a:solidFill>
                  <a:srgbClr val="00B0F0"/>
                </a:solidFill>
                <a:latin typeface="+mn-ea"/>
              </a:rPr>
              <a:t>j</a:t>
            </a:r>
            <a:endParaRPr lang="zh-CN" altLang="zh-CN" sz="1800" b="1" dirty="0">
              <a:solidFill>
                <a:srgbClr val="00B0F0"/>
              </a:solidFill>
              <a:latin typeface="+mn-ea"/>
            </a:endParaRPr>
          </a:p>
          <a:p>
            <a:pPr>
              <a:defRPr/>
            </a:pPr>
            <a:r>
              <a:rPr lang="en-US" altLang="zh-CN" sz="1800" dirty="0">
                <a:solidFill>
                  <a:srgbClr val="0000FF"/>
                </a:solidFill>
                <a:latin typeface="Consolas" pitchFamily="49" charset="0"/>
                <a:ea typeface="仿宋" pitchFamily="49" charset="-122"/>
                <a:cs typeface="Consolas" pitchFamily="49" charset="0"/>
              </a:rPr>
              <a:t>	    if (place(</a:t>
            </a:r>
            <a:r>
              <a:rPr lang="en-US" altLang="zh-CN" sz="1800" dirty="0" err="1">
                <a:solidFill>
                  <a:srgbClr val="0000FF"/>
                </a:solidFill>
                <a:latin typeface="Consolas" pitchFamily="49" charset="0"/>
                <a:ea typeface="仿宋" pitchFamily="49" charset="-122"/>
                <a:cs typeface="Consolas" pitchFamily="49" charset="0"/>
              </a:rPr>
              <a:t>i,j</a:t>
            </a:r>
            <a:r>
              <a:rPr lang="en-US" altLang="zh-CN" sz="1800" dirty="0">
                <a:solidFill>
                  <a:srgbClr val="0000FF"/>
                </a:solidFill>
                <a:latin typeface="Consolas" pitchFamily="49" charset="0"/>
                <a:ea typeface="仿宋" pitchFamily="49" charset="-122"/>
                <a:cs typeface="Consolas" pitchFamily="49" charset="0"/>
              </a:rPr>
              <a:t>))		</a:t>
            </a:r>
            <a:r>
              <a:rPr lang="en-US" altLang="zh-CN" sz="1800" b="1" dirty="0">
                <a:solidFill>
                  <a:srgbClr val="00B0F0"/>
                </a:solidFill>
                <a:latin typeface="+mn-ea"/>
              </a:rPr>
              <a:t>//</a:t>
            </a:r>
            <a:r>
              <a:rPr lang="zh-CN" altLang="zh-CN" sz="1800" b="1" dirty="0">
                <a:solidFill>
                  <a:srgbClr val="00B0F0"/>
                </a:solidFill>
                <a:latin typeface="+mn-ea"/>
              </a:rPr>
              <a:t>在第</a:t>
            </a:r>
            <a:r>
              <a:rPr lang="en-US" altLang="zh-CN" sz="1800" b="1" dirty="0" err="1">
                <a:solidFill>
                  <a:srgbClr val="00B0F0"/>
                </a:solidFill>
                <a:latin typeface="+mn-ea"/>
              </a:rPr>
              <a:t>i</a:t>
            </a:r>
            <a:r>
              <a:rPr lang="zh-CN" altLang="zh-CN" sz="1800" b="1" dirty="0">
                <a:solidFill>
                  <a:srgbClr val="00B0F0"/>
                </a:solidFill>
                <a:latin typeface="+mn-ea"/>
              </a:rPr>
              <a:t>行上找到一个合适位置</a:t>
            </a:r>
            <a:r>
              <a:rPr lang="en-US" altLang="zh-CN" sz="1800" b="1" dirty="0">
                <a:solidFill>
                  <a:srgbClr val="00B0F0"/>
                </a:solidFill>
                <a:latin typeface="+mn-ea"/>
              </a:rPr>
              <a:t>(</a:t>
            </a:r>
            <a:r>
              <a:rPr lang="en-US" altLang="zh-CN" sz="1800" b="1" dirty="0" err="1">
                <a:solidFill>
                  <a:srgbClr val="00B0F0"/>
                </a:solidFill>
                <a:latin typeface="+mn-ea"/>
              </a:rPr>
              <a:t>i,j</a:t>
            </a:r>
            <a:r>
              <a:rPr lang="en-US" altLang="zh-CN" sz="1800" b="1" dirty="0">
                <a:solidFill>
                  <a:srgbClr val="00B0F0"/>
                </a:solidFill>
                <a:latin typeface="+mn-ea"/>
              </a:rPr>
              <a:t>)</a:t>
            </a:r>
            <a:endParaRPr lang="zh-CN" altLang="zh-CN" sz="1800" b="1" dirty="0">
              <a:solidFill>
                <a:srgbClr val="00B0F0"/>
              </a:solidFill>
              <a:latin typeface="+mn-ea"/>
            </a:endParaRPr>
          </a:p>
          <a:p>
            <a:pPr>
              <a:defRPr/>
            </a:pPr>
            <a:r>
              <a:rPr lang="en-US" altLang="zh-CN" sz="1800" dirty="0">
                <a:solidFill>
                  <a:srgbClr val="0000FF"/>
                </a:solidFill>
                <a:latin typeface="Consolas" pitchFamily="49" charset="0"/>
                <a:ea typeface="仿宋" pitchFamily="49" charset="-122"/>
                <a:cs typeface="Consolas" pitchFamily="49" charset="0"/>
              </a:rPr>
              <a:t>	    {	q[</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]=j;</a:t>
            </a:r>
            <a:endParaRPr lang="zh-CN" altLang="zh-CN" sz="1800" dirty="0">
              <a:solidFill>
                <a:srgbClr val="0000FF"/>
              </a:solidFill>
              <a:latin typeface="Consolas" pitchFamily="49" charset="0"/>
              <a:ea typeface="仿宋" pitchFamily="49" charset="-122"/>
              <a:cs typeface="Consolas" pitchFamily="49" charset="0"/>
            </a:endParaRPr>
          </a:p>
          <a:p>
            <a:pPr>
              <a:defRPr/>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rgbClr val="FF0000"/>
                </a:solidFill>
                <a:latin typeface="Consolas" pitchFamily="49" charset="0"/>
                <a:ea typeface="仿宋" pitchFamily="49" charset="-122"/>
                <a:cs typeface="Consolas" pitchFamily="49" charset="0"/>
              </a:rPr>
              <a:t>queen</a:t>
            </a:r>
            <a:r>
              <a:rPr lang="en-US" altLang="zh-CN" sz="1800" dirty="0">
                <a:solidFill>
                  <a:srgbClr val="0000FF"/>
                </a:solidFill>
                <a:latin typeface="Consolas" pitchFamily="49" charset="0"/>
                <a:ea typeface="仿宋" pitchFamily="49" charset="-122"/>
                <a:cs typeface="Consolas" pitchFamily="49" charset="0"/>
              </a:rPr>
              <a:t>(i+1,n);</a:t>
            </a:r>
            <a:endParaRPr lang="zh-CN" altLang="zh-CN" sz="1800" dirty="0">
              <a:solidFill>
                <a:srgbClr val="0000FF"/>
              </a:solidFill>
              <a:latin typeface="Consolas" pitchFamily="49" charset="0"/>
              <a:ea typeface="仿宋" pitchFamily="49" charset="-122"/>
              <a:cs typeface="Consolas" pitchFamily="49" charset="0"/>
            </a:endParaRPr>
          </a:p>
          <a:p>
            <a:pPr>
              <a:defRPr/>
            </a:pPr>
            <a:r>
              <a:rPr lang="en-US" altLang="zh-CN" sz="1800" dirty="0">
                <a:solidFill>
                  <a:srgbClr val="0000FF"/>
                </a:solidFill>
                <a:latin typeface="Consolas" pitchFamily="49" charset="0"/>
                <a:ea typeface="仿宋" pitchFamily="49" charset="-122"/>
                <a:cs typeface="Consolas" pitchFamily="49" charset="0"/>
              </a:rPr>
              <a:t>	    }</a:t>
            </a:r>
            <a:endParaRPr lang="zh-CN" altLang="zh-CN" sz="1800" dirty="0">
              <a:solidFill>
                <a:srgbClr val="0000FF"/>
              </a:solidFill>
              <a:latin typeface="Consolas" pitchFamily="49" charset="0"/>
              <a:ea typeface="仿宋" pitchFamily="49" charset="-122"/>
              <a:cs typeface="Consolas" pitchFamily="49" charset="0"/>
            </a:endParaRPr>
          </a:p>
          <a:p>
            <a:pPr>
              <a:defRPr/>
            </a:pPr>
            <a:r>
              <a:rPr lang="en-US" altLang="zh-CN" sz="1800" dirty="0">
                <a:solidFill>
                  <a:srgbClr val="0000FF"/>
                </a:solidFill>
                <a:latin typeface="Consolas" pitchFamily="49" charset="0"/>
                <a:ea typeface="仿宋" pitchFamily="49" charset="-122"/>
                <a:cs typeface="Consolas" pitchFamily="49" charset="0"/>
              </a:rPr>
              <a:t>    }</a:t>
            </a:r>
            <a:endParaRPr lang="zh-CN" altLang="zh-CN" sz="1800" dirty="0">
              <a:solidFill>
                <a:srgbClr val="0000FF"/>
              </a:solidFill>
              <a:latin typeface="Consolas" pitchFamily="49" charset="0"/>
              <a:ea typeface="仿宋" pitchFamily="49" charset="-122"/>
              <a:cs typeface="Consolas" pitchFamily="49" charset="0"/>
            </a:endParaRPr>
          </a:p>
          <a:p>
            <a:pPr>
              <a:defRPr/>
            </a:pPr>
            <a:r>
              <a:rPr lang="en-US" altLang="zh-CN" sz="1800" dirty="0">
                <a:solidFill>
                  <a:srgbClr val="0000FF"/>
                </a:solidFill>
                <a:latin typeface="Consolas" pitchFamily="49" charset="0"/>
                <a:ea typeface="仿宋" pitchFamily="49" charset="-122"/>
                <a:cs typeface="Consolas" pitchFamily="49" charset="0"/>
              </a:rPr>
              <a:t>}</a:t>
            </a:r>
          </a:p>
        </p:txBody>
      </p:sp>
    </p:spTree>
    <p:extLst>
      <p:ext uri="{BB962C8B-B14F-4D97-AF65-F5344CB8AC3E}">
        <p14:creationId xmlns:p14="http://schemas.microsoft.com/office/powerpoint/2010/main" val="3966037444"/>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478582" y="1053530"/>
            <a:ext cx="9407358" cy="463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spcBef>
                <a:spcPct val="50000"/>
              </a:spcBef>
            </a:pP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本程序一次执行结果如下：</a:t>
            </a:r>
          </a:p>
        </p:txBody>
      </p:sp>
      <p:sp>
        <p:nvSpPr>
          <p:cNvPr id="13316" name="Text Box 3"/>
          <p:cNvSpPr txBox="1">
            <a:spLocks noChangeArrowheads="1"/>
          </p:cNvSpPr>
          <p:nvPr/>
        </p:nvSpPr>
        <p:spPr bwMode="auto">
          <a:xfrm>
            <a:off x="639233" y="1483842"/>
            <a:ext cx="9280401" cy="2469842"/>
          </a:xfrm>
          <a:prstGeom prst="rect">
            <a:avLst/>
          </a:prstGeom>
          <a:solidFill>
            <a:schemeClr val="bg1"/>
          </a:solidFill>
          <a:ln w="9525">
            <a:noFill/>
            <a:miter lim="800000"/>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lIns="214272" tIns="171418" rIns="214272" bIns="171418">
            <a:spAutoFit/>
          </a:bodyPr>
          <a:lstStyle/>
          <a:p>
            <a:pPr>
              <a:defRPr/>
            </a:pP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皇后问题</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(n&lt;20) n=</a:t>
            </a:r>
            <a:r>
              <a:rPr lang="en-US" altLang="zh-CN" sz="2300" b="1" u="sng" dirty="0">
                <a:solidFill>
                  <a:srgbClr val="FF0000"/>
                </a:solidFill>
                <a:latin typeface="华文楷体" panose="02010600040101010101" pitchFamily="2" charset="-122"/>
                <a:ea typeface="华文楷体" panose="02010600040101010101" pitchFamily="2" charset="-122"/>
                <a:cs typeface="Consolas" pitchFamily="49" charset="0"/>
              </a:rPr>
              <a:t>6↙</a:t>
            </a:r>
            <a:endParaRPr lang="en-US" altLang="zh-CN" sz="2300" b="1" dirty="0">
              <a:solidFill>
                <a:srgbClr val="FF0000"/>
              </a:solidFill>
              <a:latin typeface="华文楷体" panose="02010600040101010101" pitchFamily="2" charset="-122"/>
              <a:ea typeface="华文楷体" panose="02010600040101010101" pitchFamily="2" charset="-122"/>
              <a:cs typeface="Consolas" pitchFamily="49" charset="0"/>
            </a:endParaRPr>
          </a:p>
          <a:p>
            <a:pPr>
              <a:defRPr/>
            </a:pP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6</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皇后问题求解如下：</a:t>
            </a:r>
          </a:p>
          <a:p>
            <a:pPr>
              <a:defRPr/>
            </a:pP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 第</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个解：</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2) (2</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4) (3</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6) (4</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 (5</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3) (6</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5)</a:t>
            </a:r>
          </a:p>
          <a:p>
            <a:pPr>
              <a:defRPr/>
            </a:pP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 </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第</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2</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个解：</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3) (2</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6) (3</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2) (4</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5) (5</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 (6</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4)</a:t>
            </a:r>
          </a:p>
          <a:p>
            <a:pPr>
              <a:defRPr/>
            </a:pP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 </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第</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3</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个解：</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4) (2</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 (3</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5) (4</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2) (5</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6) (6</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3)</a:t>
            </a:r>
          </a:p>
          <a:p>
            <a:pPr>
              <a:defRPr/>
            </a:pP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 </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第</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4</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个解：</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5) (2</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3) (3</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 (4</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6) (5</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4) (6</a:t>
            </a:r>
            <a:r>
              <a:rPr lang="zh-CN" altLang="en-US"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2)</a:t>
            </a:r>
          </a:p>
        </p:txBody>
      </p:sp>
      <p:graphicFrame>
        <p:nvGraphicFramePr>
          <p:cNvPr id="28676" name="Object 4"/>
          <p:cNvGraphicFramePr>
            <a:graphicFrameLocks noChangeAspect="1"/>
          </p:cNvGraphicFramePr>
          <p:nvPr>
            <p:extLst>
              <p:ext uri="{D42A27DB-BD31-4B8C-83A1-F6EECF244321}">
                <p14:modId xmlns:p14="http://schemas.microsoft.com/office/powerpoint/2010/main" val="1981016846"/>
              </p:ext>
            </p:extLst>
          </p:nvPr>
        </p:nvGraphicFramePr>
        <p:xfrm>
          <a:off x="539536" y="4161147"/>
          <a:ext cx="10848621" cy="2327814"/>
        </p:xfrm>
        <a:graphic>
          <a:graphicData uri="http://schemas.openxmlformats.org/presentationml/2006/ole">
            <mc:AlternateContent xmlns:mc="http://schemas.openxmlformats.org/markup-compatibility/2006">
              <mc:Choice xmlns:v="urn:schemas-microsoft-com:vml" Requires="v">
                <p:oleObj name="图片" r:id="rId4" imgW="5443054" imgH="1540867" progId="">
                  <p:embed/>
                </p:oleObj>
              </mc:Choice>
              <mc:Fallback>
                <p:oleObj name="图片" r:id="rId4" imgW="5443054" imgH="1540867"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536" y="4161147"/>
                        <a:ext cx="10848621" cy="2327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18" name="AutoShape 6"/>
          <p:cNvSpPr>
            <a:spLocks noChangeArrowheads="1"/>
          </p:cNvSpPr>
          <p:nvPr/>
        </p:nvSpPr>
        <p:spPr bwMode="auto">
          <a:xfrm>
            <a:off x="5060857" y="3872998"/>
            <a:ext cx="380950" cy="360446"/>
          </a:xfrm>
          <a:prstGeom prst="downArrow">
            <a:avLst>
              <a:gd name="adj1" fmla="val 50000"/>
              <a:gd name="adj2" fmla="val 25000"/>
            </a:avLst>
          </a:prstGeom>
          <a:ln>
            <a:headEnd/>
            <a:tailEnd/>
          </a:ln>
        </p:spPr>
        <p:style>
          <a:lnRef idx="2">
            <a:schemeClr val="dk1">
              <a:shade val="50000"/>
            </a:schemeClr>
          </a:lnRef>
          <a:fillRef idx="1">
            <a:schemeClr val="dk1"/>
          </a:fillRef>
          <a:effectRef idx="0">
            <a:schemeClr val="dk1"/>
          </a:effectRef>
          <a:fontRef idx="minor">
            <a:schemeClr val="lt1"/>
          </a:fontRef>
        </p:style>
        <p:txBody>
          <a:bodyPr wrap="none" lIns="108850" tIns="54425" rIns="108850" bIns="54425" anchor="ctr"/>
          <a:lstStyle/>
          <a:p>
            <a:pPr>
              <a:defRPr/>
            </a:pPr>
            <a:endParaRPr lang="zh-CN" altLang="en-US" sz="2300">
              <a:latin typeface="微软雅黑" pitchFamily="34" charset="-122"/>
              <a:ea typeface="微软雅黑" pitchFamily="34" charset="-122"/>
              <a:cs typeface="Consolas" pitchFamily="49" charset="0"/>
            </a:endParaRPr>
          </a:p>
        </p:txBody>
      </p:sp>
    </p:spTree>
    <p:extLst>
      <p:ext uri="{BB962C8B-B14F-4D97-AF65-F5344CB8AC3E}">
        <p14:creationId xmlns:p14="http://schemas.microsoft.com/office/powerpoint/2010/main" val="2697087709"/>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5F16B8B9-C7EA-49C3-B67E-47A44E353D3F}" type="slidenum">
              <a:rPr lang="zh-CN" altLang="en-US"/>
              <a:pPr>
                <a:defRPr/>
              </a:pPr>
              <a:t>22</a:t>
            </a:fld>
            <a:endParaRPr lang="en-US" altLang="zh-CN"/>
          </a:p>
        </p:txBody>
      </p:sp>
      <p:sp>
        <p:nvSpPr>
          <p:cNvPr id="29700" name="Text Box 3"/>
          <p:cNvSpPr txBox="1">
            <a:spLocks noChangeArrowheads="1"/>
          </p:cNvSpPr>
          <p:nvPr/>
        </p:nvSpPr>
        <p:spPr bwMode="auto">
          <a:xfrm>
            <a:off x="815307" y="1716719"/>
            <a:ext cx="8448251" cy="152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square"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zh-CN" altLang="en-US" sz="2300" b="1" dirty="0">
                <a:solidFill>
                  <a:srgbClr val="0000FF"/>
                </a:solidFill>
                <a:latin typeface="华文楷体" panose="02010600040101010101" pitchFamily="2" charset="-122"/>
                <a:ea typeface="华文楷体" panose="02010600040101010101" pitchFamily="2" charset="-122"/>
              </a:rPr>
              <a:t>给定无向连通图</a:t>
            </a:r>
            <a:r>
              <a:rPr lang="en-US" altLang="zh-CN" sz="2300" b="1" dirty="0">
                <a:solidFill>
                  <a:srgbClr val="0000FF"/>
                </a:solidFill>
                <a:latin typeface="华文楷体" panose="02010600040101010101" pitchFamily="2" charset="-122"/>
                <a:ea typeface="华文楷体" panose="02010600040101010101" pitchFamily="2" charset="-122"/>
              </a:rPr>
              <a:t>G</a:t>
            </a:r>
            <a:r>
              <a:rPr lang="zh-CN" altLang="en-US" sz="2300" b="1" dirty="0">
                <a:solidFill>
                  <a:srgbClr val="0000FF"/>
                </a:solidFill>
                <a:latin typeface="华文楷体" panose="02010600040101010101" pitchFamily="2" charset="-122"/>
                <a:ea typeface="华文楷体" panose="02010600040101010101" pitchFamily="2" charset="-122"/>
              </a:rPr>
              <a:t>和</a:t>
            </a:r>
            <a:r>
              <a:rPr lang="en-US" altLang="zh-CN" sz="2300" b="1" dirty="0">
                <a:solidFill>
                  <a:srgbClr val="0000FF"/>
                </a:solidFill>
                <a:latin typeface="华文楷体" panose="02010600040101010101" pitchFamily="2" charset="-122"/>
                <a:ea typeface="华文楷体" panose="02010600040101010101" pitchFamily="2" charset="-122"/>
              </a:rPr>
              <a:t>m</a:t>
            </a:r>
            <a:r>
              <a:rPr lang="zh-CN" altLang="en-US" sz="2300" b="1" dirty="0">
                <a:solidFill>
                  <a:srgbClr val="0000FF"/>
                </a:solidFill>
                <a:latin typeface="华文楷体" panose="02010600040101010101" pitchFamily="2" charset="-122"/>
                <a:ea typeface="华文楷体" panose="02010600040101010101" pitchFamily="2" charset="-122"/>
              </a:rPr>
              <a:t>种不同的颜色。用这些颜色为图</a:t>
            </a:r>
            <a:r>
              <a:rPr lang="en-US" altLang="zh-CN" sz="2300" b="1" dirty="0">
                <a:solidFill>
                  <a:srgbClr val="0000FF"/>
                </a:solidFill>
                <a:latin typeface="华文楷体" panose="02010600040101010101" pitchFamily="2" charset="-122"/>
                <a:ea typeface="华文楷体" panose="02010600040101010101" pitchFamily="2" charset="-122"/>
              </a:rPr>
              <a:t>G</a:t>
            </a:r>
            <a:r>
              <a:rPr lang="zh-CN" altLang="en-US" sz="2300" b="1" dirty="0">
                <a:solidFill>
                  <a:srgbClr val="0000FF"/>
                </a:solidFill>
                <a:latin typeface="华文楷体" panose="02010600040101010101" pitchFamily="2" charset="-122"/>
                <a:ea typeface="华文楷体" panose="02010600040101010101" pitchFamily="2" charset="-122"/>
              </a:rPr>
              <a:t>的各顶点着色，每个顶点着一种颜色。如果这个图不是</a:t>
            </a:r>
            <a:r>
              <a:rPr lang="en-US" altLang="zh-CN" sz="2300" b="1" dirty="0">
                <a:solidFill>
                  <a:srgbClr val="0000FF"/>
                </a:solidFill>
                <a:latin typeface="华文楷体" panose="02010600040101010101" pitchFamily="2" charset="-122"/>
                <a:ea typeface="华文楷体" panose="02010600040101010101" pitchFamily="2" charset="-122"/>
              </a:rPr>
              <a:t>m</a:t>
            </a:r>
            <a:r>
              <a:rPr lang="zh-CN" altLang="en-US" sz="2300" b="1" dirty="0">
                <a:solidFill>
                  <a:srgbClr val="0000FF"/>
                </a:solidFill>
                <a:latin typeface="华文楷体" panose="02010600040101010101" pitchFamily="2" charset="-122"/>
                <a:ea typeface="华文楷体" panose="02010600040101010101" pitchFamily="2" charset="-122"/>
              </a:rPr>
              <a:t>可着色的就给出否定回答，如果是</a:t>
            </a:r>
            <a:r>
              <a:rPr lang="en-US" altLang="zh-CN" sz="2300" b="1" dirty="0">
                <a:solidFill>
                  <a:srgbClr val="0000FF"/>
                </a:solidFill>
                <a:latin typeface="华文楷体" panose="02010600040101010101" pitchFamily="2" charset="-122"/>
                <a:ea typeface="华文楷体" panose="02010600040101010101" pitchFamily="2" charset="-122"/>
              </a:rPr>
              <a:t>m</a:t>
            </a:r>
            <a:r>
              <a:rPr lang="zh-CN" altLang="en-US" sz="2300" b="1" dirty="0">
                <a:solidFill>
                  <a:srgbClr val="0000FF"/>
                </a:solidFill>
                <a:latin typeface="华文楷体" panose="02010600040101010101" pitchFamily="2" charset="-122"/>
                <a:ea typeface="华文楷体" panose="02010600040101010101" pitchFamily="2" charset="-122"/>
              </a:rPr>
              <a:t>可着色的就找出有多少种着色方法。这个问题是图的</a:t>
            </a:r>
            <a:r>
              <a:rPr lang="en-US" altLang="zh-CN" sz="2300" b="1" dirty="0">
                <a:solidFill>
                  <a:srgbClr val="0000FF"/>
                </a:solidFill>
                <a:latin typeface="华文楷体" panose="02010600040101010101" pitchFamily="2" charset="-122"/>
                <a:ea typeface="华文楷体" panose="02010600040101010101" pitchFamily="2" charset="-122"/>
              </a:rPr>
              <a:t>m</a:t>
            </a:r>
            <a:r>
              <a:rPr lang="zh-CN" altLang="en-US" sz="2300" b="1" dirty="0">
                <a:solidFill>
                  <a:srgbClr val="0000FF"/>
                </a:solidFill>
                <a:latin typeface="华文楷体" panose="02010600040101010101" pitchFamily="2" charset="-122"/>
                <a:ea typeface="华文楷体" panose="02010600040101010101" pitchFamily="2" charset="-122"/>
              </a:rPr>
              <a:t>可着色判定问题。</a:t>
            </a:r>
          </a:p>
        </p:txBody>
      </p:sp>
      <p:graphicFrame>
        <p:nvGraphicFramePr>
          <p:cNvPr id="29701" name="Object 4"/>
          <p:cNvGraphicFramePr>
            <a:graphicFrameLocks noChangeAspect="1"/>
          </p:cNvGraphicFramePr>
          <p:nvPr>
            <p:extLst>
              <p:ext uri="{D42A27DB-BD31-4B8C-83A1-F6EECF244321}">
                <p14:modId xmlns:p14="http://schemas.microsoft.com/office/powerpoint/2010/main" val="390917865"/>
              </p:ext>
            </p:extLst>
          </p:nvPr>
        </p:nvGraphicFramePr>
        <p:xfrm>
          <a:off x="1054646" y="4077866"/>
          <a:ext cx="6816895" cy="2180143"/>
        </p:xfrm>
        <a:graphic>
          <a:graphicData uri="http://schemas.openxmlformats.org/presentationml/2006/ole">
            <mc:AlternateContent xmlns:mc="http://schemas.openxmlformats.org/markup-compatibility/2006">
              <mc:Choice xmlns:v="urn:schemas-microsoft-com:vml" Requires="v">
                <p:oleObj name="位图图像" r:id="rId4" imgW="2457143" imgH="1047619" progId="Paint.Picture">
                  <p:embed/>
                </p:oleObj>
              </mc:Choice>
              <mc:Fallback>
                <p:oleObj name="位图图像" r:id="rId4" imgW="2457143" imgH="1047619"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4646" y="4077866"/>
                        <a:ext cx="6816895" cy="2180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lgn="ctr">
                            <a:solidFill>
                              <a:srgbClr val="00FFFF"/>
                            </a:solidFill>
                            <a:miter lim="800000"/>
                            <a:headEnd/>
                            <a:tailEnd/>
                          </a14:hiddenLine>
                        </a:ext>
                        <a:ext uri="{AF507438-7753-43E0-B8FC-AC1667EBCBE1}">
                          <a14:hiddenEffects xmlns:a14="http://schemas.microsoft.com/office/drawing/2010/main">
                            <a:effectLst>
                              <a:outerShdw dist="107763" dir="18900000" algn="ctr" rotWithShape="0">
                                <a:schemeClr val="bg2"/>
                              </a:outerShdw>
                            </a:effectLst>
                          </a14:hiddenEffects>
                        </a:ext>
                      </a:extLst>
                    </p:spPr>
                  </p:pic>
                </p:oleObj>
              </mc:Fallback>
            </mc:AlternateContent>
          </a:graphicData>
        </a:graphic>
      </p:graphicFrame>
      <p:sp>
        <p:nvSpPr>
          <p:cNvPr id="9" name="基础扎实 / Strong Preparation">
            <a:extLst>
              <a:ext uri="{FF2B5EF4-FFF2-40B4-BE49-F238E27FC236}">
                <a16:creationId xmlns:a16="http://schemas.microsoft.com/office/drawing/2014/main" id="{99DA5957-3E18-CE48-77B1-DD7845651144}"/>
              </a:ext>
            </a:extLst>
          </p:cNvPr>
          <p:cNvSpPr txBox="1"/>
          <p:nvPr/>
        </p:nvSpPr>
        <p:spPr>
          <a:xfrm>
            <a:off x="2603627" y="367980"/>
            <a:ext cx="5870237" cy="561660"/>
          </a:xfrm>
          <a:prstGeom prst="rect">
            <a:avLst/>
          </a:prstGeom>
          <a:noFill/>
          <a:ln>
            <a:noFill/>
          </a:ln>
        </p:spPr>
        <p:txBody>
          <a:bodyPr wrap="square" lIns="68549" tIns="34274" rIns="68549" bIns="34274" rtlCol="0">
            <a:spAutoFit/>
          </a:bodyPr>
          <a:lstStyle/>
          <a:p>
            <a:pPr algn="ctr" defTabSz="950595">
              <a:buClr>
                <a:prstClr val="white"/>
              </a:buClr>
              <a:buSzTx/>
              <a:buFontTx/>
              <a:defRPr/>
            </a:pPr>
            <a:r>
              <a:rPr lang="en-US" altLang="zh-CN" sz="3200" b="1" spc="50" dirty="0">
                <a:ln w="11430"/>
                <a:solidFill>
                  <a:srgbClr val="006600"/>
                </a:solidFill>
                <a:latin typeface="+mn-ea"/>
                <a:sym typeface="Arial" panose="020B0604020202020204" pitchFamily="34" charset="0"/>
              </a:rPr>
              <a:t>3</a:t>
            </a:r>
            <a:r>
              <a:rPr lang="zh-CN" altLang="en-US" sz="3200" b="1" spc="50" dirty="0">
                <a:ln w="11430"/>
                <a:solidFill>
                  <a:srgbClr val="006600"/>
                </a:solidFill>
                <a:latin typeface="+mn-ea"/>
                <a:sym typeface="Arial" panose="020B0604020202020204" pitchFamily="34" charset="0"/>
              </a:rPr>
              <a:t>.</a:t>
            </a:r>
            <a:r>
              <a:rPr lang="en-US" altLang="zh-CN" sz="3200" b="1" spc="50" dirty="0">
                <a:ln w="11430"/>
                <a:solidFill>
                  <a:srgbClr val="006600"/>
                </a:solidFill>
                <a:latin typeface="+mn-ea"/>
                <a:sym typeface="Arial" panose="020B0604020202020204" pitchFamily="34" charset="0"/>
              </a:rPr>
              <a:t>4</a:t>
            </a:r>
            <a:r>
              <a:rPr lang="zh-CN" altLang="en-US" sz="3200" b="1" spc="50" dirty="0">
                <a:ln w="11430"/>
                <a:solidFill>
                  <a:srgbClr val="006600"/>
                </a:solidFill>
                <a:latin typeface="+mn-ea"/>
                <a:sym typeface="Arial" panose="020B0604020202020204" pitchFamily="34" charset="0"/>
              </a:rPr>
              <a:t> 地图着色问题</a:t>
            </a:r>
          </a:p>
        </p:txBody>
      </p:sp>
    </p:spTree>
    <p:extLst>
      <p:ext uri="{BB962C8B-B14F-4D97-AF65-F5344CB8AC3E}">
        <p14:creationId xmlns:p14="http://schemas.microsoft.com/office/powerpoint/2010/main" val="880429455"/>
      </p:ext>
    </p:extLst>
  </p:cSld>
  <p:clrMapOvr>
    <a:overrideClrMapping bg1="lt1" tx1="dk1" bg2="lt2" tx2="dk2" accent1="accent1" accent2="accent2" accent3="accent3" accent4="accent4" accent5="accent5" accent6="accent6" hlink="hlink" folHlink="folHlink"/>
  </p:clrMapOvr>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3" name="TextBox 2"/>
          <p:cNvSpPr txBox="1"/>
          <p:nvPr/>
        </p:nvSpPr>
        <p:spPr>
          <a:xfrm>
            <a:off x="380911" y="1023002"/>
            <a:ext cx="8810639" cy="4837554"/>
          </a:xfrm>
          <a:prstGeom prst="rect">
            <a:avLst/>
          </a:prstGeom>
          <a:noFill/>
        </p:spPr>
        <p:txBody>
          <a:bodyPr wrap="square" lIns="108850" tIns="54425" rIns="108850" bIns="54425" rtlCol="0">
            <a:spAutoFit/>
          </a:bodyPr>
          <a:lstStyle/>
          <a:p>
            <a:pPr>
              <a:lnSpc>
                <a:spcPct val="150000"/>
              </a:lnSpc>
            </a:pPr>
            <a:r>
              <a:rPr lang="en-US" altLang="zh-CN" sz="2300" dirty="0">
                <a:solidFill>
                  <a:srgbClr val="0000FF"/>
                </a:solidFill>
                <a:latin typeface="Consolas" pitchFamily="49" charset="0"/>
                <a:ea typeface="微软雅黑" panose="020B0503020204020204" pitchFamily="34" charset="-122"/>
                <a:cs typeface="Consolas" pitchFamily="49" charset="0"/>
              </a:rPr>
              <a:t> </a:t>
            </a:r>
            <a:r>
              <a:rPr lang="zh-CN" altLang="zh-CN" sz="2300" b="1" dirty="0">
                <a:solidFill>
                  <a:srgbClr val="FF0000"/>
                </a:solidFill>
                <a:latin typeface="华文楷体" panose="02010600040101010101" pitchFamily="2" charset="-122"/>
                <a:ea typeface="华文楷体" panose="02010600040101010101" pitchFamily="2" charset="-122"/>
                <a:cs typeface="Consolas" pitchFamily="49" charset="0"/>
              </a:rPr>
              <a:t>【问题描述】</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给定无向连通图</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G</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和</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m</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种不同的颜色。用这些颜色为图</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G</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的各顶点着色，每个顶点着一种颜色。如果有一种着色法使</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G</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中每条边的两个顶点着不同颜色，则称这个图是</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m</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可着色的。图的</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m</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着色问题是对于给定图</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G</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和</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m</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种颜色，找出所有不同的着色法。</a:t>
            </a:r>
          </a:p>
          <a:p>
            <a:pPr>
              <a:lnSpc>
                <a:spcPct val="150000"/>
              </a:lnSpc>
            </a:pP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   </a:t>
            </a:r>
            <a:r>
              <a:rPr lang="zh-CN" altLang="zh-CN" sz="2300" b="1" dirty="0">
                <a:solidFill>
                  <a:srgbClr val="FF0000"/>
                </a:solidFill>
                <a:latin typeface="华文楷体" panose="02010600040101010101" pitchFamily="2" charset="-122"/>
                <a:ea typeface="华文楷体" panose="02010600040101010101" pitchFamily="2" charset="-122"/>
                <a:cs typeface="Consolas" pitchFamily="49" charset="0"/>
              </a:rPr>
              <a:t>【输入格式】</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第</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行有</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3</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个正整数</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k</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和</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m</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，表示给定的图</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G</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有</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个顶点和</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k</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条边，</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m</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种颜色。顶点编号为</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2</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。接下来的</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k</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行中，每行有两个正整数</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u</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v</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，表示图</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G</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的一条边（</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u</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v</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p>
          <a:p>
            <a:pPr>
              <a:lnSpc>
                <a:spcPct val="150000"/>
              </a:lnSpc>
            </a:pP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   </a:t>
            </a:r>
            <a:r>
              <a:rPr lang="zh-CN" altLang="zh-CN" sz="2300" b="1" dirty="0">
                <a:solidFill>
                  <a:srgbClr val="FF0000"/>
                </a:solidFill>
                <a:latin typeface="华文楷体" panose="02010600040101010101" pitchFamily="2" charset="-122"/>
                <a:ea typeface="华文楷体" panose="02010600040101010101" pitchFamily="2" charset="-122"/>
                <a:cs typeface="Consolas" pitchFamily="49" charset="0"/>
              </a:rPr>
              <a:t>【输出格式】</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程序运行结束时，将计算出的不同的着色方案数输出。如果不能着色，程序输出</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p>
        </p:txBody>
      </p:sp>
    </p:spTree>
    <p:extLst>
      <p:ext uri="{BB962C8B-B14F-4D97-AF65-F5344CB8AC3E}">
        <p14:creationId xmlns:p14="http://schemas.microsoft.com/office/powerpoint/2010/main" val="1291839040"/>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1270670" y="1269554"/>
            <a:ext cx="8000015" cy="5886162"/>
          </a:xfrm>
          <a:prstGeom prst="rect">
            <a:avLst/>
          </a:prstGeom>
        </p:spPr>
        <p:style>
          <a:lnRef idx="2">
            <a:schemeClr val="accent2"/>
          </a:lnRef>
          <a:fillRef idx="1">
            <a:schemeClr val="lt1"/>
          </a:fillRef>
          <a:effectRef idx="0">
            <a:schemeClr val="accent2"/>
          </a:effectRef>
          <a:fontRef idx="minor">
            <a:schemeClr val="dk1"/>
          </a:fontRef>
        </p:style>
        <p:txBody>
          <a:bodyPr wrap="square" lIns="214272" tIns="171418" rIns="214272" bIns="171418" rtlCol="0">
            <a:spAutoFit/>
          </a:bodyPr>
          <a:lstStyle/>
          <a:p>
            <a:pPr>
              <a:lnSpc>
                <a:spcPts val="3571"/>
              </a:lnSpc>
            </a:pPr>
            <a:r>
              <a:rPr lang="zh-CN" altLang="zh-CN" sz="2400" b="1" dirty="0">
                <a:solidFill>
                  <a:srgbClr val="FF0000"/>
                </a:solidFill>
                <a:latin typeface="华文楷体" panose="02010600040101010101" pitchFamily="2" charset="-122"/>
                <a:ea typeface="华文楷体" panose="02010600040101010101" pitchFamily="2" charset="-122"/>
                <a:cs typeface="Consolas" pitchFamily="49" charset="0"/>
              </a:rPr>
              <a:t>【输入样例】</a:t>
            </a:r>
          </a:p>
          <a:p>
            <a:pPr>
              <a:lnSpc>
                <a:spcPts val="3571"/>
              </a:lnSpc>
            </a:pPr>
            <a:r>
              <a:rPr lang="en-US" altLang="zh-CN" sz="2400" b="1" dirty="0">
                <a:solidFill>
                  <a:srgbClr val="0000FF"/>
                </a:solidFill>
                <a:latin typeface="Consolas" pitchFamily="49" charset="0"/>
                <a:ea typeface="楷体" pitchFamily="49" charset="-122"/>
                <a:cs typeface="Consolas" pitchFamily="49" charset="0"/>
              </a:rPr>
              <a:t>5 8 4</a:t>
            </a:r>
            <a:endParaRPr lang="zh-CN" altLang="zh-CN" sz="2400" b="1" dirty="0">
              <a:solidFill>
                <a:srgbClr val="0000FF"/>
              </a:solidFill>
              <a:latin typeface="Consolas" pitchFamily="49" charset="0"/>
              <a:ea typeface="楷体" pitchFamily="49" charset="-122"/>
              <a:cs typeface="Consolas" pitchFamily="49" charset="0"/>
            </a:endParaRPr>
          </a:p>
          <a:p>
            <a:pPr>
              <a:lnSpc>
                <a:spcPts val="3571"/>
              </a:lnSpc>
            </a:pPr>
            <a:r>
              <a:rPr lang="en-US" altLang="zh-CN" sz="2400" b="1" dirty="0">
                <a:solidFill>
                  <a:srgbClr val="0000FF"/>
                </a:solidFill>
                <a:latin typeface="Consolas" pitchFamily="49" charset="0"/>
                <a:ea typeface="楷体" pitchFamily="49" charset="-122"/>
                <a:cs typeface="Consolas" pitchFamily="49" charset="0"/>
              </a:rPr>
              <a:t>1 2</a:t>
            </a:r>
            <a:endParaRPr lang="zh-CN" altLang="zh-CN" sz="2400" b="1" dirty="0">
              <a:solidFill>
                <a:srgbClr val="0000FF"/>
              </a:solidFill>
              <a:latin typeface="Consolas" pitchFamily="49" charset="0"/>
              <a:ea typeface="楷体" pitchFamily="49" charset="-122"/>
              <a:cs typeface="Consolas" pitchFamily="49" charset="0"/>
            </a:endParaRPr>
          </a:p>
          <a:p>
            <a:pPr>
              <a:lnSpc>
                <a:spcPts val="3571"/>
              </a:lnSpc>
            </a:pPr>
            <a:r>
              <a:rPr lang="en-US" altLang="zh-CN" sz="2400" b="1" dirty="0">
                <a:solidFill>
                  <a:srgbClr val="0000FF"/>
                </a:solidFill>
                <a:latin typeface="Consolas" pitchFamily="49" charset="0"/>
                <a:ea typeface="楷体" pitchFamily="49" charset="-122"/>
                <a:cs typeface="Consolas" pitchFamily="49" charset="0"/>
              </a:rPr>
              <a:t>1 3</a:t>
            </a:r>
            <a:endParaRPr lang="zh-CN" altLang="zh-CN" sz="2400" b="1" dirty="0">
              <a:solidFill>
                <a:srgbClr val="0000FF"/>
              </a:solidFill>
              <a:latin typeface="Consolas" pitchFamily="49" charset="0"/>
              <a:ea typeface="楷体" pitchFamily="49" charset="-122"/>
              <a:cs typeface="Consolas" pitchFamily="49" charset="0"/>
            </a:endParaRPr>
          </a:p>
          <a:p>
            <a:pPr>
              <a:lnSpc>
                <a:spcPts val="3571"/>
              </a:lnSpc>
            </a:pPr>
            <a:r>
              <a:rPr lang="en-US" altLang="zh-CN" sz="2400" b="1" dirty="0">
                <a:solidFill>
                  <a:srgbClr val="0000FF"/>
                </a:solidFill>
                <a:latin typeface="Consolas" pitchFamily="49" charset="0"/>
                <a:ea typeface="楷体" pitchFamily="49" charset="-122"/>
                <a:cs typeface="Consolas" pitchFamily="49" charset="0"/>
              </a:rPr>
              <a:t>1 4</a:t>
            </a:r>
            <a:endParaRPr lang="zh-CN" altLang="zh-CN" sz="2400" b="1" dirty="0">
              <a:solidFill>
                <a:srgbClr val="0000FF"/>
              </a:solidFill>
              <a:latin typeface="Consolas" pitchFamily="49" charset="0"/>
              <a:ea typeface="楷体" pitchFamily="49" charset="-122"/>
              <a:cs typeface="Consolas" pitchFamily="49" charset="0"/>
            </a:endParaRPr>
          </a:p>
          <a:p>
            <a:pPr>
              <a:lnSpc>
                <a:spcPts val="3571"/>
              </a:lnSpc>
            </a:pPr>
            <a:r>
              <a:rPr lang="en-US" altLang="zh-CN" sz="2400" b="1" dirty="0">
                <a:solidFill>
                  <a:srgbClr val="0000FF"/>
                </a:solidFill>
                <a:latin typeface="Consolas" pitchFamily="49" charset="0"/>
                <a:ea typeface="楷体" pitchFamily="49" charset="-122"/>
                <a:cs typeface="Consolas" pitchFamily="49" charset="0"/>
              </a:rPr>
              <a:t>2 3</a:t>
            </a:r>
            <a:endParaRPr lang="zh-CN" altLang="zh-CN" sz="2400" b="1" dirty="0">
              <a:solidFill>
                <a:srgbClr val="0000FF"/>
              </a:solidFill>
              <a:latin typeface="Consolas" pitchFamily="49" charset="0"/>
              <a:ea typeface="楷体" pitchFamily="49" charset="-122"/>
              <a:cs typeface="Consolas" pitchFamily="49" charset="0"/>
            </a:endParaRPr>
          </a:p>
          <a:p>
            <a:pPr>
              <a:lnSpc>
                <a:spcPts val="3571"/>
              </a:lnSpc>
            </a:pPr>
            <a:r>
              <a:rPr lang="en-US" altLang="zh-CN" sz="2400" b="1" dirty="0">
                <a:solidFill>
                  <a:srgbClr val="0000FF"/>
                </a:solidFill>
                <a:latin typeface="Consolas" pitchFamily="49" charset="0"/>
                <a:ea typeface="楷体" pitchFamily="49" charset="-122"/>
                <a:cs typeface="Consolas" pitchFamily="49" charset="0"/>
              </a:rPr>
              <a:t>2 4</a:t>
            </a:r>
            <a:endParaRPr lang="zh-CN" altLang="zh-CN" sz="2400" b="1" dirty="0">
              <a:solidFill>
                <a:srgbClr val="0000FF"/>
              </a:solidFill>
              <a:latin typeface="Consolas" pitchFamily="49" charset="0"/>
              <a:ea typeface="楷体" pitchFamily="49" charset="-122"/>
              <a:cs typeface="Consolas" pitchFamily="49" charset="0"/>
            </a:endParaRPr>
          </a:p>
          <a:p>
            <a:pPr>
              <a:lnSpc>
                <a:spcPts val="3571"/>
              </a:lnSpc>
            </a:pPr>
            <a:r>
              <a:rPr lang="en-US" altLang="zh-CN" sz="2400" b="1" dirty="0">
                <a:solidFill>
                  <a:srgbClr val="0000FF"/>
                </a:solidFill>
                <a:latin typeface="Consolas" pitchFamily="49" charset="0"/>
                <a:ea typeface="楷体" pitchFamily="49" charset="-122"/>
                <a:cs typeface="Consolas" pitchFamily="49" charset="0"/>
              </a:rPr>
              <a:t>2 5</a:t>
            </a:r>
            <a:endParaRPr lang="zh-CN" altLang="zh-CN" sz="2400" b="1" dirty="0">
              <a:solidFill>
                <a:srgbClr val="0000FF"/>
              </a:solidFill>
              <a:latin typeface="Consolas" pitchFamily="49" charset="0"/>
              <a:ea typeface="楷体" pitchFamily="49" charset="-122"/>
              <a:cs typeface="Consolas" pitchFamily="49" charset="0"/>
            </a:endParaRPr>
          </a:p>
          <a:p>
            <a:pPr>
              <a:lnSpc>
                <a:spcPts val="3571"/>
              </a:lnSpc>
            </a:pPr>
            <a:r>
              <a:rPr lang="en-US" altLang="zh-CN" sz="2400" b="1" dirty="0">
                <a:solidFill>
                  <a:srgbClr val="0000FF"/>
                </a:solidFill>
                <a:latin typeface="Consolas" pitchFamily="49" charset="0"/>
                <a:ea typeface="楷体" pitchFamily="49" charset="-122"/>
                <a:cs typeface="Consolas" pitchFamily="49" charset="0"/>
              </a:rPr>
              <a:t>3 4</a:t>
            </a:r>
            <a:endParaRPr lang="zh-CN" altLang="zh-CN" sz="2400" b="1" dirty="0">
              <a:solidFill>
                <a:srgbClr val="0000FF"/>
              </a:solidFill>
              <a:latin typeface="Consolas" pitchFamily="49" charset="0"/>
              <a:ea typeface="楷体" pitchFamily="49" charset="-122"/>
              <a:cs typeface="Consolas" pitchFamily="49" charset="0"/>
            </a:endParaRPr>
          </a:p>
          <a:p>
            <a:pPr>
              <a:lnSpc>
                <a:spcPts val="3571"/>
              </a:lnSpc>
            </a:pPr>
            <a:r>
              <a:rPr lang="en-US" altLang="zh-CN" sz="2400" b="1" dirty="0">
                <a:solidFill>
                  <a:srgbClr val="0000FF"/>
                </a:solidFill>
                <a:latin typeface="Consolas" pitchFamily="49" charset="0"/>
                <a:ea typeface="楷体" pitchFamily="49" charset="-122"/>
                <a:cs typeface="Consolas" pitchFamily="49" charset="0"/>
              </a:rPr>
              <a:t>4 5</a:t>
            </a:r>
            <a:endParaRPr lang="zh-CN" altLang="zh-CN" sz="2400" b="1" dirty="0">
              <a:solidFill>
                <a:srgbClr val="0000FF"/>
              </a:solidFill>
              <a:latin typeface="Consolas" pitchFamily="49" charset="0"/>
              <a:ea typeface="楷体" pitchFamily="49" charset="-122"/>
              <a:cs typeface="Consolas" pitchFamily="49" charset="0"/>
            </a:endParaRPr>
          </a:p>
          <a:p>
            <a:pPr>
              <a:lnSpc>
                <a:spcPts val="3571"/>
              </a:lnSpc>
            </a:pPr>
            <a:r>
              <a:rPr lang="zh-CN" altLang="zh-CN" sz="2400" b="1" dirty="0">
                <a:solidFill>
                  <a:srgbClr val="FF0000"/>
                </a:solidFill>
                <a:latin typeface="华文楷体" panose="02010600040101010101" pitchFamily="2" charset="-122"/>
                <a:ea typeface="华文楷体" panose="02010600040101010101" pitchFamily="2" charset="-122"/>
                <a:cs typeface="Consolas" pitchFamily="49" charset="0"/>
              </a:rPr>
              <a:t>【输出样例】</a:t>
            </a:r>
          </a:p>
          <a:p>
            <a:pPr>
              <a:lnSpc>
                <a:spcPts val="3571"/>
              </a:lnSpc>
            </a:pPr>
            <a:r>
              <a:rPr lang="en-US" altLang="zh-CN" sz="2400" b="1" dirty="0">
                <a:solidFill>
                  <a:srgbClr val="0000FF"/>
                </a:solidFill>
                <a:latin typeface="Consolas" pitchFamily="49" charset="0"/>
                <a:ea typeface="楷体" pitchFamily="49" charset="-122"/>
                <a:cs typeface="Consolas" pitchFamily="49" charset="0"/>
              </a:rPr>
              <a:t>48</a:t>
            </a:r>
            <a:endParaRPr lang="zh-CN" altLang="zh-CN" sz="2400" b="1" dirty="0">
              <a:solidFill>
                <a:srgbClr val="0000FF"/>
              </a:solidFill>
              <a:latin typeface="Consolas" pitchFamily="49" charset="0"/>
              <a:ea typeface="楷体" pitchFamily="49" charset="-122"/>
              <a:cs typeface="Consolas" pitchFamily="49" charset="0"/>
            </a:endParaRPr>
          </a:p>
        </p:txBody>
      </p:sp>
    </p:spTree>
    <p:extLst>
      <p:ext uri="{BB962C8B-B14F-4D97-AF65-F5344CB8AC3E}">
        <p14:creationId xmlns:p14="http://schemas.microsoft.com/office/powerpoint/2010/main" val="487058527"/>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椭圆 1"/>
          <p:cNvSpPr/>
          <p:nvPr/>
        </p:nvSpPr>
        <p:spPr>
          <a:xfrm>
            <a:off x="1572374" y="1347467"/>
            <a:ext cx="476191" cy="4287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rtlCol="0" anchor="ctr"/>
          <a:lstStyle/>
          <a:p>
            <a:pPr algn="ctr"/>
            <a:r>
              <a:rPr lang="en-US" altLang="zh-CN" dirty="0">
                <a:solidFill>
                  <a:schemeClr val="bg1"/>
                </a:solidFill>
                <a:latin typeface="Consolas" pitchFamily="49" charset="0"/>
                <a:cs typeface="Consolas" pitchFamily="49" charset="0"/>
              </a:rPr>
              <a:t>1</a:t>
            </a:r>
            <a:endParaRPr lang="zh-CN" altLang="en-US" dirty="0">
              <a:solidFill>
                <a:schemeClr val="bg1"/>
              </a:solidFill>
              <a:latin typeface="Consolas" pitchFamily="49" charset="0"/>
              <a:cs typeface="Consolas" pitchFamily="49" charset="0"/>
            </a:endParaRPr>
          </a:p>
        </p:txBody>
      </p:sp>
      <p:sp>
        <p:nvSpPr>
          <p:cNvPr id="3" name="椭圆 2"/>
          <p:cNvSpPr/>
          <p:nvPr/>
        </p:nvSpPr>
        <p:spPr>
          <a:xfrm>
            <a:off x="3096186" y="704376"/>
            <a:ext cx="476191" cy="4287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rtlCol="0" anchor="ctr"/>
          <a:lstStyle/>
          <a:p>
            <a:pPr algn="ctr"/>
            <a:r>
              <a:rPr lang="en-US" altLang="zh-CN" dirty="0">
                <a:solidFill>
                  <a:schemeClr val="bg1"/>
                </a:solidFill>
                <a:latin typeface="Consolas" pitchFamily="49" charset="0"/>
                <a:cs typeface="Consolas" pitchFamily="49" charset="0"/>
              </a:rPr>
              <a:t>2</a:t>
            </a:r>
            <a:endParaRPr lang="zh-CN" altLang="en-US" dirty="0">
              <a:solidFill>
                <a:schemeClr val="bg1"/>
              </a:solidFill>
              <a:latin typeface="Consolas" pitchFamily="49" charset="0"/>
              <a:cs typeface="Consolas" pitchFamily="49" charset="0"/>
            </a:endParaRPr>
          </a:p>
        </p:txBody>
      </p:sp>
      <p:sp>
        <p:nvSpPr>
          <p:cNvPr id="4" name="椭圆 3"/>
          <p:cNvSpPr/>
          <p:nvPr/>
        </p:nvSpPr>
        <p:spPr>
          <a:xfrm>
            <a:off x="3096186" y="1990558"/>
            <a:ext cx="476191" cy="4287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rtlCol="0" anchor="ctr"/>
          <a:lstStyle/>
          <a:p>
            <a:pPr algn="ctr"/>
            <a:r>
              <a:rPr lang="en-US" altLang="zh-CN" dirty="0">
                <a:solidFill>
                  <a:schemeClr val="bg1"/>
                </a:solidFill>
                <a:latin typeface="Consolas" pitchFamily="49" charset="0"/>
                <a:cs typeface="Consolas" pitchFamily="49" charset="0"/>
              </a:rPr>
              <a:t>3</a:t>
            </a:r>
            <a:endParaRPr lang="zh-CN" altLang="en-US" dirty="0">
              <a:solidFill>
                <a:schemeClr val="bg1"/>
              </a:solidFill>
              <a:latin typeface="Consolas" pitchFamily="49" charset="0"/>
              <a:cs typeface="Consolas" pitchFamily="49" charset="0"/>
            </a:endParaRPr>
          </a:p>
        </p:txBody>
      </p:sp>
      <p:sp>
        <p:nvSpPr>
          <p:cNvPr id="5" name="椭圆 4"/>
          <p:cNvSpPr/>
          <p:nvPr/>
        </p:nvSpPr>
        <p:spPr>
          <a:xfrm>
            <a:off x="4429522" y="1418921"/>
            <a:ext cx="476191" cy="4287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rtlCol="0" anchor="ctr"/>
          <a:lstStyle/>
          <a:p>
            <a:pPr algn="ctr"/>
            <a:r>
              <a:rPr lang="en-US" altLang="zh-CN" dirty="0">
                <a:solidFill>
                  <a:schemeClr val="bg1"/>
                </a:solidFill>
                <a:latin typeface="Consolas" pitchFamily="49" charset="0"/>
                <a:cs typeface="Consolas" pitchFamily="49" charset="0"/>
              </a:rPr>
              <a:t>4</a:t>
            </a:r>
            <a:endParaRPr lang="zh-CN" altLang="en-US" dirty="0">
              <a:solidFill>
                <a:schemeClr val="bg1"/>
              </a:solidFill>
              <a:latin typeface="Consolas" pitchFamily="49" charset="0"/>
              <a:cs typeface="Consolas" pitchFamily="49" charset="0"/>
            </a:endParaRPr>
          </a:p>
        </p:txBody>
      </p:sp>
      <p:cxnSp>
        <p:nvCxnSpPr>
          <p:cNvPr id="7" name="直接连接符 6"/>
          <p:cNvCxnSpPr>
            <a:stCxn id="2" idx="7"/>
            <a:endCxn id="3" idx="2"/>
          </p:cNvCxnSpPr>
          <p:nvPr/>
        </p:nvCxnSpPr>
        <p:spPr>
          <a:xfrm rot="5400000" flipH="1" flipV="1">
            <a:off x="2291752" y="605819"/>
            <a:ext cx="491513" cy="1117357"/>
          </a:xfrm>
          <a:prstGeom prst="line">
            <a:avLst/>
          </a:prstGeom>
        </p:spPr>
        <p:style>
          <a:lnRef idx="2">
            <a:schemeClr val="dk1"/>
          </a:lnRef>
          <a:fillRef idx="0">
            <a:schemeClr val="dk1"/>
          </a:fillRef>
          <a:effectRef idx="1">
            <a:schemeClr val="dk1"/>
          </a:effectRef>
          <a:fontRef idx="minor">
            <a:schemeClr val="tx1"/>
          </a:fontRef>
        </p:style>
      </p:cxnSp>
      <p:cxnSp>
        <p:nvCxnSpPr>
          <p:cNvPr id="9" name="直接连接符 8"/>
          <p:cNvCxnSpPr>
            <a:stCxn id="2" idx="5"/>
            <a:endCxn id="4" idx="2"/>
          </p:cNvCxnSpPr>
          <p:nvPr/>
        </p:nvCxnSpPr>
        <p:spPr>
          <a:xfrm rot="16200000" flipH="1">
            <a:off x="2291752" y="1400486"/>
            <a:ext cx="491513" cy="1117357"/>
          </a:xfrm>
          <a:prstGeom prst="line">
            <a:avLst/>
          </a:prstGeom>
        </p:spPr>
        <p:style>
          <a:lnRef idx="2">
            <a:schemeClr val="dk1"/>
          </a:lnRef>
          <a:fillRef idx="0">
            <a:schemeClr val="dk1"/>
          </a:fillRef>
          <a:effectRef idx="1">
            <a:schemeClr val="dk1"/>
          </a:effectRef>
          <a:fontRef idx="minor">
            <a:schemeClr val="tx1"/>
          </a:fontRef>
        </p:style>
      </p:cxnSp>
      <p:cxnSp>
        <p:nvCxnSpPr>
          <p:cNvPr id="11" name="直接连接符 10"/>
          <p:cNvCxnSpPr>
            <a:stCxn id="2" idx="6"/>
            <a:endCxn id="5" idx="2"/>
          </p:cNvCxnSpPr>
          <p:nvPr/>
        </p:nvCxnSpPr>
        <p:spPr>
          <a:xfrm>
            <a:off x="2048565" y="1561830"/>
            <a:ext cx="2380957" cy="71455"/>
          </a:xfrm>
          <a:prstGeom prst="line">
            <a:avLst/>
          </a:prstGeom>
        </p:spPr>
        <p:style>
          <a:lnRef idx="2">
            <a:schemeClr val="dk1"/>
          </a:lnRef>
          <a:fillRef idx="0">
            <a:schemeClr val="dk1"/>
          </a:fillRef>
          <a:effectRef idx="1">
            <a:schemeClr val="dk1"/>
          </a:effectRef>
          <a:fontRef idx="minor">
            <a:schemeClr val="tx1"/>
          </a:fontRef>
        </p:style>
      </p:cxnSp>
      <p:cxnSp>
        <p:nvCxnSpPr>
          <p:cNvPr id="13" name="直接连接符 12"/>
          <p:cNvCxnSpPr>
            <a:stCxn id="3" idx="6"/>
            <a:endCxn id="5" idx="1"/>
          </p:cNvCxnSpPr>
          <p:nvPr/>
        </p:nvCxnSpPr>
        <p:spPr>
          <a:xfrm>
            <a:off x="3572378" y="918740"/>
            <a:ext cx="926881" cy="562967"/>
          </a:xfrm>
          <a:prstGeom prst="line">
            <a:avLst/>
          </a:prstGeom>
        </p:spPr>
        <p:style>
          <a:lnRef idx="2">
            <a:schemeClr val="dk1"/>
          </a:lnRef>
          <a:fillRef idx="0">
            <a:schemeClr val="dk1"/>
          </a:fillRef>
          <a:effectRef idx="1">
            <a:schemeClr val="dk1"/>
          </a:effectRef>
          <a:fontRef idx="minor">
            <a:schemeClr val="tx1"/>
          </a:fontRef>
        </p:style>
      </p:cxnSp>
      <p:sp>
        <p:nvSpPr>
          <p:cNvPr id="14" name="TextBox 13"/>
          <p:cNvSpPr txBox="1"/>
          <p:nvPr/>
        </p:nvSpPr>
        <p:spPr>
          <a:xfrm>
            <a:off x="5688137" y="1476547"/>
            <a:ext cx="6285726" cy="510023"/>
          </a:xfrm>
          <a:prstGeom prst="rect">
            <a:avLst/>
          </a:prstGeom>
          <a:noFill/>
        </p:spPr>
        <p:txBody>
          <a:bodyPr wrap="square" lIns="108850" tIns="54425" rIns="108850" bIns="54425" rtlCol="0">
            <a:spAutoFit/>
          </a:bodyPr>
          <a:lstStyle/>
          <a:p>
            <a:r>
              <a:rPr lang="en-US" altLang="zh-CN" sz="2600" b="1" i="1" dirty="0">
                <a:solidFill>
                  <a:srgbClr val="0000FF"/>
                </a:solidFill>
                <a:latin typeface="Consolas" pitchFamily="49" charset="0"/>
                <a:ea typeface="楷体" pitchFamily="49" charset="-122"/>
                <a:cs typeface="Consolas" pitchFamily="49" charset="0"/>
              </a:rPr>
              <a:t>n</a:t>
            </a:r>
            <a:r>
              <a:rPr lang="en-US" altLang="zh-CN" sz="2600" b="1" dirty="0">
                <a:solidFill>
                  <a:srgbClr val="0000FF"/>
                </a:solidFill>
                <a:latin typeface="Consolas" pitchFamily="49" charset="0"/>
                <a:ea typeface="楷体" pitchFamily="49" charset="-122"/>
                <a:cs typeface="Consolas" pitchFamily="49" charset="0"/>
              </a:rPr>
              <a:t>=4</a:t>
            </a:r>
            <a:r>
              <a:rPr lang="zh-CN" altLang="zh-CN" sz="2600" b="1" dirty="0">
                <a:solidFill>
                  <a:srgbClr val="0000FF"/>
                </a:solidFill>
                <a:latin typeface="Consolas" pitchFamily="49" charset="0"/>
                <a:ea typeface="楷体" pitchFamily="49" charset="-122"/>
                <a:cs typeface="Consolas" pitchFamily="49" charset="0"/>
              </a:rPr>
              <a:t>，</a:t>
            </a:r>
            <a:r>
              <a:rPr lang="en-US" altLang="zh-CN" sz="2600" b="1" i="1" dirty="0">
                <a:solidFill>
                  <a:srgbClr val="0000FF"/>
                </a:solidFill>
                <a:latin typeface="Consolas" pitchFamily="49" charset="0"/>
                <a:ea typeface="楷体" pitchFamily="49" charset="-122"/>
                <a:cs typeface="Consolas" pitchFamily="49" charset="0"/>
              </a:rPr>
              <a:t>k</a:t>
            </a:r>
            <a:r>
              <a:rPr lang="en-US" altLang="zh-CN" sz="2600" b="1" dirty="0">
                <a:solidFill>
                  <a:srgbClr val="0000FF"/>
                </a:solidFill>
                <a:latin typeface="Consolas" pitchFamily="49" charset="0"/>
                <a:ea typeface="楷体" pitchFamily="49" charset="-122"/>
                <a:cs typeface="Consolas" pitchFamily="49" charset="0"/>
              </a:rPr>
              <a:t>=4</a:t>
            </a:r>
            <a:r>
              <a:rPr lang="zh-CN" altLang="zh-CN" sz="2600" b="1" dirty="0">
                <a:solidFill>
                  <a:srgbClr val="0000FF"/>
                </a:solidFill>
                <a:latin typeface="Consolas" pitchFamily="49" charset="0"/>
                <a:ea typeface="楷体" pitchFamily="49" charset="-122"/>
                <a:cs typeface="Consolas" pitchFamily="49" charset="0"/>
              </a:rPr>
              <a:t>，</a:t>
            </a:r>
            <a:r>
              <a:rPr lang="en-US" altLang="zh-CN" sz="2600" b="1" i="1" dirty="0">
                <a:solidFill>
                  <a:srgbClr val="0000FF"/>
                </a:solidFill>
                <a:latin typeface="Consolas" pitchFamily="49" charset="0"/>
                <a:ea typeface="楷体" pitchFamily="49" charset="-122"/>
                <a:cs typeface="Consolas" pitchFamily="49" charset="0"/>
              </a:rPr>
              <a:t>m</a:t>
            </a:r>
            <a:r>
              <a:rPr lang="en-US" altLang="zh-CN" sz="2600" b="1" dirty="0">
                <a:solidFill>
                  <a:srgbClr val="0000FF"/>
                </a:solidFill>
                <a:latin typeface="Consolas" pitchFamily="49" charset="0"/>
                <a:ea typeface="楷体" pitchFamily="49" charset="-122"/>
                <a:cs typeface="Consolas" pitchFamily="49" charset="0"/>
              </a:rPr>
              <a:t>=3</a:t>
            </a:r>
            <a:r>
              <a:rPr lang="zh-CN" altLang="zh-CN" sz="2600" b="1" dirty="0">
                <a:solidFill>
                  <a:srgbClr val="0000FF"/>
                </a:solidFill>
                <a:latin typeface="Consolas" pitchFamily="49" charset="0"/>
                <a:ea typeface="楷体" pitchFamily="49" charset="-122"/>
                <a:cs typeface="Consolas" pitchFamily="49" charset="0"/>
              </a:rPr>
              <a:t>，其着色方案有</a:t>
            </a:r>
            <a:r>
              <a:rPr lang="en-US" altLang="zh-CN" sz="2600" b="1" dirty="0">
                <a:solidFill>
                  <a:srgbClr val="0000FF"/>
                </a:solidFill>
                <a:latin typeface="Consolas" pitchFamily="49" charset="0"/>
                <a:ea typeface="楷体" pitchFamily="49" charset="-122"/>
                <a:cs typeface="Consolas" pitchFamily="49" charset="0"/>
              </a:rPr>
              <a:t>12</a:t>
            </a:r>
            <a:r>
              <a:rPr lang="zh-CN" altLang="zh-CN" sz="2600" b="1" dirty="0">
                <a:solidFill>
                  <a:srgbClr val="0000FF"/>
                </a:solidFill>
                <a:latin typeface="Consolas" pitchFamily="49" charset="0"/>
                <a:ea typeface="楷体" pitchFamily="49" charset="-122"/>
                <a:cs typeface="Consolas" pitchFamily="49" charset="0"/>
              </a:rPr>
              <a:t>个</a:t>
            </a:r>
            <a:r>
              <a:rPr lang="zh-CN" altLang="en-US" sz="2600" dirty="0">
                <a:solidFill>
                  <a:srgbClr val="0000FF"/>
                </a:solidFill>
                <a:latin typeface="Consolas" pitchFamily="49" charset="0"/>
                <a:ea typeface="楷体" pitchFamily="49" charset="-122"/>
                <a:cs typeface="Consolas" pitchFamily="49" charset="0"/>
              </a:rPr>
              <a:t>。</a:t>
            </a:r>
          </a:p>
        </p:txBody>
      </p:sp>
      <p:sp>
        <p:nvSpPr>
          <p:cNvPr id="15" name="TextBox 14"/>
          <p:cNvSpPr txBox="1"/>
          <p:nvPr/>
        </p:nvSpPr>
        <p:spPr>
          <a:xfrm>
            <a:off x="1286659" y="2634211"/>
            <a:ext cx="5238105" cy="3987898"/>
          </a:xfrm>
          <a:prstGeom prst="rect">
            <a:avLst/>
          </a:prstGeom>
        </p:spPr>
        <p:style>
          <a:lnRef idx="2">
            <a:schemeClr val="accent2"/>
          </a:lnRef>
          <a:fillRef idx="1">
            <a:schemeClr val="lt1"/>
          </a:fillRef>
          <a:effectRef idx="0">
            <a:schemeClr val="accent2"/>
          </a:effectRef>
          <a:fontRef idx="minor">
            <a:schemeClr val="dk1"/>
          </a:fontRef>
        </p:style>
        <p:txBody>
          <a:bodyPr wrap="square" lIns="108850" tIns="54425" rIns="108850" bIns="54425" rtlCol="0">
            <a:spAutoFit/>
          </a:bodyPr>
          <a:lstStyle/>
          <a:p>
            <a:r>
              <a:rPr lang="zh-CN" altLang="zh-CN" b="1" dirty="0">
                <a:solidFill>
                  <a:srgbClr val="0000FF"/>
                </a:solidFill>
                <a:latin typeface="Consolas" pitchFamily="49" charset="0"/>
                <a:ea typeface="楷体" pitchFamily="49" charset="-122"/>
                <a:cs typeface="Consolas" pitchFamily="49" charset="0"/>
              </a:rPr>
              <a:t>第</a:t>
            </a:r>
            <a:r>
              <a:rPr lang="en-US" altLang="zh-CN" b="1" dirty="0">
                <a:solidFill>
                  <a:srgbClr val="0000FF"/>
                </a:solidFill>
                <a:latin typeface="Consolas" pitchFamily="49" charset="0"/>
                <a:ea typeface="楷体" pitchFamily="49" charset="-122"/>
                <a:cs typeface="Consolas" pitchFamily="49" charset="0"/>
              </a:rPr>
              <a:t>1</a:t>
            </a:r>
            <a:r>
              <a:rPr lang="zh-CN" altLang="zh-CN" b="1" dirty="0">
                <a:solidFill>
                  <a:srgbClr val="0000FF"/>
                </a:solidFill>
                <a:latin typeface="Consolas" pitchFamily="49" charset="0"/>
                <a:ea typeface="楷体" pitchFamily="49" charset="-122"/>
                <a:cs typeface="Consolas" pitchFamily="49" charset="0"/>
              </a:rPr>
              <a:t>个着色方案：</a:t>
            </a:r>
            <a:r>
              <a:rPr lang="en-US" altLang="zh-CN" b="1" dirty="0">
                <a:solidFill>
                  <a:srgbClr val="0000FF"/>
                </a:solidFill>
                <a:latin typeface="Consolas" pitchFamily="49" charset="0"/>
                <a:ea typeface="楷体" pitchFamily="49" charset="-122"/>
                <a:cs typeface="Consolas" pitchFamily="49" charset="0"/>
              </a:rPr>
              <a:t> 1 2 2 3</a:t>
            </a:r>
            <a:endParaRPr lang="zh-CN" altLang="zh-CN" b="1" dirty="0">
              <a:solidFill>
                <a:srgbClr val="0000FF"/>
              </a:solidFill>
              <a:latin typeface="Consolas" pitchFamily="49" charset="0"/>
              <a:ea typeface="楷体" pitchFamily="49" charset="-122"/>
              <a:cs typeface="Consolas" pitchFamily="49" charset="0"/>
            </a:endParaRPr>
          </a:p>
          <a:p>
            <a:r>
              <a:rPr lang="zh-CN" altLang="zh-CN" b="1" dirty="0">
                <a:solidFill>
                  <a:srgbClr val="0000FF"/>
                </a:solidFill>
                <a:latin typeface="Consolas" pitchFamily="49" charset="0"/>
                <a:ea typeface="楷体" pitchFamily="49" charset="-122"/>
                <a:cs typeface="Consolas" pitchFamily="49" charset="0"/>
              </a:rPr>
              <a:t>第</a:t>
            </a:r>
            <a:r>
              <a:rPr lang="en-US" altLang="zh-CN" b="1" dirty="0">
                <a:solidFill>
                  <a:srgbClr val="0000FF"/>
                </a:solidFill>
                <a:latin typeface="Consolas" pitchFamily="49" charset="0"/>
                <a:ea typeface="楷体" pitchFamily="49" charset="-122"/>
                <a:cs typeface="Consolas" pitchFamily="49" charset="0"/>
              </a:rPr>
              <a:t>2</a:t>
            </a:r>
            <a:r>
              <a:rPr lang="zh-CN" altLang="zh-CN" b="1" dirty="0">
                <a:solidFill>
                  <a:srgbClr val="0000FF"/>
                </a:solidFill>
                <a:latin typeface="Consolas" pitchFamily="49" charset="0"/>
                <a:ea typeface="楷体" pitchFamily="49" charset="-122"/>
                <a:cs typeface="Consolas" pitchFamily="49" charset="0"/>
              </a:rPr>
              <a:t>个着色方案：</a:t>
            </a:r>
            <a:r>
              <a:rPr lang="en-US" altLang="zh-CN" b="1" dirty="0">
                <a:solidFill>
                  <a:srgbClr val="0000FF"/>
                </a:solidFill>
                <a:latin typeface="Consolas" pitchFamily="49" charset="0"/>
                <a:ea typeface="楷体" pitchFamily="49" charset="-122"/>
                <a:cs typeface="Consolas" pitchFamily="49" charset="0"/>
              </a:rPr>
              <a:t> 1 2 3 2</a:t>
            </a:r>
            <a:endParaRPr lang="zh-CN" altLang="zh-CN" b="1" dirty="0">
              <a:solidFill>
                <a:srgbClr val="0000FF"/>
              </a:solidFill>
              <a:latin typeface="Consolas" pitchFamily="49" charset="0"/>
              <a:ea typeface="楷体" pitchFamily="49" charset="-122"/>
              <a:cs typeface="Consolas" pitchFamily="49" charset="0"/>
            </a:endParaRPr>
          </a:p>
          <a:p>
            <a:r>
              <a:rPr lang="zh-CN" altLang="zh-CN" b="1" dirty="0">
                <a:solidFill>
                  <a:srgbClr val="0000FF"/>
                </a:solidFill>
                <a:latin typeface="Consolas" pitchFamily="49" charset="0"/>
                <a:ea typeface="楷体" pitchFamily="49" charset="-122"/>
                <a:cs typeface="Consolas" pitchFamily="49" charset="0"/>
              </a:rPr>
              <a:t>第</a:t>
            </a:r>
            <a:r>
              <a:rPr lang="en-US" altLang="zh-CN" b="1" dirty="0">
                <a:solidFill>
                  <a:srgbClr val="0000FF"/>
                </a:solidFill>
                <a:latin typeface="Consolas" pitchFamily="49" charset="0"/>
                <a:ea typeface="楷体" pitchFamily="49" charset="-122"/>
                <a:cs typeface="Consolas" pitchFamily="49" charset="0"/>
              </a:rPr>
              <a:t>3</a:t>
            </a:r>
            <a:r>
              <a:rPr lang="zh-CN" altLang="zh-CN" b="1" dirty="0">
                <a:solidFill>
                  <a:srgbClr val="0000FF"/>
                </a:solidFill>
                <a:latin typeface="Consolas" pitchFamily="49" charset="0"/>
                <a:ea typeface="楷体" pitchFamily="49" charset="-122"/>
                <a:cs typeface="Consolas" pitchFamily="49" charset="0"/>
              </a:rPr>
              <a:t>个着色方案：</a:t>
            </a:r>
            <a:r>
              <a:rPr lang="en-US" altLang="zh-CN" b="1" dirty="0">
                <a:solidFill>
                  <a:srgbClr val="0000FF"/>
                </a:solidFill>
                <a:latin typeface="Consolas" pitchFamily="49" charset="0"/>
                <a:ea typeface="楷体" pitchFamily="49" charset="-122"/>
                <a:cs typeface="Consolas" pitchFamily="49" charset="0"/>
              </a:rPr>
              <a:t> 1 3 2 3</a:t>
            </a:r>
            <a:endParaRPr lang="zh-CN" altLang="zh-CN" b="1" dirty="0">
              <a:solidFill>
                <a:srgbClr val="0000FF"/>
              </a:solidFill>
              <a:latin typeface="Consolas" pitchFamily="49" charset="0"/>
              <a:ea typeface="楷体" pitchFamily="49" charset="-122"/>
              <a:cs typeface="Consolas" pitchFamily="49" charset="0"/>
            </a:endParaRPr>
          </a:p>
          <a:p>
            <a:r>
              <a:rPr lang="zh-CN" altLang="zh-CN" b="1" dirty="0">
                <a:solidFill>
                  <a:srgbClr val="0000FF"/>
                </a:solidFill>
                <a:latin typeface="Consolas" pitchFamily="49" charset="0"/>
                <a:ea typeface="楷体" pitchFamily="49" charset="-122"/>
                <a:cs typeface="Consolas" pitchFamily="49" charset="0"/>
              </a:rPr>
              <a:t>第</a:t>
            </a:r>
            <a:r>
              <a:rPr lang="en-US" altLang="zh-CN" b="1" dirty="0">
                <a:solidFill>
                  <a:srgbClr val="0000FF"/>
                </a:solidFill>
                <a:latin typeface="Consolas" pitchFamily="49" charset="0"/>
                <a:ea typeface="楷体" pitchFamily="49" charset="-122"/>
                <a:cs typeface="Consolas" pitchFamily="49" charset="0"/>
              </a:rPr>
              <a:t>4</a:t>
            </a:r>
            <a:r>
              <a:rPr lang="zh-CN" altLang="zh-CN" b="1" dirty="0">
                <a:solidFill>
                  <a:srgbClr val="0000FF"/>
                </a:solidFill>
                <a:latin typeface="Consolas" pitchFamily="49" charset="0"/>
                <a:ea typeface="楷体" pitchFamily="49" charset="-122"/>
                <a:cs typeface="Consolas" pitchFamily="49" charset="0"/>
              </a:rPr>
              <a:t>个着色方案：</a:t>
            </a:r>
            <a:r>
              <a:rPr lang="en-US" altLang="zh-CN" b="1" dirty="0">
                <a:solidFill>
                  <a:srgbClr val="0000FF"/>
                </a:solidFill>
                <a:latin typeface="Consolas" pitchFamily="49" charset="0"/>
                <a:ea typeface="楷体" pitchFamily="49" charset="-122"/>
                <a:cs typeface="Consolas" pitchFamily="49" charset="0"/>
              </a:rPr>
              <a:t> 1 3 3 2</a:t>
            </a:r>
            <a:endParaRPr lang="zh-CN" altLang="zh-CN" b="1" dirty="0">
              <a:solidFill>
                <a:srgbClr val="0000FF"/>
              </a:solidFill>
              <a:latin typeface="Consolas" pitchFamily="49" charset="0"/>
              <a:ea typeface="楷体" pitchFamily="49" charset="-122"/>
              <a:cs typeface="Consolas" pitchFamily="49" charset="0"/>
            </a:endParaRPr>
          </a:p>
          <a:p>
            <a:r>
              <a:rPr lang="zh-CN" altLang="zh-CN" b="1" dirty="0">
                <a:solidFill>
                  <a:srgbClr val="0000FF"/>
                </a:solidFill>
                <a:latin typeface="Consolas" pitchFamily="49" charset="0"/>
                <a:ea typeface="楷体" pitchFamily="49" charset="-122"/>
                <a:cs typeface="Consolas" pitchFamily="49" charset="0"/>
              </a:rPr>
              <a:t>第</a:t>
            </a:r>
            <a:r>
              <a:rPr lang="en-US" altLang="zh-CN" b="1" dirty="0">
                <a:solidFill>
                  <a:srgbClr val="0000FF"/>
                </a:solidFill>
                <a:latin typeface="Consolas" pitchFamily="49" charset="0"/>
                <a:ea typeface="楷体" pitchFamily="49" charset="-122"/>
                <a:cs typeface="Consolas" pitchFamily="49" charset="0"/>
              </a:rPr>
              <a:t>5</a:t>
            </a:r>
            <a:r>
              <a:rPr lang="zh-CN" altLang="zh-CN" b="1" dirty="0">
                <a:solidFill>
                  <a:srgbClr val="0000FF"/>
                </a:solidFill>
                <a:latin typeface="Consolas" pitchFamily="49" charset="0"/>
                <a:ea typeface="楷体" pitchFamily="49" charset="-122"/>
                <a:cs typeface="Consolas" pitchFamily="49" charset="0"/>
              </a:rPr>
              <a:t>个着色方案：</a:t>
            </a:r>
            <a:r>
              <a:rPr lang="en-US" altLang="zh-CN" b="1" dirty="0">
                <a:solidFill>
                  <a:srgbClr val="0000FF"/>
                </a:solidFill>
                <a:latin typeface="Consolas" pitchFamily="49" charset="0"/>
                <a:ea typeface="楷体" pitchFamily="49" charset="-122"/>
                <a:cs typeface="Consolas" pitchFamily="49" charset="0"/>
              </a:rPr>
              <a:t> 2 1 1 3</a:t>
            </a:r>
            <a:endParaRPr lang="zh-CN" altLang="zh-CN" b="1" dirty="0">
              <a:solidFill>
                <a:srgbClr val="0000FF"/>
              </a:solidFill>
              <a:latin typeface="Consolas" pitchFamily="49" charset="0"/>
              <a:ea typeface="楷体" pitchFamily="49" charset="-122"/>
              <a:cs typeface="Consolas" pitchFamily="49" charset="0"/>
            </a:endParaRPr>
          </a:p>
          <a:p>
            <a:r>
              <a:rPr lang="zh-CN" altLang="zh-CN" b="1" dirty="0">
                <a:solidFill>
                  <a:srgbClr val="0000FF"/>
                </a:solidFill>
                <a:latin typeface="Consolas" pitchFamily="49" charset="0"/>
                <a:ea typeface="楷体" pitchFamily="49" charset="-122"/>
                <a:cs typeface="Consolas" pitchFamily="49" charset="0"/>
              </a:rPr>
              <a:t>第</a:t>
            </a:r>
            <a:r>
              <a:rPr lang="en-US" altLang="zh-CN" b="1" dirty="0">
                <a:solidFill>
                  <a:srgbClr val="0000FF"/>
                </a:solidFill>
                <a:latin typeface="Consolas" pitchFamily="49" charset="0"/>
                <a:ea typeface="楷体" pitchFamily="49" charset="-122"/>
                <a:cs typeface="Consolas" pitchFamily="49" charset="0"/>
              </a:rPr>
              <a:t>6</a:t>
            </a:r>
            <a:r>
              <a:rPr lang="zh-CN" altLang="zh-CN" b="1" dirty="0">
                <a:solidFill>
                  <a:srgbClr val="0000FF"/>
                </a:solidFill>
                <a:latin typeface="Consolas" pitchFamily="49" charset="0"/>
                <a:ea typeface="楷体" pitchFamily="49" charset="-122"/>
                <a:cs typeface="Consolas" pitchFamily="49" charset="0"/>
              </a:rPr>
              <a:t>个着色方案：</a:t>
            </a:r>
            <a:r>
              <a:rPr lang="en-US" altLang="zh-CN" b="1" dirty="0">
                <a:solidFill>
                  <a:srgbClr val="0000FF"/>
                </a:solidFill>
                <a:latin typeface="Consolas" pitchFamily="49" charset="0"/>
                <a:ea typeface="楷体" pitchFamily="49" charset="-122"/>
                <a:cs typeface="Consolas" pitchFamily="49" charset="0"/>
              </a:rPr>
              <a:t> 2 1 3 1</a:t>
            </a:r>
            <a:endParaRPr lang="zh-CN" altLang="zh-CN" b="1" dirty="0">
              <a:solidFill>
                <a:srgbClr val="0000FF"/>
              </a:solidFill>
              <a:latin typeface="Consolas" pitchFamily="49" charset="0"/>
              <a:ea typeface="楷体" pitchFamily="49" charset="-122"/>
              <a:cs typeface="Consolas" pitchFamily="49" charset="0"/>
            </a:endParaRPr>
          </a:p>
          <a:p>
            <a:r>
              <a:rPr lang="zh-CN" altLang="zh-CN" b="1" dirty="0">
                <a:solidFill>
                  <a:srgbClr val="0000FF"/>
                </a:solidFill>
                <a:latin typeface="Consolas" pitchFamily="49" charset="0"/>
                <a:ea typeface="楷体" pitchFamily="49" charset="-122"/>
                <a:cs typeface="Consolas" pitchFamily="49" charset="0"/>
              </a:rPr>
              <a:t>第</a:t>
            </a:r>
            <a:r>
              <a:rPr lang="en-US" altLang="zh-CN" b="1" dirty="0">
                <a:solidFill>
                  <a:srgbClr val="0000FF"/>
                </a:solidFill>
                <a:latin typeface="Consolas" pitchFamily="49" charset="0"/>
                <a:ea typeface="楷体" pitchFamily="49" charset="-122"/>
                <a:cs typeface="Consolas" pitchFamily="49" charset="0"/>
              </a:rPr>
              <a:t>7</a:t>
            </a:r>
            <a:r>
              <a:rPr lang="zh-CN" altLang="zh-CN" b="1" dirty="0">
                <a:solidFill>
                  <a:srgbClr val="0000FF"/>
                </a:solidFill>
                <a:latin typeface="Consolas" pitchFamily="49" charset="0"/>
                <a:ea typeface="楷体" pitchFamily="49" charset="-122"/>
                <a:cs typeface="Consolas" pitchFamily="49" charset="0"/>
              </a:rPr>
              <a:t>个着色方案：</a:t>
            </a:r>
            <a:r>
              <a:rPr lang="en-US" altLang="zh-CN" b="1" dirty="0">
                <a:solidFill>
                  <a:srgbClr val="0000FF"/>
                </a:solidFill>
                <a:latin typeface="Consolas" pitchFamily="49" charset="0"/>
                <a:ea typeface="楷体" pitchFamily="49" charset="-122"/>
                <a:cs typeface="Consolas" pitchFamily="49" charset="0"/>
              </a:rPr>
              <a:t> 2 3 1 3</a:t>
            </a:r>
            <a:endParaRPr lang="zh-CN" altLang="zh-CN" b="1" dirty="0">
              <a:solidFill>
                <a:srgbClr val="0000FF"/>
              </a:solidFill>
              <a:latin typeface="Consolas" pitchFamily="49" charset="0"/>
              <a:ea typeface="楷体" pitchFamily="49" charset="-122"/>
              <a:cs typeface="Consolas" pitchFamily="49" charset="0"/>
            </a:endParaRPr>
          </a:p>
          <a:p>
            <a:r>
              <a:rPr lang="zh-CN" altLang="zh-CN" b="1" dirty="0">
                <a:solidFill>
                  <a:srgbClr val="0000FF"/>
                </a:solidFill>
                <a:latin typeface="Consolas" pitchFamily="49" charset="0"/>
                <a:ea typeface="楷体" pitchFamily="49" charset="-122"/>
                <a:cs typeface="Consolas" pitchFamily="49" charset="0"/>
              </a:rPr>
              <a:t>第</a:t>
            </a:r>
            <a:r>
              <a:rPr lang="en-US" altLang="zh-CN" b="1" dirty="0">
                <a:solidFill>
                  <a:srgbClr val="0000FF"/>
                </a:solidFill>
                <a:latin typeface="Consolas" pitchFamily="49" charset="0"/>
                <a:ea typeface="楷体" pitchFamily="49" charset="-122"/>
                <a:cs typeface="Consolas" pitchFamily="49" charset="0"/>
              </a:rPr>
              <a:t>8</a:t>
            </a:r>
            <a:r>
              <a:rPr lang="zh-CN" altLang="zh-CN" b="1" dirty="0">
                <a:solidFill>
                  <a:srgbClr val="0000FF"/>
                </a:solidFill>
                <a:latin typeface="Consolas" pitchFamily="49" charset="0"/>
                <a:ea typeface="楷体" pitchFamily="49" charset="-122"/>
                <a:cs typeface="Consolas" pitchFamily="49" charset="0"/>
              </a:rPr>
              <a:t>个着色方案：</a:t>
            </a:r>
            <a:r>
              <a:rPr lang="en-US" altLang="zh-CN" b="1" dirty="0">
                <a:solidFill>
                  <a:srgbClr val="0000FF"/>
                </a:solidFill>
                <a:latin typeface="Consolas" pitchFamily="49" charset="0"/>
                <a:ea typeface="楷体" pitchFamily="49" charset="-122"/>
                <a:cs typeface="Consolas" pitchFamily="49" charset="0"/>
              </a:rPr>
              <a:t> 2 3 3 1</a:t>
            </a:r>
            <a:endParaRPr lang="zh-CN" altLang="zh-CN" b="1" dirty="0">
              <a:solidFill>
                <a:srgbClr val="0000FF"/>
              </a:solidFill>
              <a:latin typeface="Consolas" pitchFamily="49" charset="0"/>
              <a:ea typeface="楷体" pitchFamily="49" charset="-122"/>
              <a:cs typeface="Consolas" pitchFamily="49" charset="0"/>
            </a:endParaRPr>
          </a:p>
          <a:p>
            <a:r>
              <a:rPr lang="zh-CN" altLang="zh-CN" b="1" dirty="0">
                <a:solidFill>
                  <a:srgbClr val="0000FF"/>
                </a:solidFill>
                <a:latin typeface="Consolas" pitchFamily="49" charset="0"/>
                <a:ea typeface="楷体" pitchFamily="49" charset="-122"/>
                <a:cs typeface="Consolas" pitchFamily="49" charset="0"/>
              </a:rPr>
              <a:t>第</a:t>
            </a:r>
            <a:r>
              <a:rPr lang="en-US" altLang="zh-CN" b="1" dirty="0">
                <a:solidFill>
                  <a:srgbClr val="0000FF"/>
                </a:solidFill>
                <a:latin typeface="Consolas" pitchFamily="49" charset="0"/>
                <a:ea typeface="楷体" pitchFamily="49" charset="-122"/>
                <a:cs typeface="Consolas" pitchFamily="49" charset="0"/>
              </a:rPr>
              <a:t>9</a:t>
            </a:r>
            <a:r>
              <a:rPr lang="zh-CN" altLang="zh-CN" b="1" dirty="0">
                <a:solidFill>
                  <a:srgbClr val="0000FF"/>
                </a:solidFill>
                <a:latin typeface="Consolas" pitchFamily="49" charset="0"/>
                <a:ea typeface="楷体" pitchFamily="49" charset="-122"/>
                <a:cs typeface="Consolas" pitchFamily="49" charset="0"/>
              </a:rPr>
              <a:t>个着色方案：</a:t>
            </a:r>
            <a:r>
              <a:rPr lang="en-US" altLang="zh-CN" b="1" dirty="0">
                <a:solidFill>
                  <a:srgbClr val="0000FF"/>
                </a:solidFill>
                <a:latin typeface="Consolas" pitchFamily="49" charset="0"/>
                <a:ea typeface="楷体" pitchFamily="49" charset="-122"/>
                <a:cs typeface="Consolas" pitchFamily="49" charset="0"/>
              </a:rPr>
              <a:t> 3 1 1 2</a:t>
            </a:r>
            <a:endParaRPr lang="zh-CN" altLang="zh-CN" b="1" dirty="0">
              <a:solidFill>
                <a:srgbClr val="0000FF"/>
              </a:solidFill>
              <a:latin typeface="Consolas" pitchFamily="49" charset="0"/>
              <a:ea typeface="楷体" pitchFamily="49" charset="-122"/>
              <a:cs typeface="Consolas" pitchFamily="49" charset="0"/>
            </a:endParaRPr>
          </a:p>
          <a:p>
            <a:r>
              <a:rPr lang="zh-CN" altLang="zh-CN" b="1" dirty="0">
                <a:solidFill>
                  <a:srgbClr val="0000FF"/>
                </a:solidFill>
                <a:latin typeface="Consolas" pitchFamily="49" charset="0"/>
                <a:ea typeface="楷体" pitchFamily="49" charset="-122"/>
                <a:cs typeface="Consolas" pitchFamily="49" charset="0"/>
              </a:rPr>
              <a:t>第</a:t>
            </a:r>
            <a:r>
              <a:rPr lang="en-US" altLang="zh-CN" b="1" dirty="0">
                <a:solidFill>
                  <a:srgbClr val="0000FF"/>
                </a:solidFill>
                <a:latin typeface="Consolas" pitchFamily="49" charset="0"/>
                <a:ea typeface="楷体" pitchFamily="49" charset="-122"/>
                <a:cs typeface="Consolas" pitchFamily="49" charset="0"/>
              </a:rPr>
              <a:t>10</a:t>
            </a:r>
            <a:r>
              <a:rPr lang="zh-CN" altLang="zh-CN" b="1" dirty="0">
                <a:solidFill>
                  <a:srgbClr val="0000FF"/>
                </a:solidFill>
                <a:latin typeface="Consolas" pitchFamily="49" charset="0"/>
                <a:ea typeface="楷体" pitchFamily="49" charset="-122"/>
                <a:cs typeface="Consolas" pitchFamily="49" charset="0"/>
              </a:rPr>
              <a:t>个着色方案：</a:t>
            </a:r>
            <a:r>
              <a:rPr lang="en-US" altLang="zh-CN" b="1" dirty="0">
                <a:solidFill>
                  <a:srgbClr val="0000FF"/>
                </a:solidFill>
                <a:latin typeface="Consolas" pitchFamily="49" charset="0"/>
                <a:ea typeface="楷体" pitchFamily="49" charset="-122"/>
                <a:cs typeface="Consolas" pitchFamily="49" charset="0"/>
              </a:rPr>
              <a:t> 3 1 2 1</a:t>
            </a:r>
            <a:endParaRPr lang="zh-CN" altLang="zh-CN" b="1" dirty="0">
              <a:solidFill>
                <a:srgbClr val="0000FF"/>
              </a:solidFill>
              <a:latin typeface="Consolas" pitchFamily="49" charset="0"/>
              <a:ea typeface="楷体" pitchFamily="49" charset="-122"/>
              <a:cs typeface="Consolas" pitchFamily="49" charset="0"/>
            </a:endParaRPr>
          </a:p>
          <a:p>
            <a:r>
              <a:rPr lang="zh-CN" altLang="zh-CN" b="1" dirty="0">
                <a:solidFill>
                  <a:srgbClr val="0000FF"/>
                </a:solidFill>
                <a:latin typeface="Consolas" pitchFamily="49" charset="0"/>
                <a:ea typeface="楷体" pitchFamily="49" charset="-122"/>
                <a:cs typeface="Consolas" pitchFamily="49" charset="0"/>
              </a:rPr>
              <a:t>第</a:t>
            </a:r>
            <a:r>
              <a:rPr lang="en-US" altLang="zh-CN" b="1" dirty="0">
                <a:solidFill>
                  <a:srgbClr val="0000FF"/>
                </a:solidFill>
                <a:latin typeface="Consolas" pitchFamily="49" charset="0"/>
                <a:ea typeface="楷体" pitchFamily="49" charset="-122"/>
                <a:cs typeface="Consolas" pitchFamily="49" charset="0"/>
              </a:rPr>
              <a:t>11</a:t>
            </a:r>
            <a:r>
              <a:rPr lang="zh-CN" altLang="zh-CN" b="1" dirty="0">
                <a:solidFill>
                  <a:srgbClr val="0000FF"/>
                </a:solidFill>
                <a:latin typeface="Consolas" pitchFamily="49" charset="0"/>
                <a:ea typeface="楷体" pitchFamily="49" charset="-122"/>
                <a:cs typeface="Consolas" pitchFamily="49" charset="0"/>
              </a:rPr>
              <a:t>个着色方案：</a:t>
            </a:r>
            <a:r>
              <a:rPr lang="en-US" altLang="zh-CN" b="1" dirty="0">
                <a:solidFill>
                  <a:srgbClr val="0000FF"/>
                </a:solidFill>
                <a:latin typeface="Consolas" pitchFamily="49" charset="0"/>
                <a:ea typeface="楷体" pitchFamily="49" charset="-122"/>
                <a:cs typeface="Consolas" pitchFamily="49" charset="0"/>
              </a:rPr>
              <a:t> 3 2 1 2</a:t>
            </a:r>
            <a:endParaRPr lang="zh-CN" altLang="zh-CN" b="1" dirty="0">
              <a:solidFill>
                <a:srgbClr val="0000FF"/>
              </a:solidFill>
              <a:latin typeface="Consolas" pitchFamily="49" charset="0"/>
              <a:ea typeface="楷体" pitchFamily="49" charset="-122"/>
              <a:cs typeface="Consolas" pitchFamily="49" charset="0"/>
            </a:endParaRPr>
          </a:p>
          <a:p>
            <a:r>
              <a:rPr lang="zh-CN" altLang="zh-CN" b="1" dirty="0">
                <a:solidFill>
                  <a:srgbClr val="0000FF"/>
                </a:solidFill>
                <a:latin typeface="Consolas" pitchFamily="49" charset="0"/>
                <a:ea typeface="楷体" pitchFamily="49" charset="-122"/>
                <a:cs typeface="Consolas" pitchFamily="49" charset="0"/>
              </a:rPr>
              <a:t>第</a:t>
            </a:r>
            <a:r>
              <a:rPr lang="en-US" altLang="zh-CN" b="1" dirty="0">
                <a:solidFill>
                  <a:srgbClr val="0000FF"/>
                </a:solidFill>
                <a:latin typeface="Consolas" pitchFamily="49" charset="0"/>
                <a:ea typeface="楷体" pitchFamily="49" charset="-122"/>
                <a:cs typeface="Consolas" pitchFamily="49" charset="0"/>
              </a:rPr>
              <a:t>12</a:t>
            </a:r>
            <a:r>
              <a:rPr lang="zh-CN" altLang="zh-CN" b="1" dirty="0">
                <a:solidFill>
                  <a:srgbClr val="0000FF"/>
                </a:solidFill>
                <a:latin typeface="Consolas" pitchFamily="49" charset="0"/>
                <a:ea typeface="楷体" pitchFamily="49" charset="-122"/>
                <a:cs typeface="Consolas" pitchFamily="49" charset="0"/>
              </a:rPr>
              <a:t>个着色方案：</a:t>
            </a:r>
            <a:r>
              <a:rPr lang="en-US" altLang="zh-CN" b="1" dirty="0">
                <a:solidFill>
                  <a:srgbClr val="0000FF"/>
                </a:solidFill>
                <a:latin typeface="Consolas" pitchFamily="49" charset="0"/>
                <a:ea typeface="楷体" pitchFamily="49" charset="-122"/>
                <a:cs typeface="Consolas" pitchFamily="49" charset="0"/>
              </a:rPr>
              <a:t> 3 2 2 1</a:t>
            </a:r>
            <a:endParaRPr lang="zh-CN" altLang="zh-CN" b="1" dirty="0">
              <a:solidFill>
                <a:srgbClr val="0000FF"/>
              </a:solidFill>
              <a:latin typeface="Consolas" pitchFamily="49" charset="0"/>
              <a:ea typeface="楷体" pitchFamily="49" charset="-122"/>
              <a:cs typeface="Consolas" pitchFamily="49" charset="0"/>
            </a:endParaRPr>
          </a:p>
        </p:txBody>
      </p:sp>
      <p:sp>
        <p:nvSpPr>
          <p:cNvPr id="16" name="左弧形箭头 15"/>
          <p:cNvSpPr/>
          <p:nvPr/>
        </p:nvSpPr>
        <p:spPr>
          <a:xfrm>
            <a:off x="715230" y="1490376"/>
            <a:ext cx="476191" cy="1357636"/>
          </a:xfrm>
          <a:prstGeom prst="curvedRightArrow">
            <a:avLst/>
          </a:prstGeom>
        </p:spPr>
        <p:style>
          <a:lnRef idx="2">
            <a:schemeClr val="dk1">
              <a:shade val="50000"/>
            </a:schemeClr>
          </a:lnRef>
          <a:fillRef idx="1">
            <a:schemeClr val="dk1"/>
          </a:fillRef>
          <a:effectRef idx="0">
            <a:schemeClr val="dk1"/>
          </a:effectRef>
          <a:fontRef idx="minor">
            <a:schemeClr val="lt1"/>
          </a:fontRef>
        </p:style>
        <p:txBody>
          <a:bodyPr lIns="108850" tIns="54425" rIns="108850" bIns="54425" rtlCol="0" anchor="ctr"/>
          <a:lstStyle/>
          <a:p>
            <a:pPr algn="ctr"/>
            <a:endParaRPr lang="zh-CN" altLang="en-US">
              <a:solidFill>
                <a:schemeClr val="tx1"/>
              </a:solidFill>
              <a:latin typeface="Consolas" pitchFamily="49" charset="0"/>
              <a:cs typeface="Consolas" pitchFamily="49" charset="0"/>
            </a:endParaRPr>
          </a:p>
        </p:txBody>
      </p:sp>
    </p:spTree>
    <p:extLst>
      <p:ext uri="{BB962C8B-B14F-4D97-AF65-F5344CB8AC3E}">
        <p14:creationId xmlns:p14="http://schemas.microsoft.com/office/powerpoint/2010/main" val="460473772"/>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1047579" y="1071794"/>
            <a:ext cx="8215979" cy="3244810"/>
          </a:xfrm>
          <a:prstGeom prst="rect">
            <a:avLst/>
          </a:prstGeom>
          <a:noFill/>
        </p:spPr>
        <p:txBody>
          <a:bodyPr wrap="square" lIns="108850" tIns="54425" rIns="108850" bIns="54425" rtlCol="0">
            <a:spAutoFit/>
          </a:bodyPr>
          <a:lstStyle/>
          <a:p>
            <a:pPr>
              <a:lnSpc>
                <a:spcPct val="150000"/>
              </a:lnSpc>
            </a:pPr>
            <a:r>
              <a:rPr lang="en-US" altLang="zh-CN" sz="2300" dirty="0">
                <a:solidFill>
                  <a:srgbClr val="0000FF"/>
                </a:solidFill>
                <a:latin typeface="Consolas" pitchFamily="49" charset="0"/>
                <a:ea typeface="微软雅黑" panose="020B0503020204020204" pitchFamily="34" charset="-122"/>
                <a:cs typeface="Consolas" pitchFamily="49" charset="0"/>
              </a:rPr>
              <a:t>   </a:t>
            </a:r>
            <a:r>
              <a:rPr lang="zh-CN" altLang="zh-CN" sz="2300" dirty="0">
                <a:solidFill>
                  <a:srgbClr val="FF0000"/>
                </a:solidFill>
                <a:latin typeface="+mn-ea"/>
                <a:cs typeface="Consolas" pitchFamily="49" charset="0"/>
              </a:rPr>
              <a:t>【问题求解】</a:t>
            </a:r>
            <a:r>
              <a:rPr lang="zh-CN" altLang="zh-CN" sz="2300" b="1" dirty="0">
                <a:solidFill>
                  <a:srgbClr val="0000FF"/>
                </a:solidFill>
                <a:latin typeface="+mn-ea"/>
                <a:cs typeface="Consolas" pitchFamily="49" charset="0"/>
              </a:rPr>
              <a:t>对于图</a:t>
            </a:r>
            <a:r>
              <a:rPr lang="en-US" altLang="zh-CN" sz="2300" b="1" i="1" dirty="0">
                <a:solidFill>
                  <a:srgbClr val="0000FF"/>
                </a:solidFill>
                <a:latin typeface="+mn-ea"/>
                <a:cs typeface="Consolas" pitchFamily="49" charset="0"/>
              </a:rPr>
              <a:t>G</a:t>
            </a:r>
            <a:r>
              <a:rPr lang="zh-CN" altLang="zh-CN" sz="2300" b="1" dirty="0">
                <a:solidFill>
                  <a:srgbClr val="0000FF"/>
                </a:solidFill>
                <a:latin typeface="+mn-ea"/>
                <a:cs typeface="Consolas" pitchFamily="49" charset="0"/>
              </a:rPr>
              <a:t>，采用邻接矩阵</a:t>
            </a:r>
            <a:r>
              <a:rPr lang="en-US" altLang="zh-CN" sz="2300" b="1" i="1" dirty="0">
                <a:solidFill>
                  <a:srgbClr val="0000FF"/>
                </a:solidFill>
                <a:latin typeface="+mn-ea"/>
                <a:cs typeface="Consolas" pitchFamily="49" charset="0"/>
              </a:rPr>
              <a:t>a</a:t>
            </a:r>
            <a:r>
              <a:rPr lang="zh-CN" altLang="zh-CN" sz="2300" b="1" dirty="0">
                <a:solidFill>
                  <a:srgbClr val="0000FF"/>
                </a:solidFill>
                <a:latin typeface="+mn-ea"/>
                <a:cs typeface="Consolas" pitchFamily="49" charset="0"/>
              </a:rPr>
              <a:t>存储，根据求解问题需要，这里</a:t>
            </a:r>
            <a:r>
              <a:rPr lang="en-US" altLang="zh-CN" sz="2300" b="1" i="1" dirty="0">
                <a:solidFill>
                  <a:srgbClr val="0000FF"/>
                </a:solidFill>
                <a:latin typeface="+mn-ea"/>
                <a:cs typeface="Consolas" pitchFamily="49" charset="0"/>
              </a:rPr>
              <a:t>a</a:t>
            </a:r>
            <a:r>
              <a:rPr lang="zh-CN" altLang="zh-CN" sz="2300" b="1" dirty="0">
                <a:solidFill>
                  <a:srgbClr val="0000FF"/>
                </a:solidFill>
                <a:latin typeface="+mn-ea"/>
                <a:cs typeface="Consolas" pitchFamily="49" charset="0"/>
              </a:rPr>
              <a:t>为一个二维数组（下标</a:t>
            </a:r>
            <a:r>
              <a:rPr lang="en-US" altLang="zh-CN" sz="2300" b="1" dirty="0">
                <a:solidFill>
                  <a:srgbClr val="0000FF"/>
                </a:solidFill>
                <a:latin typeface="+mn-ea"/>
                <a:cs typeface="Consolas" pitchFamily="49" charset="0"/>
              </a:rPr>
              <a:t>0</a:t>
            </a:r>
            <a:r>
              <a:rPr lang="zh-CN" altLang="zh-CN" sz="2300" b="1" dirty="0">
                <a:solidFill>
                  <a:srgbClr val="0000FF"/>
                </a:solidFill>
                <a:latin typeface="+mn-ea"/>
                <a:cs typeface="Consolas" pitchFamily="49" charset="0"/>
              </a:rPr>
              <a:t>不用），当顶点</a:t>
            </a:r>
            <a:r>
              <a:rPr lang="en-US" altLang="zh-CN" sz="2300" b="1" i="1" dirty="0">
                <a:solidFill>
                  <a:srgbClr val="0000FF"/>
                </a:solidFill>
                <a:latin typeface="+mn-ea"/>
                <a:cs typeface="Consolas" pitchFamily="49" charset="0"/>
              </a:rPr>
              <a:t>i</a:t>
            </a:r>
            <a:r>
              <a:rPr lang="zh-CN" altLang="zh-CN" sz="2300" b="1" dirty="0">
                <a:solidFill>
                  <a:srgbClr val="0000FF"/>
                </a:solidFill>
                <a:latin typeface="+mn-ea"/>
                <a:cs typeface="Consolas" pitchFamily="49" charset="0"/>
              </a:rPr>
              <a:t>与顶点</a:t>
            </a:r>
            <a:r>
              <a:rPr lang="en-US" altLang="zh-CN" sz="2300" b="1" i="1" dirty="0">
                <a:solidFill>
                  <a:srgbClr val="0000FF"/>
                </a:solidFill>
                <a:latin typeface="+mn-ea"/>
                <a:cs typeface="Consolas" pitchFamily="49" charset="0"/>
              </a:rPr>
              <a:t>j</a:t>
            </a:r>
            <a:r>
              <a:rPr lang="zh-CN" altLang="zh-CN" sz="2300" b="1" dirty="0">
                <a:solidFill>
                  <a:srgbClr val="0000FF"/>
                </a:solidFill>
                <a:latin typeface="+mn-ea"/>
                <a:cs typeface="Consolas" pitchFamily="49" charset="0"/>
              </a:rPr>
              <a:t>有边时，置</a:t>
            </a:r>
            <a:r>
              <a:rPr lang="en-US" altLang="zh-CN" sz="2300" b="1" i="1" dirty="0">
                <a:solidFill>
                  <a:srgbClr val="0000FF"/>
                </a:solidFill>
                <a:latin typeface="+mn-ea"/>
                <a:cs typeface="Consolas" pitchFamily="49" charset="0"/>
              </a:rPr>
              <a:t>a</a:t>
            </a:r>
            <a:r>
              <a:rPr lang="en-US" altLang="zh-CN" sz="2300" b="1" dirty="0">
                <a:solidFill>
                  <a:srgbClr val="0000FF"/>
                </a:solidFill>
                <a:latin typeface="+mn-ea"/>
                <a:cs typeface="Consolas" pitchFamily="49" charset="0"/>
              </a:rPr>
              <a:t>[</a:t>
            </a:r>
            <a:r>
              <a:rPr lang="en-US" altLang="zh-CN" sz="2300" b="1" i="1" dirty="0">
                <a:solidFill>
                  <a:srgbClr val="0000FF"/>
                </a:solidFill>
                <a:latin typeface="+mn-ea"/>
                <a:cs typeface="Consolas" pitchFamily="49" charset="0"/>
              </a:rPr>
              <a:t>i</a:t>
            </a:r>
            <a:r>
              <a:rPr lang="en-US" altLang="zh-CN" sz="2300" b="1" dirty="0">
                <a:solidFill>
                  <a:srgbClr val="0000FF"/>
                </a:solidFill>
                <a:latin typeface="+mn-ea"/>
                <a:cs typeface="Consolas" pitchFamily="49" charset="0"/>
              </a:rPr>
              <a:t>][</a:t>
            </a:r>
            <a:r>
              <a:rPr lang="en-US" altLang="zh-CN" sz="2300" b="1" i="1" dirty="0">
                <a:solidFill>
                  <a:srgbClr val="0000FF"/>
                </a:solidFill>
                <a:latin typeface="+mn-ea"/>
                <a:cs typeface="Consolas" pitchFamily="49" charset="0"/>
              </a:rPr>
              <a:t>j</a:t>
            </a:r>
            <a:r>
              <a:rPr lang="en-US" altLang="zh-CN" sz="2300" b="1" dirty="0">
                <a:solidFill>
                  <a:srgbClr val="0000FF"/>
                </a:solidFill>
                <a:latin typeface="+mn-ea"/>
                <a:cs typeface="Consolas" pitchFamily="49" charset="0"/>
              </a:rPr>
              <a:t>]=1</a:t>
            </a:r>
            <a:r>
              <a:rPr lang="zh-CN" altLang="zh-CN" sz="2300" b="1" dirty="0">
                <a:solidFill>
                  <a:srgbClr val="0000FF"/>
                </a:solidFill>
                <a:latin typeface="+mn-ea"/>
                <a:cs typeface="Consolas" pitchFamily="49" charset="0"/>
              </a:rPr>
              <a:t>，其他情况置</a:t>
            </a:r>
            <a:r>
              <a:rPr lang="en-US" altLang="zh-CN" sz="2300" b="1" i="1" dirty="0">
                <a:solidFill>
                  <a:srgbClr val="0000FF"/>
                </a:solidFill>
                <a:latin typeface="+mn-ea"/>
                <a:cs typeface="Consolas" pitchFamily="49" charset="0"/>
              </a:rPr>
              <a:t>a</a:t>
            </a:r>
            <a:r>
              <a:rPr lang="en-US" altLang="zh-CN" sz="2300" b="1" dirty="0">
                <a:solidFill>
                  <a:srgbClr val="0000FF"/>
                </a:solidFill>
                <a:latin typeface="+mn-ea"/>
                <a:cs typeface="Consolas" pitchFamily="49" charset="0"/>
              </a:rPr>
              <a:t>[</a:t>
            </a:r>
            <a:r>
              <a:rPr lang="en-US" altLang="zh-CN" sz="2300" b="1" i="1" dirty="0">
                <a:solidFill>
                  <a:srgbClr val="0000FF"/>
                </a:solidFill>
                <a:latin typeface="+mn-ea"/>
                <a:cs typeface="Consolas" pitchFamily="49" charset="0"/>
              </a:rPr>
              <a:t>i</a:t>
            </a:r>
            <a:r>
              <a:rPr lang="en-US" altLang="zh-CN" sz="2300" b="1" dirty="0">
                <a:solidFill>
                  <a:srgbClr val="0000FF"/>
                </a:solidFill>
                <a:latin typeface="+mn-ea"/>
                <a:cs typeface="Consolas" pitchFamily="49" charset="0"/>
              </a:rPr>
              <a:t>][</a:t>
            </a:r>
            <a:r>
              <a:rPr lang="en-US" altLang="zh-CN" sz="2300" b="1" i="1" dirty="0">
                <a:solidFill>
                  <a:srgbClr val="0000FF"/>
                </a:solidFill>
                <a:latin typeface="+mn-ea"/>
                <a:cs typeface="Consolas" pitchFamily="49" charset="0"/>
              </a:rPr>
              <a:t>j</a:t>
            </a:r>
            <a:r>
              <a:rPr lang="en-US" altLang="zh-CN" sz="2300" b="1" dirty="0">
                <a:solidFill>
                  <a:srgbClr val="0000FF"/>
                </a:solidFill>
                <a:latin typeface="+mn-ea"/>
                <a:cs typeface="Consolas" pitchFamily="49" charset="0"/>
              </a:rPr>
              <a:t>]=0</a:t>
            </a:r>
            <a:r>
              <a:rPr lang="zh-CN" altLang="zh-CN" sz="2300" b="1" dirty="0">
                <a:solidFill>
                  <a:srgbClr val="0000FF"/>
                </a:solidFill>
                <a:latin typeface="+mn-ea"/>
                <a:cs typeface="Consolas" pitchFamily="49" charset="0"/>
              </a:rPr>
              <a:t>。</a:t>
            </a:r>
            <a:endParaRPr lang="en-US" altLang="zh-CN" sz="2300" b="1" dirty="0">
              <a:solidFill>
                <a:srgbClr val="0000FF"/>
              </a:solidFill>
              <a:latin typeface="+mn-ea"/>
              <a:cs typeface="Consolas" pitchFamily="49" charset="0"/>
            </a:endParaRPr>
          </a:p>
          <a:p>
            <a:pPr>
              <a:lnSpc>
                <a:spcPct val="150000"/>
              </a:lnSpc>
            </a:pPr>
            <a:r>
              <a:rPr lang="en-US" altLang="zh-CN" sz="2300" b="1" dirty="0">
                <a:solidFill>
                  <a:srgbClr val="0000FF"/>
                </a:solidFill>
                <a:latin typeface="+mn-ea"/>
                <a:cs typeface="Consolas" pitchFamily="49" charset="0"/>
              </a:rPr>
              <a:t>    </a:t>
            </a:r>
            <a:r>
              <a:rPr lang="zh-CN" altLang="zh-CN" sz="2300" b="1" dirty="0">
                <a:solidFill>
                  <a:srgbClr val="0000FF"/>
                </a:solidFill>
                <a:latin typeface="+mn-ea"/>
                <a:cs typeface="Consolas" pitchFamily="49" charset="0"/>
              </a:rPr>
              <a:t>图中的顶点编号为</a:t>
            </a:r>
            <a:r>
              <a:rPr lang="en-US" altLang="zh-CN" sz="2300" b="1" dirty="0">
                <a:solidFill>
                  <a:srgbClr val="0000FF"/>
                </a:solidFill>
                <a:latin typeface="+mn-ea"/>
                <a:cs typeface="Consolas" pitchFamily="49" charset="0"/>
              </a:rPr>
              <a:t>1</a:t>
            </a:r>
            <a:r>
              <a:rPr lang="zh-CN" altLang="zh-CN" sz="2300" b="1" dirty="0">
                <a:solidFill>
                  <a:srgbClr val="0000FF"/>
                </a:solidFill>
                <a:latin typeface="+mn-ea"/>
                <a:cs typeface="Consolas" pitchFamily="49" charset="0"/>
              </a:rPr>
              <a:t>～</a:t>
            </a:r>
            <a:r>
              <a:rPr lang="en-US" altLang="zh-CN" sz="2300" b="1" i="1" dirty="0">
                <a:solidFill>
                  <a:srgbClr val="0000FF"/>
                </a:solidFill>
                <a:latin typeface="+mn-ea"/>
                <a:cs typeface="Consolas" pitchFamily="49" charset="0"/>
              </a:rPr>
              <a:t>n</a:t>
            </a:r>
            <a:r>
              <a:rPr lang="zh-CN" altLang="zh-CN" sz="2300" b="1" dirty="0">
                <a:solidFill>
                  <a:srgbClr val="0000FF"/>
                </a:solidFill>
                <a:latin typeface="+mn-ea"/>
                <a:cs typeface="Consolas" pitchFamily="49" charset="0"/>
              </a:rPr>
              <a:t>，着色编号为</a:t>
            </a:r>
            <a:r>
              <a:rPr lang="en-US" altLang="zh-CN" sz="2300" b="1" dirty="0">
                <a:solidFill>
                  <a:srgbClr val="0000FF"/>
                </a:solidFill>
                <a:latin typeface="+mn-ea"/>
                <a:cs typeface="Consolas" pitchFamily="49" charset="0"/>
              </a:rPr>
              <a:t>1</a:t>
            </a:r>
            <a:r>
              <a:rPr lang="zh-CN" altLang="zh-CN" sz="2300" b="1" dirty="0">
                <a:solidFill>
                  <a:srgbClr val="0000FF"/>
                </a:solidFill>
                <a:latin typeface="+mn-ea"/>
                <a:cs typeface="Consolas" pitchFamily="49" charset="0"/>
              </a:rPr>
              <a:t>～</a:t>
            </a:r>
            <a:r>
              <a:rPr lang="en-US" altLang="zh-CN" sz="2300" b="1" i="1" dirty="0">
                <a:solidFill>
                  <a:srgbClr val="0000FF"/>
                </a:solidFill>
                <a:latin typeface="+mn-ea"/>
                <a:cs typeface="Consolas" pitchFamily="49" charset="0"/>
              </a:rPr>
              <a:t>m</a:t>
            </a:r>
            <a:r>
              <a:rPr lang="zh-CN" altLang="zh-CN" sz="2300" b="1" dirty="0">
                <a:solidFill>
                  <a:srgbClr val="0000FF"/>
                </a:solidFill>
                <a:latin typeface="+mn-ea"/>
                <a:cs typeface="Consolas" pitchFamily="49" charset="0"/>
              </a:rPr>
              <a:t>。对于图</a:t>
            </a:r>
            <a:r>
              <a:rPr lang="en-US" altLang="zh-CN" sz="2300" b="1" dirty="0">
                <a:solidFill>
                  <a:srgbClr val="0000FF"/>
                </a:solidFill>
                <a:latin typeface="+mn-ea"/>
                <a:cs typeface="Consolas" pitchFamily="49" charset="0"/>
              </a:rPr>
              <a:t>G</a:t>
            </a:r>
            <a:r>
              <a:rPr lang="zh-CN" altLang="zh-CN" sz="2300" b="1" dirty="0">
                <a:solidFill>
                  <a:srgbClr val="0000FF"/>
                </a:solidFill>
                <a:latin typeface="+mn-ea"/>
                <a:cs typeface="Consolas" pitchFamily="49" charset="0"/>
              </a:rPr>
              <a:t>中的每一个顶点，可能的着色为</a:t>
            </a:r>
            <a:r>
              <a:rPr lang="en-US" altLang="zh-CN" sz="2300" b="1" dirty="0">
                <a:solidFill>
                  <a:srgbClr val="0000FF"/>
                </a:solidFill>
                <a:latin typeface="+mn-ea"/>
                <a:cs typeface="Consolas" pitchFamily="49" charset="0"/>
              </a:rPr>
              <a:t>1</a:t>
            </a:r>
            <a:r>
              <a:rPr lang="zh-CN" altLang="zh-CN" sz="2300" b="1" dirty="0">
                <a:solidFill>
                  <a:srgbClr val="0000FF"/>
                </a:solidFill>
                <a:latin typeface="+mn-ea"/>
                <a:cs typeface="Consolas" pitchFamily="49" charset="0"/>
              </a:rPr>
              <a:t>～</a:t>
            </a:r>
            <a:r>
              <a:rPr lang="en-US" altLang="zh-CN" sz="2300" b="1" i="1" dirty="0">
                <a:solidFill>
                  <a:srgbClr val="0000FF"/>
                </a:solidFill>
                <a:latin typeface="+mn-ea"/>
                <a:cs typeface="Consolas" pitchFamily="49" charset="0"/>
              </a:rPr>
              <a:t>m</a:t>
            </a:r>
            <a:r>
              <a:rPr lang="zh-CN" altLang="zh-CN" sz="2300" b="1" dirty="0">
                <a:solidFill>
                  <a:srgbClr val="0000FF"/>
                </a:solidFill>
                <a:latin typeface="+mn-ea"/>
                <a:cs typeface="Consolas" pitchFamily="49" charset="0"/>
              </a:rPr>
              <a:t>，所以对应的解空间是一棵</a:t>
            </a:r>
            <a:r>
              <a:rPr lang="en-US" altLang="zh-CN" sz="2300" b="1" i="1" dirty="0">
                <a:solidFill>
                  <a:srgbClr val="0000FF"/>
                </a:solidFill>
                <a:latin typeface="+mn-ea"/>
                <a:cs typeface="Consolas" pitchFamily="49" charset="0"/>
              </a:rPr>
              <a:t>m</a:t>
            </a:r>
            <a:r>
              <a:rPr lang="zh-CN" altLang="zh-CN" sz="2300" b="1" dirty="0">
                <a:solidFill>
                  <a:srgbClr val="0000FF"/>
                </a:solidFill>
                <a:latin typeface="+mn-ea"/>
                <a:cs typeface="Consolas" pitchFamily="49" charset="0"/>
              </a:rPr>
              <a:t>叉树，高度为</a:t>
            </a:r>
            <a:r>
              <a:rPr lang="en-US" altLang="zh-CN" sz="2300" b="1" i="1" dirty="0">
                <a:solidFill>
                  <a:srgbClr val="0000FF"/>
                </a:solidFill>
                <a:latin typeface="+mn-ea"/>
                <a:cs typeface="Consolas" pitchFamily="49" charset="0"/>
              </a:rPr>
              <a:t>n</a:t>
            </a:r>
            <a:r>
              <a:rPr lang="zh-CN" altLang="zh-CN" sz="2300" b="1" dirty="0">
                <a:solidFill>
                  <a:srgbClr val="0000FF"/>
                </a:solidFill>
                <a:latin typeface="+mn-ea"/>
                <a:cs typeface="Consolas" pitchFamily="49" charset="0"/>
              </a:rPr>
              <a:t>，层次</a:t>
            </a:r>
            <a:r>
              <a:rPr lang="en-US" altLang="zh-CN" sz="2300" b="1" i="1" dirty="0">
                <a:solidFill>
                  <a:srgbClr val="0000FF"/>
                </a:solidFill>
                <a:latin typeface="+mn-ea"/>
                <a:cs typeface="Consolas" pitchFamily="49" charset="0"/>
              </a:rPr>
              <a:t>i</a:t>
            </a:r>
            <a:r>
              <a:rPr lang="zh-CN" altLang="zh-CN" sz="2300" b="1" dirty="0">
                <a:solidFill>
                  <a:srgbClr val="0000FF"/>
                </a:solidFill>
                <a:latin typeface="+mn-ea"/>
                <a:cs typeface="Consolas" pitchFamily="49" charset="0"/>
              </a:rPr>
              <a:t>从</a:t>
            </a:r>
            <a:r>
              <a:rPr lang="en-US" altLang="zh-CN" sz="2300" b="1" dirty="0">
                <a:solidFill>
                  <a:srgbClr val="0000FF"/>
                </a:solidFill>
                <a:latin typeface="+mn-ea"/>
                <a:cs typeface="Consolas" pitchFamily="49" charset="0"/>
              </a:rPr>
              <a:t>1</a:t>
            </a:r>
            <a:r>
              <a:rPr lang="zh-CN" altLang="zh-CN" sz="2300" b="1" dirty="0">
                <a:solidFill>
                  <a:srgbClr val="0000FF"/>
                </a:solidFill>
                <a:latin typeface="+mn-ea"/>
                <a:cs typeface="Consolas" pitchFamily="49" charset="0"/>
              </a:rPr>
              <a:t>开始。</a:t>
            </a:r>
            <a:endParaRPr lang="zh-CN" altLang="en-US" sz="2300" b="1" dirty="0">
              <a:solidFill>
                <a:srgbClr val="0000FF"/>
              </a:solidFill>
              <a:latin typeface="+mn-ea"/>
              <a:cs typeface="Consolas" pitchFamily="49" charset="0"/>
            </a:endParaRPr>
          </a:p>
        </p:txBody>
      </p:sp>
    </p:spTree>
    <p:extLst>
      <p:ext uri="{BB962C8B-B14F-4D97-AF65-F5344CB8AC3E}">
        <p14:creationId xmlns:p14="http://schemas.microsoft.com/office/powerpoint/2010/main" val="3280617587"/>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334566" y="143358"/>
            <a:ext cx="10666686" cy="6572871"/>
          </a:xfrm>
          <a:prstGeom prst="rect">
            <a:avLst/>
          </a:prstGeom>
          <a:solidFill>
            <a:schemeClr val="bg1">
              <a:lumMod val="9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5"/>
          </a:lnRef>
          <a:fillRef idx="2">
            <a:schemeClr val="accent5"/>
          </a:fillRef>
          <a:effectRef idx="1">
            <a:schemeClr val="accent5"/>
          </a:effectRef>
          <a:fontRef idx="minor">
            <a:schemeClr val="dk1"/>
          </a:fontRef>
        </p:style>
        <p:txBody>
          <a:bodyPr wrap="square" lIns="257126" tIns="214272" rIns="108850" bIns="214272" rtlCol="0">
            <a:spAutoFit/>
          </a:bodyPr>
          <a:lstStyle/>
          <a:p>
            <a:r>
              <a:rPr lang="en-US" altLang="zh-CN" b="1" dirty="0" err="1">
                <a:solidFill>
                  <a:srgbClr val="9900FF"/>
                </a:solidFill>
                <a:latin typeface="Consolas" pitchFamily="49" charset="0"/>
                <a:ea typeface="仿宋" pitchFamily="49" charset="-122"/>
                <a:cs typeface="Consolas" pitchFamily="49" charset="0"/>
              </a:rPr>
              <a:t>bool</a:t>
            </a:r>
            <a:r>
              <a:rPr lang="en-US" altLang="zh-CN" b="1" dirty="0">
                <a:solidFill>
                  <a:srgbClr val="9900FF"/>
                </a:solidFill>
                <a:latin typeface="Consolas" pitchFamily="49" charset="0"/>
                <a:ea typeface="仿宋" pitchFamily="49" charset="-122"/>
                <a:cs typeface="Consolas" pitchFamily="49" charset="0"/>
              </a:rPr>
              <a:t> Same(</a:t>
            </a:r>
            <a:r>
              <a:rPr lang="en-US" altLang="zh-CN" b="1" dirty="0" err="1">
                <a:solidFill>
                  <a:srgbClr val="9900FF"/>
                </a:solidFill>
                <a:latin typeface="Consolas" pitchFamily="49" charset="0"/>
                <a:ea typeface="仿宋" pitchFamily="49" charset="-122"/>
                <a:cs typeface="Consolas" pitchFamily="49" charset="0"/>
              </a:rPr>
              <a:t>int</a:t>
            </a:r>
            <a:r>
              <a:rPr lang="en-US" altLang="zh-CN" b="1" dirty="0">
                <a:solidFill>
                  <a:srgbClr val="9900FF"/>
                </a:solidFill>
                <a:latin typeface="Consolas" pitchFamily="49" charset="0"/>
                <a:ea typeface="仿宋" pitchFamily="49" charset="-122"/>
                <a:cs typeface="Consolas" pitchFamily="49" charset="0"/>
              </a:rPr>
              <a:t> i)	</a:t>
            </a:r>
            <a:r>
              <a:rPr lang="en-US" altLang="zh-CN" b="1" dirty="0">
                <a:solidFill>
                  <a:srgbClr val="9900FF"/>
                </a:solidFill>
                <a:latin typeface="+mn-ea"/>
                <a:cs typeface="Consolas" pitchFamily="49" charset="0"/>
              </a:rPr>
              <a:t>//</a:t>
            </a:r>
            <a:r>
              <a:rPr lang="zh-CN" altLang="zh-CN" b="1" dirty="0">
                <a:solidFill>
                  <a:srgbClr val="9900FF"/>
                </a:solidFill>
                <a:latin typeface="+mn-ea"/>
                <a:cs typeface="Consolas" pitchFamily="49" charset="0"/>
              </a:rPr>
              <a:t>判断顶点</a:t>
            </a:r>
            <a:r>
              <a:rPr lang="en-US" altLang="zh-CN" b="1" dirty="0">
                <a:solidFill>
                  <a:srgbClr val="9900FF"/>
                </a:solidFill>
                <a:latin typeface="+mn-ea"/>
                <a:cs typeface="Consolas" pitchFamily="49" charset="0"/>
              </a:rPr>
              <a:t>i</a:t>
            </a:r>
            <a:r>
              <a:rPr lang="zh-CN" altLang="zh-CN" b="1" dirty="0">
                <a:solidFill>
                  <a:srgbClr val="9900FF"/>
                </a:solidFill>
                <a:latin typeface="+mn-ea"/>
                <a:cs typeface="Consolas" pitchFamily="49" charset="0"/>
              </a:rPr>
              <a:t>是否与相邻顶点存在相同的着色</a:t>
            </a:r>
          </a:p>
          <a:p>
            <a:r>
              <a:rPr lang="en-US" altLang="zh-CN" b="1" dirty="0">
                <a:solidFill>
                  <a:srgbClr val="0000FF"/>
                </a:solidFill>
                <a:latin typeface="Consolas" pitchFamily="49" charset="0"/>
                <a:ea typeface="仿宋" pitchFamily="49" charset="-122"/>
                <a:cs typeface="Consolas" pitchFamily="49" charset="0"/>
              </a:rPr>
              <a:t>{  for (</a:t>
            </a:r>
            <a:r>
              <a:rPr lang="en-US" altLang="zh-CN" b="1" dirty="0" err="1">
                <a:solidFill>
                  <a:srgbClr val="0000FF"/>
                </a:solidFill>
                <a:latin typeface="Consolas" pitchFamily="49" charset="0"/>
                <a:ea typeface="仿宋" pitchFamily="49" charset="-122"/>
                <a:cs typeface="Consolas" pitchFamily="49" charset="0"/>
              </a:rPr>
              <a:t>int</a:t>
            </a:r>
            <a:r>
              <a:rPr lang="en-US" altLang="zh-CN" b="1" dirty="0">
                <a:solidFill>
                  <a:srgbClr val="0000FF"/>
                </a:solidFill>
                <a:latin typeface="Consolas" pitchFamily="49" charset="0"/>
                <a:ea typeface="仿宋" pitchFamily="49" charset="-122"/>
                <a:cs typeface="Consolas" pitchFamily="49" charset="0"/>
              </a:rPr>
              <a:t> j=1;j&lt;=</a:t>
            </a:r>
            <a:r>
              <a:rPr lang="en-US" altLang="zh-CN" b="1" dirty="0" err="1">
                <a:solidFill>
                  <a:srgbClr val="0000FF"/>
                </a:solidFill>
                <a:latin typeface="Consolas" pitchFamily="49" charset="0"/>
                <a:ea typeface="仿宋" pitchFamily="49" charset="-122"/>
                <a:cs typeface="Consolas" pitchFamily="49" charset="0"/>
              </a:rPr>
              <a:t>n;j</a:t>
            </a:r>
            <a:r>
              <a:rPr lang="en-US" altLang="zh-CN" b="1" dirty="0">
                <a:solidFill>
                  <a:srgbClr val="0000FF"/>
                </a:solidFill>
                <a:latin typeface="Consolas" pitchFamily="49" charset="0"/>
                <a:ea typeface="仿宋" pitchFamily="49" charset="-122"/>
                <a:cs typeface="Consolas" pitchFamily="49" charset="0"/>
              </a:rPr>
              <a:t>++)</a:t>
            </a:r>
            <a:endParaRPr lang="zh-CN" altLang="zh-CN" b="1" dirty="0">
              <a:solidFill>
                <a:srgbClr val="0000FF"/>
              </a:solidFill>
              <a:latin typeface="Consolas" pitchFamily="49" charset="0"/>
              <a:ea typeface="仿宋" pitchFamily="49" charset="-122"/>
              <a:cs typeface="Consolas" pitchFamily="49" charset="0"/>
            </a:endParaRPr>
          </a:p>
          <a:p>
            <a:r>
              <a:rPr lang="en-US" altLang="zh-CN" b="1" dirty="0">
                <a:solidFill>
                  <a:srgbClr val="0000FF"/>
                </a:solidFill>
                <a:latin typeface="Consolas" pitchFamily="49" charset="0"/>
                <a:ea typeface="仿宋" pitchFamily="49" charset="-122"/>
                <a:cs typeface="Consolas" pitchFamily="49" charset="0"/>
              </a:rPr>
              <a:t>     if (a[i][j]==1 &amp;&amp; x[i]==x[j])</a:t>
            </a:r>
            <a:endParaRPr lang="zh-CN" altLang="zh-CN" b="1" dirty="0">
              <a:solidFill>
                <a:srgbClr val="0000FF"/>
              </a:solidFill>
              <a:latin typeface="Consolas" pitchFamily="49" charset="0"/>
              <a:ea typeface="仿宋" pitchFamily="49" charset="-122"/>
              <a:cs typeface="Consolas" pitchFamily="49" charset="0"/>
            </a:endParaRPr>
          </a:p>
          <a:p>
            <a:r>
              <a:rPr lang="en-US" altLang="zh-CN" b="1" dirty="0">
                <a:solidFill>
                  <a:srgbClr val="0000FF"/>
                </a:solidFill>
                <a:latin typeface="Consolas" pitchFamily="49" charset="0"/>
                <a:ea typeface="仿宋" pitchFamily="49" charset="-122"/>
                <a:cs typeface="Consolas" pitchFamily="49" charset="0"/>
              </a:rPr>
              <a:t>        return false;</a:t>
            </a:r>
            <a:endParaRPr lang="zh-CN" altLang="zh-CN" b="1" dirty="0">
              <a:solidFill>
                <a:srgbClr val="0000FF"/>
              </a:solidFill>
              <a:latin typeface="Consolas" pitchFamily="49" charset="0"/>
              <a:ea typeface="仿宋" pitchFamily="49" charset="-122"/>
              <a:cs typeface="Consolas" pitchFamily="49" charset="0"/>
            </a:endParaRPr>
          </a:p>
          <a:p>
            <a:r>
              <a:rPr lang="en-US" altLang="zh-CN" b="1" dirty="0">
                <a:solidFill>
                  <a:srgbClr val="0000FF"/>
                </a:solidFill>
                <a:latin typeface="Consolas" pitchFamily="49" charset="0"/>
                <a:ea typeface="仿宋" pitchFamily="49" charset="-122"/>
                <a:cs typeface="Consolas" pitchFamily="49" charset="0"/>
              </a:rPr>
              <a:t>   return true;</a:t>
            </a:r>
            <a:endParaRPr lang="zh-CN" altLang="zh-CN" b="1" dirty="0">
              <a:solidFill>
                <a:srgbClr val="0000FF"/>
              </a:solidFill>
              <a:latin typeface="Consolas" pitchFamily="49" charset="0"/>
              <a:ea typeface="仿宋" pitchFamily="49" charset="-122"/>
              <a:cs typeface="Consolas" pitchFamily="49" charset="0"/>
            </a:endParaRPr>
          </a:p>
          <a:p>
            <a:r>
              <a:rPr lang="en-US" altLang="zh-CN" b="1" dirty="0">
                <a:solidFill>
                  <a:srgbClr val="0000FF"/>
                </a:solidFill>
                <a:latin typeface="Consolas" pitchFamily="49" charset="0"/>
                <a:ea typeface="仿宋" pitchFamily="49" charset="-122"/>
                <a:cs typeface="Consolas" pitchFamily="49" charset="0"/>
              </a:rPr>
              <a:t>}</a:t>
            </a:r>
            <a:endParaRPr lang="zh-CN" altLang="zh-CN" b="1" dirty="0">
              <a:solidFill>
                <a:srgbClr val="0000FF"/>
              </a:solidFill>
              <a:latin typeface="Consolas" pitchFamily="49" charset="0"/>
              <a:ea typeface="仿宋" pitchFamily="49" charset="-122"/>
              <a:cs typeface="Consolas" pitchFamily="49" charset="0"/>
            </a:endParaRPr>
          </a:p>
          <a:p>
            <a:pPr>
              <a:lnSpc>
                <a:spcPct val="200000"/>
              </a:lnSpc>
            </a:pPr>
            <a:r>
              <a:rPr lang="en-US" altLang="zh-CN" b="1" dirty="0">
                <a:solidFill>
                  <a:srgbClr val="FF0000"/>
                </a:solidFill>
                <a:latin typeface="Consolas" pitchFamily="49" charset="0"/>
                <a:ea typeface="仿宋" pitchFamily="49" charset="-122"/>
                <a:cs typeface="Consolas" pitchFamily="49" charset="0"/>
              </a:rPr>
              <a:t>void </a:t>
            </a:r>
            <a:r>
              <a:rPr lang="en-US" altLang="zh-CN" b="1" dirty="0" err="1">
                <a:solidFill>
                  <a:srgbClr val="FF0000"/>
                </a:solidFill>
                <a:latin typeface="Consolas" pitchFamily="49" charset="0"/>
                <a:ea typeface="仿宋" pitchFamily="49" charset="-122"/>
                <a:cs typeface="Consolas" pitchFamily="49" charset="0"/>
              </a:rPr>
              <a:t>dfs</a:t>
            </a:r>
            <a:r>
              <a:rPr lang="en-US" altLang="zh-CN" b="1" dirty="0">
                <a:solidFill>
                  <a:srgbClr val="FF0000"/>
                </a:solidFill>
                <a:latin typeface="Consolas" pitchFamily="49" charset="0"/>
                <a:ea typeface="仿宋" pitchFamily="49" charset="-122"/>
                <a:cs typeface="Consolas" pitchFamily="49" charset="0"/>
              </a:rPr>
              <a:t>(</a:t>
            </a:r>
            <a:r>
              <a:rPr lang="en-US" altLang="zh-CN" b="1" dirty="0" err="1">
                <a:solidFill>
                  <a:srgbClr val="FF0000"/>
                </a:solidFill>
                <a:latin typeface="Consolas" pitchFamily="49" charset="0"/>
                <a:ea typeface="仿宋" pitchFamily="49" charset="-122"/>
                <a:cs typeface="Consolas" pitchFamily="49" charset="0"/>
              </a:rPr>
              <a:t>int</a:t>
            </a:r>
            <a:r>
              <a:rPr lang="en-US" altLang="zh-CN" b="1" dirty="0">
                <a:solidFill>
                  <a:srgbClr val="FF0000"/>
                </a:solidFill>
                <a:latin typeface="Consolas" pitchFamily="49" charset="0"/>
                <a:ea typeface="仿宋" pitchFamily="49" charset="-122"/>
                <a:cs typeface="Consolas" pitchFamily="49" charset="0"/>
              </a:rPr>
              <a:t> i)		</a:t>
            </a:r>
            <a:r>
              <a:rPr lang="en-US" altLang="zh-CN" b="1" dirty="0">
                <a:solidFill>
                  <a:srgbClr val="FF0000"/>
                </a:solidFill>
                <a:latin typeface="+mn-ea"/>
                <a:cs typeface="Consolas" pitchFamily="49" charset="0"/>
              </a:rPr>
              <a:t>//</a:t>
            </a:r>
            <a:r>
              <a:rPr lang="zh-CN" altLang="zh-CN" b="1" dirty="0">
                <a:solidFill>
                  <a:srgbClr val="FF0000"/>
                </a:solidFill>
                <a:latin typeface="+mn-ea"/>
                <a:cs typeface="Consolas" pitchFamily="49" charset="0"/>
              </a:rPr>
              <a:t>求解图的</a:t>
            </a:r>
            <a:r>
              <a:rPr lang="en-US" altLang="zh-CN" b="1" dirty="0">
                <a:solidFill>
                  <a:srgbClr val="FF0000"/>
                </a:solidFill>
                <a:latin typeface="+mn-ea"/>
                <a:cs typeface="Consolas" pitchFamily="49" charset="0"/>
              </a:rPr>
              <a:t>m</a:t>
            </a:r>
            <a:r>
              <a:rPr lang="zh-CN" altLang="zh-CN" b="1" dirty="0">
                <a:solidFill>
                  <a:srgbClr val="FF0000"/>
                </a:solidFill>
                <a:latin typeface="+mn-ea"/>
                <a:cs typeface="Consolas" pitchFamily="49" charset="0"/>
              </a:rPr>
              <a:t>着色问题</a:t>
            </a:r>
          </a:p>
          <a:p>
            <a:r>
              <a:rPr lang="en-US" altLang="zh-CN" b="1" dirty="0">
                <a:solidFill>
                  <a:srgbClr val="0000FF"/>
                </a:solidFill>
                <a:latin typeface="Consolas" pitchFamily="49" charset="0"/>
                <a:ea typeface="仿宋" pitchFamily="49" charset="-122"/>
                <a:cs typeface="Consolas" pitchFamily="49" charset="0"/>
              </a:rPr>
              <a:t>{  if (i&gt;n)			</a:t>
            </a:r>
            <a:r>
              <a:rPr lang="en-US" altLang="zh-CN" b="1" dirty="0">
                <a:solidFill>
                  <a:srgbClr val="0000FF"/>
                </a:solidFill>
                <a:latin typeface="+mn-ea"/>
                <a:cs typeface="Consolas" pitchFamily="49" charset="0"/>
              </a:rPr>
              <a:t>//</a:t>
            </a:r>
            <a:r>
              <a:rPr lang="zh-CN" altLang="zh-CN" b="1" dirty="0">
                <a:solidFill>
                  <a:srgbClr val="0000FF"/>
                </a:solidFill>
                <a:latin typeface="+mn-ea"/>
                <a:cs typeface="Consolas" pitchFamily="49" charset="0"/>
              </a:rPr>
              <a:t>达到叶子结点</a:t>
            </a:r>
          </a:p>
          <a:p>
            <a:r>
              <a:rPr lang="en-US" altLang="zh-CN" b="1" dirty="0">
                <a:solidFill>
                  <a:srgbClr val="0000FF"/>
                </a:solidFill>
                <a:latin typeface="Consolas" pitchFamily="49" charset="0"/>
                <a:ea typeface="仿宋" pitchFamily="49" charset="-122"/>
                <a:cs typeface="Consolas" pitchFamily="49" charset="0"/>
              </a:rPr>
              <a:t>      count++;			</a:t>
            </a:r>
            <a:r>
              <a:rPr lang="en-US" altLang="zh-CN" b="1" dirty="0">
                <a:solidFill>
                  <a:srgbClr val="0000FF"/>
                </a:solidFill>
                <a:latin typeface="+mn-ea"/>
              </a:rPr>
              <a:t>//</a:t>
            </a:r>
            <a:r>
              <a:rPr lang="zh-CN" altLang="zh-CN" b="1" dirty="0">
                <a:solidFill>
                  <a:srgbClr val="0000FF"/>
                </a:solidFill>
                <a:latin typeface="+mn-ea"/>
              </a:rPr>
              <a:t>着色方案数增</a:t>
            </a:r>
            <a:r>
              <a:rPr lang="en-US" altLang="zh-CN" b="1" dirty="0">
                <a:solidFill>
                  <a:srgbClr val="0000FF"/>
                </a:solidFill>
                <a:latin typeface="+mn-ea"/>
              </a:rPr>
              <a:t>1</a:t>
            </a:r>
            <a:endParaRPr lang="zh-CN" altLang="zh-CN" b="1" dirty="0">
              <a:solidFill>
                <a:srgbClr val="0000FF"/>
              </a:solidFill>
              <a:latin typeface="+mn-ea"/>
            </a:endParaRPr>
          </a:p>
          <a:p>
            <a:r>
              <a:rPr lang="en-US" altLang="zh-CN" b="1" dirty="0">
                <a:solidFill>
                  <a:srgbClr val="0000FF"/>
                </a:solidFill>
                <a:latin typeface="Consolas" pitchFamily="49" charset="0"/>
                <a:ea typeface="仿宋" pitchFamily="49" charset="-122"/>
                <a:cs typeface="Consolas" pitchFamily="49" charset="0"/>
              </a:rPr>
              <a:t>   else</a:t>
            </a:r>
            <a:endParaRPr lang="zh-CN" altLang="zh-CN" b="1" dirty="0">
              <a:solidFill>
                <a:srgbClr val="0000FF"/>
              </a:solidFill>
              <a:latin typeface="Consolas" pitchFamily="49" charset="0"/>
              <a:ea typeface="仿宋" pitchFamily="49" charset="-122"/>
              <a:cs typeface="Consolas" pitchFamily="49" charset="0"/>
            </a:endParaRPr>
          </a:p>
          <a:p>
            <a:r>
              <a:rPr lang="en-US" altLang="zh-CN" b="1" dirty="0">
                <a:solidFill>
                  <a:srgbClr val="0000FF"/>
                </a:solidFill>
                <a:latin typeface="Consolas" pitchFamily="49" charset="0"/>
                <a:ea typeface="仿宋" pitchFamily="49" charset="-122"/>
                <a:cs typeface="Consolas" pitchFamily="49" charset="0"/>
              </a:rPr>
              <a:t>   {  for (int j=1;j&lt;=</a:t>
            </a:r>
            <a:r>
              <a:rPr lang="en-US" altLang="zh-CN" b="1" dirty="0" err="1">
                <a:solidFill>
                  <a:srgbClr val="0000FF"/>
                </a:solidFill>
                <a:latin typeface="Consolas" pitchFamily="49" charset="0"/>
                <a:ea typeface="仿宋" pitchFamily="49" charset="-122"/>
                <a:cs typeface="Consolas" pitchFamily="49" charset="0"/>
              </a:rPr>
              <a:t>m;j</a:t>
            </a:r>
            <a:r>
              <a:rPr lang="en-US" altLang="zh-CN" b="1" dirty="0">
                <a:solidFill>
                  <a:srgbClr val="0000FF"/>
                </a:solidFill>
                <a:latin typeface="Consolas" pitchFamily="49" charset="0"/>
                <a:ea typeface="仿宋" pitchFamily="49" charset="-122"/>
                <a:cs typeface="Consolas" pitchFamily="49" charset="0"/>
              </a:rPr>
              <a:t>++)	</a:t>
            </a:r>
            <a:r>
              <a:rPr lang="en-US" altLang="zh-CN" b="1" dirty="0">
                <a:solidFill>
                  <a:srgbClr val="0000FF"/>
                </a:solidFill>
                <a:latin typeface="+mn-ea"/>
              </a:rPr>
              <a:t>//</a:t>
            </a:r>
            <a:r>
              <a:rPr lang="zh-CN" altLang="zh-CN" b="1" dirty="0">
                <a:solidFill>
                  <a:srgbClr val="0000FF"/>
                </a:solidFill>
                <a:latin typeface="+mn-ea"/>
              </a:rPr>
              <a:t>试探每一种着色</a:t>
            </a:r>
          </a:p>
          <a:p>
            <a:r>
              <a:rPr lang="en-US" altLang="zh-CN" b="1" dirty="0">
                <a:solidFill>
                  <a:srgbClr val="0000FF"/>
                </a:solidFill>
                <a:latin typeface="Consolas" pitchFamily="49" charset="0"/>
                <a:ea typeface="仿宋" pitchFamily="49" charset="-122"/>
                <a:cs typeface="Consolas" pitchFamily="49" charset="0"/>
              </a:rPr>
              <a:t>      {  x[i]=j;		</a:t>
            </a:r>
            <a:r>
              <a:rPr lang="en-US" altLang="zh-CN" b="1" dirty="0">
                <a:solidFill>
                  <a:srgbClr val="0000FF"/>
                </a:solidFill>
                <a:latin typeface="+mn-ea"/>
              </a:rPr>
              <a:t>//</a:t>
            </a:r>
            <a:r>
              <a:rPr lang="zh-CN" altLang="zh-CN" b="1" dirty="0">
                <a:solidFill>
                  <a:srgbClr val="0000FF"/>
                </a:solidFill>
                <a:latin typeface="+mn-ea"/>
              </a:rPr>
              <a:t>试探着色</a:t>
            </a:r>
            <a:r>
              <a:rPr lang="en-US" altLang="zh-CN" b="1" dirty="0">
                <a:solidFill>
                  <a:srgbClr val="0000FF"/>
                </a:solidFill>
                <a:latin typeface="+mn-ea"/>
              </a:rPr>
              <a:t>j</a:t>
            </a:r>
            <a:endParaRPr lang="zh-CN" altLang="zh-CN" b="1" dirty="0">
              <a:solidFill>
                <a:srgbClr val="0000FF"/>
              </a:solidFill>
              <a:latin typeface="+mn-ea"/>
            </a:endParaRPr>
          </a:p>
          <a:p>
            <a:r>
              <a:rPr lang="en-US" altLang="zh-CN" b="1" dirty="0">
                <a:solidFill>
                  <a:srgbClr val="0000FF"/>
                </a:solidFill>
                <a:latin typeface="Consolas" pitchFamily="49" charset="0"/>
                <a:ea typeface="仿宋" pitchFamily="49" charset="-122"/>
                <a:cs typeface="Consolas" pitchFamily="49" charset="0"/>
              </a:rPr>
              <a:t>         if (</a:t>
            </a:r>
            <a:r>
              <a:rPr lang="en-US" altLang="zh-CN" b="1" dirty="0">
                <a:solidFill>
                  <a:srgbClr val="9900FF"/>
                </a:solidFill>
                <a:latin typeface="Consolas" pitchFamily="49" charset="0"/>
                <a:ea typeface="仿宋" pitchFamily="49" charset="-122"/>
                <a:cs typeface="Consolas" pitchFamily="49" charset="0"/>
              </a:rPr>
              <a:t>Same</a:t>
            </a:r>
            <a:r>
              <a:rPr lang="en-US" altLang="zh-CN" b="1" dirty="0">
                <a:solidFill>
                  <a:srgbClr val="0000FF"/>
                </a:solidFill>
                <a:latin typeface="Consolas" pitchFamily="49" charset="0"/>
                <a:ea typeface="仿宋" pitchFamily="49" charset="-122"/>
                <a:cs typeface="Consolas" pitchFamily="49" charset="0"/>
              </a:rPr>
              <a:t>(i))		</a:t>
            </a:r>
            <a:r>
              <a:rPr lang="en-US" altLang="zh-CN" b="1" dirty="0">
                <a:solidFill>
                  <a:srgbClr val="0000FF"/>
                </a:solidFill>
                <a:latin typeface="+mn-ea"/>
              </a:rPr>
              <a:t>//</a:t>
            </a:r>
            <a:r>
              <a:rPr lang="zh-CN" altLang="zh-CN" b="1" dirty="0">
                <a:solidFill>
                  <a:srgbClr val="0000FF"/>
                </a:solidFill>
                <a:latin typeface="+mn-ea"/>
              </a:rPr>
              <a:t>可以着色</a:t>
            </a:r>
            <a:r>
              <a:rPr lang="en-US" altLang="zh-CN" b="1" dirty="0">
                <a:solidFill>
                  <a:srgbClr val="0000FF"/>
                </a:solidFill>
                <a:latin typeface="+mn-ea"/>
              </a:rPr>
              <a:t>j</a:t>
            </a:r>
            <a:r>
              <a:rPr lang="zh-CN" altLang="zh-CN" b="1" dirty="0">
                <a:solidFill>
                  <a:srgbClr val="0000FF"/>
                </a:solidFill>
                <a:latin typeface="+mn-ea"/>
              </a:rPr>
              <a:t>，进入下一个顶点着色</a:t>
            </a:r>
          </a:p>
          <a:p>
            <a:r>
              <a:rPr lang="en-US" altLang="zh-CN" b="1" dirty="0">
                <a:solidFill>
                  <a:srgbClr val="0000FF"/>
                </a:solidFill>
                <a:latin typeface="Consolas" pitchFamily="49" charset="0"/>
                <a:ea typeface="仿宋" pitchFamily="49" charset="-122"/>
                <a:cs typeface="Consolas" pitchFamily="49" charset="0"/>
              </a:rPr>
              <a:t>            </a:t>
            </a:r>
            <a:r>
              <a:rPr lang="en-US" altLang="zh-CN" b="1" dirty="0" err="1">
                <a:solidFill>
                  <a:srgbClr val="FF0000"/>
                </a:solidFill>
                <a:latin typeface="Consolas" pitchFamily="49" charset="0"/>
                <a:ea typeface="仿宋" pitchFamily="49" charset="-122"/>
                <a:cs typeface="Consolas" pitchFamily="49" charset="0"/>
              </a:rPr>
              <a:t>dfs</a:t>
            </a:r>
            <a:r>
              <a:rPr lang="en-US" altLang="zh-CN" b="1" dirty="0">
                <a:solidFill>
                  <a:srgbClr val="FF0000"/>
                </a:solidFill>
                <a:latin typeface="Consolas" pitchFamily="49" charset="0"/>
                <a:ea typeface="仿宋" pitchFamily="49" charset="-122"/>
                <a:cs typeface="Consolas" pitchFamily="49" charset="0"/>
              </a:rPr>
              <a:t>(i+1)</a:t>
            </a:r>
            <a:r>
              <a:rPr lang="en-US" altLang="zh-CN" b="1" dirty="0">
                <a:solidFill>
                  <a:srgbClr val="0000FF"/>
                </a:solidFill>
                <a:latin typeface="Consolas" pitchFamily="49" charset="0"/>
                <a:ea typeface="仿宋" pitchFamily="49" charset="-122"/>
                <a:cs typeface="Consolas" pitchFamily="49" charset="0"/>
              </a:rPr>
              <a:t>;</a:t>
            </a:r>
            <a:endParaRPr lang="zh-CN" altLang="zh-CN" b="1" dirty="0">
              <a:solidFill>
                <a:srgbClr val="0000FF"/>
              </a:solidFill>
              <a:latin typeface="Consolas" pitchFamily="49" charset="0"/>
              <a:ea typeface="仿宋" pitchFamily="49" charset="-122"/>
              <a:cs typeface="Consolas" pitchFamily="49" charset="0"/>
            </a:endParaRPr>
          </a:p>
          <a:p>
            <a:r>
              <a:rPr lang="en-US" altLang="zh-CN" b="1" dirty="0">
                <a:solidFill>
                  <a:srgbClr val="0000FF"/>
                </a:solidFill>
                <a:latin typeface="Consolas" pitchFamily="49" charset="0"/>
                <a:ea typeface="仿宋" pitchFamily="49" charset="-122"/>
                <a:cs typeface="Consolas" pitchFamily="49" charset="0"/>
              </a:rPr>
              <a:t>         x[i]=0;		</a:t>
            </a:r>
            <a:r>
              <a:rPr lang="en-US" altLang="zh-CN" b="1" dirty="0">
                <a:solidFill>
                  <a:srgbClr val="0000FF"/>
                </a:solidFill>
                <a:latin typeface="+mn-ea"/>
              </a:rPr>
              <a:t>//</a:t>
            </a:r>
            <a:r>
              <a:rPr lang="zh-CN" altLang="zh-CN" b="1" dirty="0">
                <a:solidFill>
                  <a:srgbClr val="0000FF"/>
                </a:solidFill>
                <a:latin typeface="+mn-ea"/>
              </a:rPr>
              <a:t>回溯</a:t>
            </a:r>
          </a:p>
          <a:p>
            <a:r>
              <a:rPr lang="en-US" altLang="zh-CN" b="1" dirty="0">
                <a:solidFill>
                  <a:srgbClr val="0000FF"/>
                </a:solidFill>
                <a:latin typeface="Consolas" pitchFamily="49" charset="0"/>
                <a:ea typeface="仿宋" pitchFamily="49" charset="-122"/>
                <a:cs typeface="Consolas" pitchFamily="49" charset="0"/>
              </a:rPr>
              <a:t>      }</a:t>
            </a:r>
            <a:endParaRPr lang="zh-CN" altLang="zh-CN" b="1" dirty="0">
              <a:solidFill>
                <a:srgbClr val="0000FF"/>
              </a:solidFill>
              <a:latin typeface="Consolas" pitchFamily="49" charset="0"/>
              <a:ea typeface="仿宋" pitchFamily="49" charset="-122"/>
              <a:cs typeface="Consolas" pitchFamily="49" charset="0"/>
            </a:endParaRPr>
          </a:p>
          <a:p>
            <a:r>
              <a:rPr lang="en-US" altLang="zh-CN" b="1" dirty="0">
                <a:solidFill>
                  <a:srgbClr val="0000FF"/>
                </a:solidFill>
                <a:latin typeface="Consolas" pitchFamily="49" charset="0"/>
                <a:ea typeface="仿宋" pitchFamily="49" charset="-122"/>
                <a:cs typeface="Consolas" pitchFamily="49" charset="0"/>
              </a:rPr>
              <a:t>   }</a:t>
            </a:r>
            <a:endParaRPr lang="zh-CN" altLang="zh-CN" b="1" dirty="0">
              <a:solidFill>
                <a:srgbClr val="0000FF"/>
              </a:solidFill>
              <a:latin typeface="Consolas" pitchFamily="49" charset="0"/>
              <a:ea typeface="仿宋" pitchFamily="49" charset="-122"/>
              <a:cs typeface="Consolas" pitchFamily="49" charset="0"/>
            </a:endParaRPr>
          </a:p>
          <a:p>
            <a:r>
              <a:rPr lang="en-US" altLang="zh-CN" b="1" dirty="0">
                <a:solidFill>
                  <a:srgbClr val="0000FF"/>
                </a:solidFill>
                <a:latin typeface="Consolas" pitchFamily="49" charset="0"/>
                <a:ea typeface="仿宋" pitchFamily="49" charset="-122"/>
                <a:cs typeface="Consolas" pitchFamily="49" charset="0"/>
              </a:rPr>
              <a:t>}</a:t>
            </a:r>
            <a:endParaRPr lang="zh-CN" altLang="en-US" b="1" dirty="0">
              <a:solidFill>
                <a:srgbClr val="0000FF"/>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2033046731"/>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406573" y="837506"/>
            <a:ext cx="11233249" cy="5649891"/>
          </a:xfrm>
          <a:prstGeom prst="rect">
            <a:avLst/>
          </a:prstGeom>
          <a:solidFill>
            <a:schemeClr val="bg2"/>
          </a:solidFill>
        </p:spPr>
        <p:txBody>
          <a:bodyPr wrap="square" lIns="108850" tIns="54425" rIns="108850" bIns="54425" rtlCol="0">
            <a:spAutoFit/>
          </a:bodyPr>
          <a:lstStyle/>
          <a:p>
            <a:r>
              <a:rPr lang="en-US" altLang="zh-CN" sz="1800" b="1" dirty="0" err="1">
                <a:solidFill>
                  <a:srgbClr val="0000FF"/>
                </a:solidFill>
                <a:latin typeface="Consolas" pitchFamily="49" charset="0"/>
                <a:ea typeface="仿宋" pitchFamily="49" charset="-122"/>
                <a:cs typeface="Consolas" pitchFamily="49" charset="0"/>
              </a:rPr>
              <a:t>int</a:t>
            </a:r>
            <a:r>
              <a:rPr lang="en-US" altLang="zh-CN" sz="1800" b="1" dirty="0">
                <a:solidFill>
                  <a:srgbClr val="0000FF"/>
                </a:solidFill>
                <a:latin typeface="Consolas" pitchFamily="49" charset="0"/>
                <a:ea typeface="仿宋" pitchFamily="49" charset="-122"/>
                <a:cs typeface="Consolas" pitchFamily="49" charset="0"/>
              </a:rPr>
              <a:t> </a:t>
            </a:r>
            <a:r>
              <a:rPr lang="en-US" altLang="zh-CN" sz="1800" b="1" dirty="0" err="1">
                <a:solidFill>
                  <a:srgbClr val="0000FF"/>
                </a:solidFill>
                <a:latin typeface="Consolas" pitchFamily="49" charset="0"/>
                <a:ea typeface="仿宋" pitchFamily="49" charset="-122"/>
                <a:cs typeface="Consolas" pitchFamily="49" charset="0"/>
              </a:rPr>
              <a:t>n,k,m</a:t>
            </a:r>
            <a:r>
              <a:rPr lang="en-US" altLang="zh-CN" sz="1800" b="1" dirty="0">
                <a:solidFill>
                  <a:srgbClr val="0000FF"/>
                </a:solidFill>
                <a:latin typeface="Consolas" pitchFamily="49" charset="0"/>
                <a:ea typeface="仿宋" pitchFamily="49" charset="-122"/>
                <a:cs typeface="Consolas" pitchFamily="49" charset="0"/>
              </a:rPr>
              <a:t>;</a:t>
            </a:r>
          </a:p>
          <a:p>
            <a:r>
              <a:rPr lang="en-US" altLang="zh-CN" sz="1800" b="1" dirty="0" err="1">
                <a:solidFill>
                  <a:srgbClr val="0000FF"/>
                </a:solidFill>
                <a:latin typeface="Consolas" pitchFamily="49" charset="0"/>
                <a:ea typeface="仿宋" pitchFamily="49" charset="-122"/>
                <a:cs typeface="Consolas" pitchFamily="49" charset="0"/>
              </a:rPr>
              <a:t>int</a:t>
            </a:r>
            <a:r>
              <a:rPr lang="en-US" altLang="zh-CN" sz="1800" b="1" dirty="0">
                <a:solidFill>
                  <a:srgbClr val="0000FF"/>
                </a:solidFill>
                <a:latin typeface="Consolas" pitchFamily="49" charset="0"/>
                <a:ea typeface="仿宋" pitchFamily="49" charset="-122"/>
                <a:cs typeface="Consolas" pitchFamily="49" charset="0"/>
              </a:rPr>
              <a:t> a[max][max];</a:t>
            </a:r>
          </a:p>
          <a:p>
            <a:r>
              <a:rPr lang="en-US" altLang="zh-CN" sz="1800" b="1" dirty="0" err="1">
                <a:solidFill>
                  <a:srgbClr val="0000FF"/>
                </a:solidFill>
                <a:latin typeface="Consolas" pitchFamily="49" charset="0"/>
                <a:ea typeface="仿宋" pitchFamily="49" charset="-122"/>
                <a:cs typeface="Consolas" pitchFamily="49" charset="0"/>
              </a:rPr>
              <a:t>int</a:t>
            </a:r>
            <a:r>
              <a:rPr lang="en-US" altLang="zh-CN" sz="1800" b="1" dirty="0">
                <a:solidFill>
                  <a:srgbClr val="0000FF"/>
                </a:solidFill>
                <a:latin typeface="Consolas" pitchFamily="49" charset="0"/>
                <a:ea typeface="仿宋" pitchFamily="49" charset="-122"/>
                <a:cs typeface="Consolas" pitchFamily="49" charset="0"/>
              </a:rPr>
              <a:t> count=0;</a:t>
            </a:r>
          </a:p>
          <a:p>
            <a:r>
              <a:rPr lang="en-US" altLang="zh-CN" sz="1800" b="1" dirty="0" err="1">
                <a:solidFill>
                  <a:srgbClr val="0000FF"/>
                </a:solidFill>
                <a:latin typeface="Consolas" pitchFamily="49" charset="0"/>
                <a:ea typeface="仿宋" pitchFamily="49" charset="-122"/>
                <a:cs typeface="Consolas" pitchFamily="49" charset="0"/>
              </a:rPr>
              <a:t>int</a:t>
            </a:r>
            <a:r>
              <a:rPr lang="en-US" altLang="zh-CN" sz="1800" b="1" dirty="0">
                <a:solidFill>
                  <a:srgbClr val="0000FF"/>
                </a:solidFill>
                <a:latin typeface="Consolas" pitchFamily="49" charset="0"/>
                <a:ea typeface="仿宋" pitchFamily="49" charset="-122"/>
                <a:cs typeface="Consolas" pitchFamily="49" charset="0"/>
              </a:rPr>
              <a:t> x[max];</a:t>
            </a:r>
          </a:p>
          <a:p>
            <a:r>
              <a:rPr lang="en-US" altLang="zh-CN" sz="1800" b="1" dirty="0" err="1">
                <a:solidFill>
                  <a:srgbClr val="0000FF"/>
                </a:solidFill>
                <a:latin typeface="Consolas" pitchFamily="49" charset="0"/>
                <a:ea typeface="仿宋" pitchFamily="49" charset="-122"/>
                <a:cs typeface="Consolas" pitchFamily="49" charset="0"/>
              </a:rPr>
              <a:t>int</a:t>
            </a:r>
            <a:r>
              <a:rPr lang="en-US" altLang="zh-CN" sz="1800" b="1" dirty="0">
                <a:solidFill>
                  <a:srgbClr val="0000FF"/>
                </a:solidFill>
                <a:latin typeface="Consolas" pitchFamily="49" charset="0"/>
                <a:ea typeface="仿宋" pitchFamily="49" charset="-122"/>
                <a:cs typeface="Consolas" pitchFamily="49" charset="0"/>
              </a:rPr>
              <a:t> main()</a:t>
            </a:r>
          </a:p>
          <a:p>
            <a:r>
              <a:rPr lang="en-US" altLang="zh-CN" sz="1800" b="1" dirty="0">
                <a:solidFill>
                  <a:srgbClr val="0000FF"/>
                </a:solidFill>
                <a:latin typeface="Consolas" pitchFamily="49" charset="0"/>
                <a:ea typeface="仿宋" pitchFamily="49" charset="-122"/>
                <a:cs typeface="Consolas" pitchFamily="49" charset="0"/>
              </a:rPr>
              <a:t>{   </a:t>
            </a:r>
            <a:r>
              <a:rPr lang="en-US" altLang="zh-CN" sz="1800" b="1" dirty="0" err="1">
                <a:solidFill>
                  <a:srgbClr val="0000FF"/>
                </a:solidFill>
                <a:latin typeface="Consolas" pitchFamily="49" charset="0"/>
                <a:ea typeface="仿宋" pitchFamily="49" charset="-122"/>
                <a:cs typeface="Consolas" pitchFamily="49" charset="0"/>
              </a:rPr>
              <a:t>memset</a:t>
            </a:r>
            <a:r>
              <a:rPr lang="en-US" altLang="zh-CN" sz="1800" b="1" dirty="0">
                <a:solidFill>
                  <a:srgbClr val="0000FF"/>
                </a:solidFill>
                <a:latin typeface="Consolas" pitchFamily="49" charset="0"/>
                <a:ea typeface="仿宋" pitchFamily="49" charset="-122"/>
                <a:cs typeface="Consolas" pitchFamily="49" charset="0"/>
              </a:rPr>
              <a:t>(a, 0, </a:t>
            </a:r>
            <a:r>
              <a:rPr lang="en-US" altLang="zh-CN" sz="1800" b="1" dirty="0" err="1">
                <a:solidFill>
                  <a:srgbClr val="0000FF"/>
                </a:solidFill>
                <a:latin typeface="Consolas" pitchFamily="49" charset="0"/>
                <a:ea typeface="仿宋" pitchFamily="49" charset="-122"/>
                <a:cs typeface="Consolas" pitchFamily="49" charset="0"/>
              </a:rPr>
              <a:t>sizeof</a:t>
            </a:r>
            <a:r>
              <a:rPr lang="en-US" altLang="zh-CN" sz="1800" b="1" dirty="0">
                <a:solidFill>
                  <a:srgbClr val="0000FF"/>
                </a:solidFill>
                <a:latin typeface="Consolas" pitchFamily="49" charset="0"/>
                <a:ea typeface="仿宋" pitchFamily="49" charset="-122"/>
                <a:cs typeface="Consolas" pitchFamily="49" charset="0"/>
              </a:rPr>
              <a:t>(a));</a:t>
            </a:r>
          </a:p>
          <a:p>
            <a:r>
              <a:rPr lang="en-US" altLang="zh-CN" sz="1800" b="1" dirty="0">
                <a:solidFill>
                  <a:srgbClr val="0000FF"/>
                </a:solidFill>
                <a:latin typeface="Consolas" pitchFamily="49" charset="0"/>
                <a:ea typeface="仿宋" pitchFamily="49" charset="-122"/>
                <a:cs typeface="Consolas" pitchFamily="49" charset="0"/>
              </a:rPr>
              <a:t>    </a:t>
            </a:r>
            <a:r>
              <a:rPr lang="en-US" altLang="zh-CN" sz="1800" b="1" dirty="0" err="1">
                <a:solidFill>
                  <a:srgbClr val="0000FF"/>
                </a:solidFill>
                <a:latin typeface="Consolas" pitchFamily="49" charset="0"/>
                <a:ea typeface="仿宋" pitchFamily="49" charset="-122"/>
                <a:cs typeface="Consolas" pitchFamily="49" charset="0"/>
              </a:rPr>
              <a:t>memset</a:t>
            </a:r>
            <a:r>
              <a:rPr lang="en-US" altLang="zh-CN" sz="1800" b="1" dirty="0">
                <a:solidFill>
                  <a:srgbClr val="0000FF"/>
                </a:solidFill>
                <a:latin typeface="Consolas" pitchFamily="49" charset="0"/>
                <a:ea typeface="仿宋" pitchFamily="49" charset="-122"/>
                <a:cs typeface="Consolas" pitchFamily="49" charset="0"/>
              </a:rPr>
              <a:t>(x,0,sizeof(x));</a:t>
            </a:r>
          </a:p>
          <a:p>
            <a:r>
              <a:rPr lang="en-US" altLang="zh-CN" sz="1800" b="1" dirty="0">
                <a:solidFill>
                  <a:srgbClr val="0000FF"/>
                </a:solidFill>
                <a:latin typeface="Consolas" pitchFamily="49" charset="0"/>
                <a:ea typeface="仿宋" pitchFamily="49" charset="-122"/>
                <a:cs typeface="Consolas" pitchFamily="49" charset="0"/>
              </a:rPr>
              <a:t>    </a:t>
            </a:r>
            <a:r>
              <a:rPr lang="en-US" altLang="zh-CN" sz="1800" b="1" dirty="0" err="1">
                <a:solidFill>
                  <a:srgbClr val="0000FF"/>
                </a:solidFill>
                <a:latin typeface="Consolas" pitchFamily="49" charset="0"/>
                <a:ea typeface="仿宋" pitchFamily="49" charset="-122"/>
                <a:cs typeface="Consolas" pitchFamily="49" charset="0"/>
              </a:rPr>
              <a:t>int</a:t>
            </a:r>
            <a:r>
              <a:rPr lang="en-US" altLang="zh-CN" sz="1800" b="1" dirty="0">
                <a:solidFill>
                  <a:srgbClr val="0000FF"/>
                </a:solidFill>
                <a:latin typeface="Consolas" pitchFamily="49" charset="0"/>
                <a:ea typeface="仿宋" pitchFamily="49" charset="-122"/>
                <a:cs typeface="Consolas" pitchFamily="49" charset="0"/>
              </a:rPr>
              <a:t> </a:t>
            </a:r>
            <a:r>
              <a:rPr lang="en-US" altLang="zh-CN" sz="1800" b="1" dirty="0" err="1">
                <a:solidFill>
                  <a:srgbClr val="0000FF"/>
                </a:solidFill>
                <a:latin typeface="Consolas" pitchFamily="49" charset="0"/>
                <a:ea typeface="仿宋" pitchFamily="49" charset="-122"/>
                <a:cs typeface="Consolas" pitchFamily="49" charset="0"/>
              </a:rPr>
              <a:t>x,y</a:t>
            </a:r>
            <a:r>
              <a:rPr lang="en-US" altLang="zh-CN" sz="1800" b="1" dirty="0">
                <a:solidFill>
                  <a:srgbClr val="0000FF"/>
                </a:solidFill>
                <a:latin typeface="Consolas" pitchFamily="49" charset="0"/>
                <a:ea typeface="仿宋" pitchFamily="49" charset="-122"/>
                <a:cs typeface="Consolas" pitchFamily="49" charset="0"/>
              </a:rPr>
              <a:t>;</a:t>
            </a:r>
          </a:p>
          <a:p>
            <a:r>
              <a:rPr lang="en-US" altLang="zh-CN" sz="1800" b="1" dirty="0">
                <a:solidFill>
                  <a:srgbClr val="0000FF"/>
                </a:solidFill>
                <a:latin typeface="Consolas" pitchFamily="49" charset="0"/>
                <a:ea typeface="仿宋" pitchFamily="49" charset="-122"/>
                <a:cs typeface="Consolas" pitchFamily="49" charset="0"/>
              </a:rPr>
              <a:t>    </a:t>
            </a:r>
            <a:r>
              <a:rPr lang="en-US" altLang="zh-CN" sz="1800" b="1" dirty="0" err="1">
                <a:solidFill>
                  <a:srgbClr val="0000FF"/>
                </a:solidFill>
                <a:latin typeface="Consolas" pitchFamily="49" charset="0"/>
                <a:ea typeface="仿宋" pitchFamily="49" charset="-122"/>
                <a:cs typeface="Consolas" pitchFamily="49" charset="0"/>
              </a:rPr>
              <a:t>scanf</a:t>
            </a:r>
            <a:r>
              <a:rPr lang="en-US" altLang="zh-CN" sz="1800" b="1" dirty="0">
                <a:solidFill>
                  <a:srgbClr val="0000FF"/>
                </a:solidFill>
                <a:latin typeface="Consolas" pitchFamily="49" charset="0"/>
                <a:ea typeface="仿宋" pitchFamily="49" charset="-122"/>
                <a:cs typeface="Consolas" pitchFamily="49" charset="0"/>
              </a:rPr>
              <a:t>(</a:t>
            </a:r>
            <a:r>
              <a:rPr lang="zh-CN" altLang="en-US" sz="1800" b="1" dirty="0">
                <a:solidFill>
                  <a:srgbClr val="0000FF"/>
                </a:solidFill>
                <a:latin typeface="Consolas" pitchFamily="49" charset="0"/>
                <a:ea typeface="仿宋" pitchFamily="49" charset="-122"/>
                <a:cs typeface="Consolas" pitchFamily="49" charset="0"/>
              </a:rPr>
              <a:t>“</a:t>
            </a:r>
            <a:r>
              <a:rPr lang="en-US" altLang="zh-CN" sz="1800" b="1" dirty="0">
                <a:solidFill>
                  <a:srgbClr val="0000FF"/>
                </a:solidFill>
                <a:latin typeface="Consolas" pitchFamily="49" charset="0"/>
                <a:ea typeface="仿宋" pitchFamily="49" charset="-122"/>
                <a:cs typeface="Consolas" pitchFamily="49" charset="0"/>
              </a:rPr>
              <a:t>%</a:t>
            </a:r>
            <a:r>
              <a:rPr lang="en-US" altLang="zh-CN" sz="1800" b="1" dirty="0" err="1">
                <a:solidFill>
                  <a:srgbClr val="0000FF"/>
                </a:solidFill>
                <a:latin typeface="Consolas" pitchFamily="49" charset="0"/>
                <a:ea typeface="仿宋" pitchFamily="49" charset="-122"/>
                <a:cs typeface="Consolas" pitchFamily="49" charset="0"/>
              </a:rPr>
              <a:t>d%d%d</a:t>
            </a:r>
            <a:r>
              <a:rPr lang="zh-CN" altLang="en-US" sz="1800" b="1" dirty="0">
                <a:solidFill>
                  <a:srgbClr val="0000FF"/>
                </a:solidFill>
                <a:latin typeface="Consolas" pitchFamily="49" charset="0"/>
                <a:ea typeface="仿宋" pitchFamily="49" charset="-122"/>
                <a:cs typeface="Consolas" pitchFamily="49" charset="0"/>
              </a:rPr>
              <a:t>”</a:t>
            </a:r>
            <a:r>
              <a:rPr lang="en-US" altLang="zh-CN" sz="1800" b="1" dirty="0">
                <a:solidFill>
                  <a:srgbClr val="0000FF"/>
                </a:solidFill>
                <a:latin typeface="Consolas" pitchFamily="49" charset="0"/>
                <a:ea typeface="仿宋" pitchFamily="49" charset="-122"/>
                <a:cs typeface="Consolas" pitchFamily="49" charset="0"/>
              </a:rPr>
              <a:t>,&amp;n, &amp;m, &amp;k);</a:t>
            </a:r>
          </a:p>
          <a:p>
            <a:r>
              <a:rPr lang="en-US" altLang="zh-CN" sz="1800" b="1" dirty="0">
                <a:solidFill>
                  <a:srgbClr val="0000FF"/>
                </a:solidFill>
                <a:latin typeface="Consolas" pitchFamily="49" charset="0"/>
                <a:ea typeface="仿宋" pitchFamily="49" charset="-122"/>
                <a:cs typeface="Consolas" pitchFamily="49" charset="0"/>
              </a:rPr>
              <a:t>    for(</a:t>
            </a:r>
            <a:r>
              <a:rPr lang="en-US" altLang="zh-CN" sz="1800" b="1" dirty="0" err="1">
                <a:solidFill>
                  <a:srgbClr val="0000FF"/>
                </a:solidFill>
                <a:latin typeface="Consolas" pitchFamily="49" charset="0"/>
                <a:ea typeface="仿宋" pitchFamily="49" charset="-122"/>
                <a:cs typeface="Consolas" pitchFamily="49" charset="0"/>
              </a:rPr>
              <a:t>int</a:t>
            </a:r>
            <a:r>
              <a:rPr lang="en-US" altLang="zh-CN" sz="1800" b="1" dirty="0">
                <a:solidFill>
                  <a:srgbClr val="0000FF"/>
                </a:solidFill>
                <a:latin typeface="Consolas" pitchFamily="49" charset="0"/>
                <a:ea typeface="仿宋" pitchFamily="49" charset="-122"/>
                <a:cs typeface="Consolas" pitchFamily="49" charset="0"/>
              </a:rPr>
              <a:t> j=1; j&lt;=k; j++)</a:t>
            </a:r>
          </a:p>
          <a:p>
            <a:r>
              <a:rPr lang="en-US" altLang="zh-CN" sz="1800" b="1" dirty="0">
                <a:solidFill>
                  <a:srgbClr val="0000FF"/>
                </a:solidFill>
                <a:latin typeface="Consolas" pitchFamily="49" charset="0"/>
                <a:ea typeface="仿宋" pitchFamily="49" charset="-122"/>
                <a:cs typeface="Consolas" pitchFamily="49" charset="0"/>
              </a:rPr>
              <a:t>    { </a:t>
            </a:r>
            <a:r>
              <a:rPr lang="en-US" altLang="zh-CN" sz="1800" b="1" dirty="0" err="1">
                <a:solidFill>
                  <a:srgbClr val="0000FF"/>
                </a:solidFill>
                <a:latin typeface="Consolas" pitchFamily="49" charset="0"/>
                <a:ea typeface="仿宋" pitchFamily="49" charset="-122"/>
                <a:cs typeface="Consolas" pitchFamily="49" charset="0"/>
              </a:rPr>
              <a:t>scanf</a:t>
            </a:r>
            <a:r>
              <a:rPr lang="en-US" altLang="zh-CN" sz="1800" b="1" dirty="0">
                <a:solidFill>
                  <a:srgbClr val="0000FF"/>
                </a:solidFill>
                <a:latin typeface="Consolas" pitchFamily="49" charset="0"/>
                <a:ea typeface="仿宋" pitchFamily="49" charset="-122"/>
                <a:cs typeface="Consolas" pitchFamily="49" charset="0"/>
              </a:rPr>
              <a:t>(%</a:t>
            </a:r>
            <a:r>
              <a:rPr lang="en-US" altLang="zh-CN" sz="1800" b="1" dirty="0" err="1">
                <a:solidFill>
                  <a:srgbClr val="0000FF"/>
                </a:solidFill>
                <a:latin typeface="Consolas" pitchFamily="49" charset="0"/>
                <a:ea typeface="仿宋" pitchFamily="49" charset="-122"/>
                <a:cs typeface="Consolas" pitchFamily="49" charset="0"/>
              </a:rPr>
              <a:t>d%d</a:t>
            </a:r>
            <a:r>
              <a:rPr lang="zh-CN" altLang="en-US" sz="1800" b="1" dirty="0">
                <a:solidFill>
                  <a:srgbClr val="0000FF"/>
                </a:solidFill>
                <a:latin typeface="Consolas" pitchFamily="49" charset="0"/>
                <a:ea typeface="仿宋" pitchFamily="49" charset="-122"/>
                <a:cs typeface="Consolas" pitchFamily="49" charset="0"/>
              </a:rPr>
              <a:t>”</a:t>
            </a:r>
            <a:r>
              <a:rPr lang="en-US" altLang="zh-CN" sz="1800" b="1" dirty="0">
                <a:solidFill>
                  <a:srgbClr val="0000FF"/>
                </a:solidFill>
                <a:latin typeface="Consolas" pitchFamily="49" charset="0"/>
                <a:ea typeface="仿宋" pitchFamily="49" charset="-122"/>
                <a:cs typeface="Consolas" pitchFamily="49" charset="0"/>
              </a:rPr>
              <a:t>, &amp;x, &amp;y);</a:t>
            </a:r>
          </a:p>
          <a:p>
            <a:r>
              <a:rPr lang="en-US" altLang="zh-CN" sz="1800" b="1" dirty="0">
                <a:solidFill>
                  <a:srgbClr val="0000FF"/>
                </a:solidFill>
                <a:latin typeface="Consolas" pitchFamily="49" charset="0"/>
                <a:ea typeface="仿宋" pitchFamily="49" charset="-122"/>
                <a:cs typeface="Consolas" pitchFamily="49" charset="0"/>
              </a:rPr>
              <a:t>       a[x][y]=1;</a:t>
            </a:r>
          </a:p>
          <a:p>
            <a:r>
              <a:rPr lang="en-US" altLang="zh-CN" sz="1800" b="1" dirty="0">
                <a:solidFill>
                  <a:srgbClr val="0000FF"/>
                </a:solidFill>
                <a:latin typeface="Consolas" pitchFamily="49" charset="0"/>
                <a:ea typeface="仿宋" pitchFamily="49" charset="-122"/>
                <a:cs typeface="Consolas" pitchFamily="49" charset="0"/>
              </a:rPr>
              <a:t>       a[y][x]=1;}</a:t>
            </a:r>
          </a:p>
          <a:p>
            <a:r>
              <a:rPr lang="en-US" altLang="zh-CN" sz="1800" b="1" dirty="0">
                <a:solidFill>
                  <a:srgbClr val="0000FF"/>
                </a:solidFill>
                <a:latin typeface="Consolas" pitchFamily="49" charset="0"/>
                <a:ea typeface="仿宋" pitchFamily="49" charset="-122"/>
                <a:cs typeface="Consolas" pitchFamily="49" charset="0"/>
              </a:rPr>
              <a:t>     </a:t>
            </a:r>
            <a:r>
              <a:rPr lang="en-US" altLang="zh-CN" sz="1800" b="1" dirty="0" err="1">
                <a:solidFill>
                  <a:srgbClr val="0000FF"/>
                </a:solidFill>
                <a:latin typeface="Consolas" pitchFamily="49" charset="0"/>
                <a:ea typeface="仿宋" pitchFamily="49" charset="-122"/>
                <a:cs typeface="Consolas" pitchFamily="49" charset="0"/>
              </a:rPr>
              <a:t>dfs</a:t>
            </a:r>
            <a:r>
              <a:rPr lang="en-US" altLang="zh-CN" sz="1800" b="1" dirty="0">
                <a:solidFill>
                  <a:srgbClr val="0000FF"/>
                </a:solidFill>
                <a:latin typeface="Consolas" pitchFamily="49" charset="0"/>
                <a:ea typeface="仿宋" pitchFamily="49" charset="-122"/>
                <a:cs typeface="Consolas" pitchFamily="49" charset="0"/>
              </a:rPr>
              <a:t>(1);</a:t>
            </a:r>
          </a:p>
          <a:p>
            <a:r>
              <a:rPr lang="en-US" altLang="zh-CN" sz="1800" b="1" dirty="0">
                <a:solidFill>
                  <a:srgbClr val="0000FF"/>
                </a:solidFill>
                <a:latin typeface="Consolas" pitchFamily="49" charset="0"/>
                <a:ea typeface="仿宋" pitchFamily="49" charset="-122"/>
                <a:cs typeface="Consolas" pitchFamily="49" charset="0"/>
              </a:rPr>
              <a:t>     if(count&gt;0)</a:t>
            </a:r>
          </a:p>
          <a:p>
            <a:r>
              <a:rPr lang="en-US" altLang="zh-CN" sz="1800" b="1" dirty="0">
                <a:solidFill>
                  <a:srgbClr val="0000FF"/>
                </a:solidFill>
                <a:latin typeface="Consolas" pitchFamily="49" charset="0"/>
                <a:ea typeface="仿宋" pitchFamily="49" charset="-122"/>
                <a:cs typeface="Consolas" pitchFamily="49" charset="0"/>
              </a:rPr>
              <a:t>       </a:t>
            </a:r>
            <a:r>
              <a:rPr lang="en-US" altLang="zh-CN" sz="1800" b="1" dirty="0" err="1">
                <a:solidFill>
                  <a:srgbClr val="0000FF"/>
                </a:solidFill>
                <a:latin typeface="Consolas" pitchFamily="49" charset="0"/>
                <a:ea typeface="仿宋" pitchFamily="49" charset="-122"/>
                <a:cs typeface="Consolas" pitchFamily="49" charset="0"/>
              </a:rPr>
              <a:t>printf</a:t>
            </a:r>
            <a:r>
              <a:rPr lang="en-US" altLang="zh-CN" sz="1800" b="1" dirty="0">
                <a:solidFill>
                  <a:srgbClr val="0000FF"/>
                </a:solidFill>
                <a:latin typeface="Consolas" pitchFamily="49" charset="0"/>
                <a:ea typeface="仿宋" pitchFamily="49" charset="-122"/>
                <a:cs typeface="Consolas" pitchFamily="49" charset="0"/>
              </a:rPr>
              <a:t>(“%d\n”, count);</a:t>
            </a:r>
          </a:p>
          <a:p>
            <a:r>
              <a:rPr lang="en-US" altLang="zh-CN" sz="1800" b="1" dirty="0">
                <a:solidFill>
                  <a:srgbClr val="0000FF"/>
                </a:solidFill>
                <a:latin typeface="Consolas" pitchFamily="49" charset="0"/>
                <a:ea typeface="仿宋" pitchFamily="49" charset="-122"/>
                <a:cs typeface="Consolas" pitchFamily="49" charset="0"/>
              </a:rPr>
              <a:t>     else</a:t>
            </a:r>
          </a:p>
          <a:p>
            <a:r>
              <a:rPr lang="en-US" altLang="zh-CN" sz="1800" b="1" dirty="0">
                <a:solidFill>
                  <a:srgbClr val="0000FF"/>
                </a:solidFill>
                <a:latin typeface="Consolas" pitchFamily="49" charset="0"/>
                <a:ea typeface="仿宋" pitchFamily="49" charset="-122"/>
                <a:cs typeface="Consolas" pitchFamily="49" charset="0"/>
              </a:rPr>
              <a:t>       </a:t>
            </a:r>
            <a:r>
              <a:rPr lang="en-US" altLang="zh-CN" sz="1800" b="1" dirty="0" err="1">
                <a:solidFill>
                  <a:srgbClr val="0000FF"/>
                </a:solidFill>
                <a:latin typeface="Consolas" pitchFamily="49" charset="0"/>
                <a:ea typeface="仿宋" pitchFamily="49" charset="-122"/>
                <a:cs typeface="Consolas" pitchFamily="49" charset="0"/>
              </a:rPr>
              <a:t>printf</a:t>
            </a:r>
            <a:r>
              <a:rPr lang="en-US" altLang="zh-CN" sz="1800" b="1" dirty="0">
                <a:solidFill>
                  <a:srgbClr val="0000FF"/>
                </a:solidFill>
                <a:latin typeface="Consolas" pitchFamily="49" charset="0"/>
                <a:ea typeface="仿宋" pitchFamily="49" charset="-122"/>
                <a:cs typeface="Consolas" pitchFamily="49" charset="0"/>
              </a:rPr>
              <a:t>(“-1\n”);</a:t>
            </a:r>
          </a:p>
          <a:p>
            <a:r>
              <a:rPr lang="en-US" altLang="zh-CN" sz="1800" b="1" dirty="0">
                <a:solidFill>
                  <a:srgbClr val="0000FF"/>
                </a:solidFill>
                <a:latin typeface="Consolas" pitchFamily="49" charset="0"/>
                <a:ea typeface="仿宋" pitchFamily="49" charset="-122"/>
                <a:cs typeface="Consolas" pitchFamily="49" charset="0"/>
              </a:rPr>
              <a:t>     return 0;</a:t>
            </a:r>
          </a:p>
          <a:p>
            <a:r>
              <a:rPr lang="en-US" altLang="zh-CN" sz="1800" b="1" dirty="0">
                <a:solidFill>
                  <a:srgbClr val="0000FF"/>
                </a:solidFill>
                <a:latin typeface="Consolas" pitchFamily="49" charset="0"/>
                <a:ea typeface="仿宋" pitchFamily="49" charset="-122"/>
                <a:cs typeface="Consolas" pitchFamily="49" charset="0"/>
              </a:rPr>
              <a:t>}</a:t>
            </a:r>
            <a:endParaRPr lang="zh-CN" altLang="en-US" sz="1800" b="1" dirty="0">
              <a:solidFill>
                <a:srgbClr val="0000FF"/>
              </a:solidFill>
              <a:latin typeface="Consolas" pitchFamily="49" charset="0"/>
              <a:ea typeface="仿宋" pitchFamily="49" charset="-122"/>
              <a:cs typeface="Consolas" pitchFamily="49" charset="0"/>
            </a:endParaRPr>
          </a:p>
        </p:txBody>
      </p:sp>
    </p:spTree>
    <p:extLst>
      <p:ext uri="{BB962C8B-B14F-4D97-AF65-F5344CB8AC3E}">
        <p14:creationId xmlns:p14="http://schemas.microsoft.com/office/powerpoint/2010/main" val="2466813385"/>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TextBox 1"/>
          <p:cNvSpPr txBox="1"/>
          <p:nvPr/>
        </p:nvSpPr>
        <p:spPr>
          <a:xfrm>
            <a:off x="819285" y="1629178"/>
            <a:ext cx="10190495" cy="1113649"/>
          </a:xfrm>
          <a:prstGeom prst="rect">
            <a:avLst/>
          </a:prstGeom>
          <a:noFill/>
        </p:spPr>
        <p:txBody>
          <a:bodyPr wrap="square" lIns="108850" tIns="54425" rIns="108850" bIns="54425" rtlCol="0">
            <a:spAutoFit/>
          </a:bodyPr>
          <a:lstStyle/>
          <a:p>
            <a:pPr>
              <a:lnSpc>
                <a:spcPct val="150000"/>
              </a:lnSpc>
            </a:pPr>
            <a:r>
              <a:rPr lang="en-US" altLang="zh-CN" sz="2300" dirty="0">
                <a:solidFill>
                  <a:srgbClr val="0000FF"/>
                </a:solidFill>
                <a:latin typeface="微软雅黑" panose="020B0503020204020204" pitchFamily="34" charset="-122"/>
                <a:ea typeface="微软雅黑" panose="020B0503020204020204" pitchFamily="34" charset="-122"/>
                <a:cs typeface="Consolas" pitchFamily="49" charset="0"/>
              </a:rPr>
              <a:t>      </a:t>
            </a:r>
            <a:r>
              <a:rPr lang="zh-CN" altLang="zh-CN" sz="2300" b="1" dirty="0">
                <a:solidFill>
                  <a:srgbClr val="FF0000"/>
                </a:solidFill>
                <a:latin typeface="华文楷体" panose="02010600040101010101" pitchFamily="2" charset="-122"/>
                <a:ea typeface="华文楷体" panose="02010600040101010101" pitchFamily="2" charset="-122"/>
                <a:cs typeface="Consolas" pitchFamily="49" charset="0"/>
              </a:rPr>
              <a:t>【算法分析】</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该算法中每个顶点试探</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1</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m</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种着色，共</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n</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个顶点，对应解空间树是一棵</a:t>
            </a:r>
            <a:r>
              <a:rPr lang="en-US" altLang="zh-CN" sz="2300" b="1" i="1" dirty="0">
                <a:solidFill>
                  <a:srgbClr val="0000FF"/>
                </a:solidFill>
                <a:latin typeface="华文楷体" panose="02010600040101010101" pitchFamily="2" charset="-122"/>
                <a:ea typeface="华文楷体" panose="02010600040101010101" pitchFamily="2" charset="-122"/>
                <a:cs typeface="Consolas" pitchFamily="49" charset="0"/>
              </a:rPr>
              <a:t>m</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叉树（子集树），算法的时间复杂度为</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O(</a:t>
            </a:r>
            <a:r>
              <a:rPr lang="en-US" altLang="zh-CN" sz="2300" b="1" i="1" dirty="0" err="1">
                <a:solidFill>
                  <a:srgbClr val="0000FF"/>
                </a:solidFill>
                <a:latin typeface="华文楷体" panose="02010600040101010101" pitchFamily="2" charset="-122"/>
                <a:ea typeface="华文楷体" panose="02010600040101010101" pitchFamily="2" charset="-122"/>
                <a:cs typeface="Consolas" pitchFamily="49" charset="0"/>
              </a:rPr>
              <a:t>m</a:t>
            </a:r>
            <a:r>
              <a:rPr lang="en-US" altLang="zh-CN" sz="2300" b="1" i="1" baseline="30000" dirty="0" err="1">
                <a:solidFill>
                  <a:srgbClr val="0000FF"/>
                </a:solidFill>
                <a:latin typeface="华文楷体" panose="02010600040101010101" pitchFamily="2" charset="-122"/>
                <a:ea typeface="华文楷体" panose="02010600040101010101" pitchFamily="2" charset="-122"/>
                <a:cs typeface="Consolas" pitchFamily="49" charset="0"/>
              </a:rPr>
              <a:t>n</a:t>
            </a:r>
            <a:r>
              <a:rPr lang="en-US"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r>
              <a:rPr lang="zh-CN" altLang="zh-CN" sz="2300" b="1" dirty="0">
                <a:solidFill>
                  <a:srgbClr val="0000FF"/>
                </a:solidFill>
                <a:latin typeface="华文楷体" panose="02010600040101010101" pitchFamily="2" charset="-122"/>
                <a:ea typeface="华文楷体" panose="02010600040101010101" pitchFamily="2" charset="-122"/>
                <a:cs typeface="Consolas" pitchFamily="49" charset="0"/>
              </a:rPr>
              <a:t>。</a:t>
            </a:r>
          </a:p>
        </p:txBody>
      </p:sp>
    </p:spTree>
    <p:extLst>
      <p:ext uri="{BB962C8B-B14F-4D97-AF65-F5344CB8AC3E}">
        <p14:creationId xmlns:p14="http://schemas.microsoft.com/office/powerpoint/2010/main" val="2732761838"/>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34819" name="Rectangle 3"/>
          <p:cNvSpPr>
            <a:spLocks noGrp="1" noChangeArrowheads="1"/>
          </p:cNvSpPr>
          <p:nvPr>
            <p:ph idx="1"/>
          </p:nvPr>
        </p:nvSpPr>
        <p:spPr>
          <a:xfrm>
            <a:off x="575658" y="1197546"/>
            <a:ext cx="11039096" cy="5905280"/>
          </a:xfrm>
        </p:spPr>
        <p:txBody>
          <a:bodyPr>
            <a:normAutofit/>
          </a:bodyPr>
          <a:lstStyle/>
          <a:p>
            <a:pPr marL="725668" indent="-725668">
              <a:buNone/>
            </a:pPr>
            <a:r>
              <a:rPr lang="zh-CN" altLang="en-US" sz="2300" b="1" dirty="0">
                <a:solidFill>
                  <a:srgbClr val="0000FF"/>
                </a:solidFill>
                <a:latin typeface="华文楷体" panose="02010600040101010101" pitchFamily="2" charset="-122"/>
                <a:ea typeface="华文楷体" panose="02010600040101010101" pitchFamily="2" charset="-122"/>
              </a:rPr>
              <a:t>用回溯算法搜索子集树的一般模式</a:t>
            </a:r>
            <a:endParaRPr lang="en-US" altLang="zh-CN" sz="2300" b="1" dirty="0">
              <a:solidFill>
                <a:srgbClr val="0000FF"/>
              </a:solidFill>
              <a:latin typeface="华文楷体" panose="02010600040101010101" pitchFamily="2" charset="-122"/>
              <a:ea typeface="华文楷体" panose="02010600040101010101" pitchFamily="2" charset="-122"/>
            </a:endParaRPr>
          </a:p>
          <a:p>
            <a:pPr marL="725668" indent="-725668">
              <a:buNone/>
            </a:pPr>
            <a:r>
              <a:rPr lang="en-US" altLang="zh-CN" sz="2300" b="1" dirty="0">
                <a:solidFill>
                  <a:srgbClr val="0000FF"/>
                </a:solidFill>
                <a:latin typeface="华文楷体" panose="02010600040101010101" pitchFamily="2" charset="-122"/>
                <a:ea typeface="华文楷体" panose="02010600040101010101" pitchFamily="2" charset="-122"/>
              </a:rPr>
              <a:t>void search(int m)</a:t>
            </a:r>
          </a:p>
          <a:p>
            <a:pPr marL="725668" indent="-725668">
              <a:buNone/>
            </a:pPr>
            <a:r>
              <a:rPr lang="en-US" altLang="zh-CN" sz="2300" b="1" dirty="0">
                <a:solidFill>
                  <a:srgbClr val="0000FF"/>
                </a:solidFill>
                <a:latin typeface="华文楷体" panose="02010600040101010101" pitchFamily="2" charset="-122"/>
                <a:ea typeface="华文楷体" panose="02010600040101010101" pitchFamily="2" charset="-122"/>
              </a:rPr>
              <a:t>{</a:t>
            </a:r>
          </a:p>
          <a:p>
            <a:pPr marL="725668" indent="-725668">
              <a:buNone/>
            </a:pPr>
            <a:r>
              <a:rPr lang="en-US" altLang="zh-CN" sz="2300" b="1" dirty="0">
                <a:solidFill>
                  <a:srgbClr val="0000FF"/>
                </a:solidFill>
                <a:latin typeface="华文楷体" panose="02010600040101010101" pitchFamily="2" charset="-122"/>
                <a:ea typeface="华文楷体" panose="02010600040101010101" pitchFamily="2" charset="-122"/>
              </a:rPr>
              <a:t>	if(m&gt;=n)           //</a:t>
            </a:r>
            <a:r>
              <a:rPr lang="zh-CN" altLang="en-US" sz="2300" b="1" dirty="0">
                <a:solidFill>
                  <a:srgbClr val="0000FF"/>
                </a:solidFill>
                <a:latin typeface="华文楷体" panose="02010600040101010101" pitchFamily="2" charset="-122"/>
                <a:ea typeface="华文楷体" panose="02010600040101010101" pitchFamily="2" charset="-122"/>
              </a:rPr>
              <a:t>递归结束条件 </a:t>
            </a:r>
          </a:p>
          <a:p>
            <a:pPr marL="725668" indent="-725668">
              <a:buNone/>
            </a:pPr>
            <a:r>
              <a:rPr lang="zh-CN" altLang="en-US" sz="2300" b="1" dirty="0">
                <a:solidFill>
                  <a:srgbClr val="0000FF"/>
                </a:solidFill>
                <a:latin typeface="华文楷体" panose="02010600040101010101" pitchFamily="2" charset="-122"/>
                <a:ea typeface="华文楷体" panose="02010600040101010101" pitchFamily="2" charset="-122"/>
              </a:rPr>
              <a:t>		</a:t>
            </a:r>
            <a:r>
              <a:rPr lang="en-US" altLang="zh-CN" sz="2300" b="1" dirty="0">
                <a:solidFill>
                  <a:srgbClr val="0000FF"/>
                </a:solidFill>
                <a:latin typeface="华文楷体" panose="02010600040101010101" pitchFamily="2" charset="-122"/>
                <a:ea typeface="华文楷体" panose="02010600040101010101" pitchFamily="2" charset="-122"/>
              </a:rPr>
              <a:t>output();      //</a:t>
            </a:r>
            <a:r>
              <a:rPr lang="zh-CN" altLang="en-US" sz="2300" b="1" dirty="0">
                <a:solidFill>
                  <a:srgbClr val="0000FF"/>
                </a:solidFill>
                <a:latin typeface="华文楷体" panose="02010600040101010101" pitchFamily="2" charset="-122"/>
                <a:ea typeface="华文楷体" panose="02010600040101010101" pitchFamily="2" charset="-122"/>
              </a:rPr>
              <a:t>相应的处理</a:t>
            </a: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输出结果</a:t>
            </a:r>
            <a:r>
              <a:rPr lang="en-US" altLang="zh-CN" sz="2300" b="1" dirty="0">
                <a:solidFill>
                  <a:srgbClr val="0000FF"/>
                </a:solidFill>
                <a:latin typeface="华文楷体" panose="02010600040101010101" pitchFamily="2" charset="-122"/>
                <a:ea typeface="华文楷体" panose="02010600040101010101" pitchFamily="2" charset="-122"/>
              </a:rPr>
              <a:t>)</a:t>
            </a:r>
          </a:p>
          <a:p>
            <a:pPr marL="725668" indent="-725668">
              <a:buNone/>
            </a:pPr>
            <a:r>
              <a:rPr lang="en-US" altLang="zh-CN" sz="2300" b="1" dirty="0">
                <a:solidFill>
                  <a:srgbClr val="0000FF"/>
                </a:solidFill>
                <a:latin typeface="华文楷体" panose="02010600040101010101" pitchFamily="2" charset="-122"/>
                <a:ea typeface="华文楷体" panose="02010600040101010101" pitchFamily="2" charset="-122"/>
              </a:rPr>
              <a:t>	else</a:t>
            </a:r>
          </a:p>
          <a:p>
            <a:pPr marL="725668" indent="-725668">
              <a:buNone/>
            </a:pPr>
            <a:r>
              <a:rPr lang="en-US" altLang="zh-CN" sz="2300" b="1" dirty="0">
                <a:solidFill>
                  <a:srgbClr val="0000FF"/>
                </a:solidFill>
                <a:latin typeface="华文楷体" panose="02010600040101010101" pitchFamily="2" charset="-122"/>
                <a:ea typeface="华文楷体" panose="02010600040101010101" pitchFamily="2" charset="-122"/>
              </a:rPr>
              <a:t>	{</a:t>
            </a:r>
          </a:p>
          <a:p>
            <a:pPr marL="725668" indent="-725668">
              <a:buNone/>
            </a:pPr>
            <a:r>
              <a:rPr lang="en-US" altLang="zh-CN" sz="2300" b="1" dirty="0">
                <a:solidFill>
                  <a:srgbClr val="0000FF"/>
                </a:solidFill>
                <a:latin typeface="华文楷体" panose="02010600040101010101" pitchFamily="2" charset="-122"/>
                <a:ea typeface="华文楷体" panose="02010600040101010101" pitchFamily="2" charset="-122"/>
              </a:rPr>
              <a:t>		a[m]=0;       //</a:t>
            </a:r>
            <a:r>
              <a:rPr lang="zh-CN" altLang="en-US" sz="2300" b="1" dirty="0">
                <a:solidFill>
                  <a:srgbClr val="0000FF"/>
                </a:solidFill>
                <a:latin typeface="华文楷体" panose="02010600040101010101" pitchFamily="2" charset="-122"/>
                <a:ea typeface="华文楷体" panose="02010600040101010101" pitchFamily="2" charset="-122"/>
              </a:rPr>
              <a:t>设置状态：</a:t>
            </a:r>
            <a:r>
              <a:rPr lang="en-US" altLang="zh-CN" sz="2300" b="1" dirty="0">
                <a:solidFill>
                  <a:srgbClr val="0000FF"/>
                </a:solidFill>
                <a:latin typeface="华文楷体" panose="02010600040101010101" pitchFamily="2" charset="-122"/>
                <a:ea typeface="华文楷体" panose="02010600040101010101" pitchFamily="2" charset="-122"/>
              </a:rPr>
              <a:t>0</a:t>
            </a:r>
            <a:r>
              <a:rPr lang="zh-CN" altLang="en-US" sz="2300" b="1" dirty="0">
                <a:solidFill>
                  <a:srgbClr val="0000FF"/>
                </a:solidFill>
                <a:latin typeface="华文楷体" panose="02010600040101010101" pitchFamily="2" charset="-122"/>
                <a:ea typeface="华文楷体" panose="02010600040101010101" pitchFamily="2" charset="-122"/>
              </a:rPr>
              <a:t>表示不要该物品</a:t>
            </a:r>
          </a:p>
          <a:p>
            <a:pPr marL="725668" indent="-725668">
              <a:buNone/>
            </a:pPr>
            <a:r>
              <a:rPr lang="zh-CN" altLang="en-US" sz="2300" b="1" dirty="0">
                <a:solidFill>
                  <a:srgbClr val="0000FF"/>
                </a:solidFill>
                <a:latin typeface="华文楷体" panose="02010600040101010101" pitchFamily="2" charset="-122"/>
                <a:ea typeface="华文楷体" panose="02010600040101010101" pitchFamily="2" charset="-122"/>
              </a:rPr>
              <a:t>		</a:t>
            </a:r>
            <a:r>
              <a:rPr lang="en-US" altLang="zh-CN" sz="2300" b="1" dirty="0">
                <a:solidFill>
                  <a:srgbClr val="0000FF"/>
                </a:solidFill>
                <a:latin typeface="华文楷体" panose="02010600040101010101" pitchFamily="2" charset="-122"/>
                <a:ea typeface="华文楷体" panose="02010600040101010101" pitchFamily="2" charset="-122"/>
              </a:rPr>
              <a:t>search(m+1);   //</a:t>
            </a:r>
            <a:r>
              <a:rPr lang="zh-CN" altLang="en-US" sz="2300" b="1" dirty="0">
                <a:solidFill>
                  <a:srgbClr val="0000FF"/>
                </a:solidFill>
                <a:latin typeface="华文楷体" panose="02010600040101010101" pitchFamily="2" charset="-122"/>
                <a:ea typeface="华文楷体" panose="02010600040101010101" pitchFamily="2" charset="-122"/>
              </a:rPr>
              <a:t>递归搜索：继续确定下一个物品</a:t>
            </a:r>
          </a:p>
          <a:p>
            <a:pPr marL="725668" indent="-725668">
              <a:buNone/>
            </a:pPr>
            <a:r>
              <a:rPr lang="zh-CN" altLang="en-US" sz="2300" b="1" dirty="0">
                <a:solidFill>
                  <a:srgbClr val="0000FF"/>
                </a:solidFill>
                <a:latin typeface="华文楷体" panose="02010600040101010101" pitchFamily="2" charset="-122"/>
                <a:ea typeface="华文楷体" panose="02010600040101010101" pitchFamily="2" charset="-122"/>
              </a:rPr>
              <a:t>		</a:t>
            </a:r>
            <a:r>
              <a:rPr lang="en-US" altLang="zh-CN" sz="2300" b="1" dirty="0">
                <a:solidFill>
                  <a:srgbClr val="0000FF"/>
                </a:solidFill>
                <a:latin typeface="华文楷体" panose="02010600040101010101" pitchFamily="2" charset="-122"/>
                <a:ea typeface="华文楷体" panose="02010600040101010101" pitchFamily="2" charset="-122"/>
              </a:rPr>
              <a:t>a[m]=1;       //</a:t>
            </a:r>
            <a:r>
              <a:rPr lang="zh-CN" altLang="en-US" sz="2300" b="1" dirty="0">
                <a:solidFill>
                  <a:srgbClr val="0000FF"/>
                </a:solidFill>
                <a:latin typeface="华文楷体" panose="02010600040101010101" pitchFamily="2" charset="-122"/>
                <a:ea typeface="华文楷体" panose="02010600040101010101" pitchFamily="2" charset="-122"/>
              </a:rPr>
              <a:t>设置状态：</a:t>
            </a:r>
            <a:r>
              <a:rPr lang="en-US" altLang="zh-CN" sz="2300" b="1" dirty="0">
                <a:solidFill>
                  <a:srgbClr val="0000FF"/>
                </a:solidFill>
                <a:latin typeface="华文楷体" panose="02010600040101010101" pitchFamily="2" charset="-122"/>
                <a:ea typeface="华文楷体" panose="02010600040101010101" pitchFamily="2" charset="-122"/>
              </a:rPr>
              <a:t>1</a:t>
            </a:r>
            <a:r>
              <a:rPr lang="zh-CN" altLang="en-US" sz="2300" b="1" dirty="0">
                <a:solidFill>
                  <a:srgbClr val="0000FF"/>
                </a:solidFill>
                <a:latin typeface="华文楷体" panose="02010600040101010101" pitchFamily="2" charset="-122"/>
                <a:ea typeface="华文楷体" panose="02010600040101010101" pitchFamily="2" charset="-122"/>
              </a:rPr>
              <a:t>表示要该物品</a:t>
            </a:r>
          </a:p>
          <a:p>
            <a:pPr marL="725668" indent="-725668">
              <a:buNone/>
            </a:pPr>
            <a:r>
              <a:rPr lang="zh-CN" altLang="en-US" sz="2300" b="1" dirty="0">
                <a:solidFill>
                  <a:srgbClr val="0000FF"/>
                </a:solidFill>
                <a:latin typeface="华文楷体" panose="02010600040101010101" pitchFamily="2" charset="-122"/>
                <a:ea typeface="华文楷体" panose="02010600040101010101" pitchFamily="2" charset="-122"/>
              </a:rPr>
              <a:t>		</a:t>
            </a:r>
            <a:r>
              <a:rPr lang="en-US" altLang="zh-CN" sz="2300" b="1" dirty="0">
                <a:solidFill>
                  <a:srgbClr val="0000FF"/>
                </a:solidFill>
                <a:latin typeface="华文楷体" panose="02010600040101010101" pitchFamily="2" charset="-122"/>
                <a:ea typeface="华文楷体" panose="02010600040101010101" pitchFamily="2" charset="-122"/>
              </a:rPr>
              <a:t>search(m+1);   //</a:t>
            </a:r>
            <a:r>
              <a:rPr lang="zh-CN" altLang="en-US" sz="2300" b="1" dirty="0">
                <a:solidFill>
                  <a:srgbClr val="0000FF"/>
                </a:solidFill>
                <a:latin typeface="华文楷体" panose="02010600040101010101" pitchFamily="2" charset="-122"/>
                <a:ea typeface="华文楷体" panose="02010600040101010101" pitchFamily="2" charset="-122"/>
              </a:rPr>
              <a:t>递归搜索：继续确定下一个物品</a:t>
            </a:r>
          </a:p>
          <a:p>
            <a:pPr marL="725668" indent="-725668">
              <a:buNone/>
            </a:pPr>
            <a:r>
              <a:rPr lang="zh-CN" altLang="en-US" sz="2300" b="1" dirty="0">
                <a:solidFill>
                  <a:srgbClr val="0000FF"/>
                </a:solidFill>
                <a:latin typeface="华文楷体" panose="02010600040101010101" pitchFamily="2" charset="-122"/>
                <a:ea typeface="华文楷体" panose="02010600040101010101" pitchFamily="2" charset="-122"/>
              </a:rPr>
              <a:t>	</a:t>
            </a:r>
            <a:r>
              <a:rPr lang="en-US" altLang="zh-CN" sz="2300" b="1" dirty="0">
                <a:solidFill>
                  <a:srgbClr val="0000FF"/>
                </a:solidFill>
                <a:latin typeface="华文楷体" panose="02010600040101010101" pitchFamily="2" charset="-122"/>
                <a:ea typeface="华文楷体" panose="02010600040101010101" pitchFamily="2" charset="-122"/>
              </a:rPr>
              <a:t>}</a:t>
            </a:r>
          </a:p>
          <a:p>
            <a:pPr marL="725668" indent="-725668">
              <a:buNone/>
            </a:pPr>
            <a:r>
              <a:rPr lang="en-US" altLang="zh-CN" sz="2300" b="1" dirty="0">
                <a:solidFill>
                  <a:srgbClr val="0000FF"/>
                </a:solidFill>
                <a:latin typeface="华文楷体" panose="02010600040101010101" pitchFamily="2" charset="-122"/>
                <a:ea typeface="华文楷体" panose="02010600040101010101" pitchFamily="2" charset="-122"/>
              </a:rPr>
              <a:t>}</a:t>
            </a:r>
            <a:endParaRPr lang="zh-CN" altLang="en-US" sz="2300" b="1" dirty="0">
              <a:solidFill>
                <a:srgbClr val="0000FF"/>
              </a:solidFill>
              <a:latin typeface="华文楷体" panose="02010600040101010101" pitchFamily="2" charset="-122"/>
              <a:ea typeface="华文楷体" panose="02010600040101010101" pitchFamily="2" charset="-122"/>
            </a:endParaRPr>
          </a:p>
        </p:txBody>
      </p:sp>
      <p:sp>
        <p:nvSpPr>
          <p:cNvPr id="3" name="灯片编号占位符 5"/>
          <p:cNvSpPr>
            <a:spLocks noGrp="1"/>
          </p:cNvSpPr>
          <p:nvPr>
            <p:ph type="sldNum" sz="quarter" idx="12"/>
          </p:nvPr>
        </p:nvSpPr>
        <p:spPr/>
        <p:txBody>
          <a:bodyPr/>
          <a:lstStyle/>
          <a:p>
            <a:pPr>
              <a:defRPr/>
            </a:pPr>
            <a:fld id="{F0D47724-45E8-4FE6-85D6-7FC6832D7413}" type="slidenum">
              <a:rPr lang="zh-CN" altLang="en-US"/>
              <a:pPr>
                <a:defRPr/>
              </a:pPr>
              <a:t>30</a:t>
            </a:fld>
            <a:endParaRPr lang="en-US" altLang="zh-CN"/>
          </a:p>
        </p:txBody>
      </p:sp>
      <p:sp>
        <p:nvSpPr>
          <p:cNvPr id="9" name="基础扎实 / Strong Preparation">
            <a:extLst>
              <a:ext uri="{FF2B5EF4-FFF2-40B4-BE49-F238E27FC236}">
                <a16:creationId xmlns:a16="http://schemas.microsoft.com/office/drawing/2014/main" id="{EEEB74DB-8944-F45B-B453-D3524B443601}"/>
              </a:ext>
            </a:extLst>
          </p:cNvPr>
          <p:cNvSpPr txBox="1"/>
          <p:nvPr/>
        </p:nvSpPr>
        <p:spPr>
          <a:xfrm>
            <a:off x="2603627" y="367980"/>
            <a:ext cx="5870237" cy="561660"/>
          </a:xfrm>
          <a:prstGeom prst="rect">
            <a:avLst/>
          </a:prstGeom>
          <a:noFill/>
          <a:ln>
            <a:noFill/>
          </a:ln>
        </p:spPr>
        <p:txBody>
          <a:bodyPr wrap="square" lIns="68549" tIns="34274" rIns="68549" bIns="34274" rtlCol="0">
            <a:spAutoFit/>
          </a:bodyPr>
          <a:lstStyle/>
          <a:p>
            <a:pPr algn="ctr" defTabSz="950595">
              <a:buClr>
                <a:prstClr val="white"/>
              </a:buClr>
              <a:buSzTx/>
              <a:buFontTx/>
              <a:defRPr/>
            </a:pPr>
            <a:r>
              <a:rPr lang="en-US" altLang="zh-CN" sz="3200" b="1" spc="50" dirty="0">
                <a:ln w="11430"/>
                <a:solidFill>
                  <a:srgbClr val="006600"/>
                </a:solidFill>
                <a:latin typeface="+mn-ea"/>
                <a:sym typeface="Arial" panose="020B0604020202020204" pitchFamily="34" charset="0"/>
              </a:rPr>
              <a:t>3</a:t>
            </a:r>
            <a:r>
              <a:rPr lang="zh-CN" altLang="en-US" sz="3200" b="1" spc="50" dirty="0">
                <a:ln w="11430"/>
                <a:solidFill>
                  <a:srgbClr val="006600"/>
                </a:solidFill>
                <a:latin typeface="+mn-ea"/>
                <a:sym typeface="Arial" panose="020B0604020202020204" pitchFamily="34" charset="0"/>
              </a:rPr>
              <a:t>.</a:t>
            </a:r>
            <a:r>
              <a:rPr lang="en-US" altLang="zh-CN" sz="3200" b="1" spc="50" dirty="0">
                <a:ln w="11430"/>
                <a:solidFill>
                  <a:srgbClr val="006600"/>
                </a:solidFill>
                <a:latin typeface="+mn-ea"/>
                <a:sym typeface="Arial" panose="020B0604020202020204" pitchFamily="34" charset="0"/>
              </a:rPr>
              <a:t>5</a:t>
            </a:r>
            <a:r>
              <a:rPr lang="zh-CN" altLang="en-US" sz="3200" b="1" spc="50" dirty="0">
                <a:ln w="11430"/>
                <a:solidFill>
                  <a:srgbClr val="006600"/>
                </a:solidFill>
                <a:latin typeface="+mn-ea"/>
                <a:sym typeface="Arial" panose="020B0604020202020204" pitchFamily="34" charset="0"/>
              </a:rPr>
              <a:t> </a:t>
            </a:r>
            <a:r>
              <a:rPr lang="en-US" altLang="zh-CN" sz="3200" b="1" spc="50" dirty="0">
                <a:ln w="11430"/>
                <a:solidFill>
                  <a:srgbClr val="006600"/>
                </a:solidFill>
                <a:latin typeface="+mn-ea"/>
                <a:sym typeface="Arial" panose="020B0604020202020204" pitchFamily="34" charset="0"/>
              </a:rPr>
              <a:t>0-1</a:t>
            </a:r>
            <a:r>
              <a:rPr lang="zh-CN" altLang="en-US" sz="3200" b="1" spc="50" dirty="0">
                <a:ln w="11430"/>
                <a:solidFill>
                  <a:srgbClr val="006600"/>
                </a:solidFill>
                <a:latin typeface="+mn-ea"/>
                <a:sym typeface="Arial" panose="020B0604020202020204" pitchFamily="34" charset="0"/>
              </a:rPr>
              <a:t>背包问题</a:t>
            </a:r>
          </a:p>
        </p:txBody>
      </p:sp>
    </p:spTree>
    <p:extLst>
      <p:ext uri="{BB962C8B-B14F-4D97-AF65-F5344CB8AC3E}">
        <p14:creationId xmlns:p14="http://schemas.microsoft.com/office/powerpoint/2010/main" val="2481343897"/>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35844" name="Rectangle 3"/>
          <p:cNvSpPr>
            <a:spLocks noGrp="1" noChangeArrowheads="1"/>
          </p:cNvSpPr>
          <p:nvPr>
            <p:ph idx="1"/>
          </p:nvPr>
        </p:nvSpPr>
        <p:spPr>
          <a:xfrm>
            <a:off x="694606" y="1413570"/>
            <a:ext cx="10941742" cy="4115753"/>
          </a:xfrm>
        </p:spPr>
        <p:txBody>
          <a:bodyPr>
            <a:normAutofit/>
          </a:bodyPr>
          <a:lstStyle/>
          <a:p>
            <a:pPr marL="0" indent="0">
              <a:buNone/>
            </a:pPr>
            <a:r>
              <a:rPr lang="zh-CN" altLang="zh-CN" sz="2800" b="1" dirty="0">
                <a:solidFill>
                  <a:srgbClr val="FF0000"/>
                </a:solidFill>
                <a:latin typeface="华文楷体" panose="02010600040101010101" pitchFamily="2" charset="-122"/>
                <a:ea typeface="华文楷体" panose="02010600040101010101" pitchFamily="2" charset="-122"/>
                <a:cs typeface="Consolas" pitchFamily="49" charset="0"/>
              </a:rPr>
              <a:t>【</a:t>
            </a:r>
            <a:r>
              <a:rPr lang="zh-CN" altLang="en-US" sz="2800" b="1" dirty="0">
                <a:solidFill>
                  <a:srgbClr val="FF0000"/>
                </a:solidFill>
                <a:latin typeface="华文楷体" panose="02010600040101010101" pitchFamily="2" charset="-122"/>
                <a:ea typeface="华文楷体" panose="02010600040101010101" pitchFamily="2" charset="-122"/>
                <a:cs typeface="Consolas" pitchFamily="49" charset="0"/>
              </a:rPr>
              <a:t>问题描述</a:t>
            </a:r>
            <a:r>
              <a:rPr lang="zh-CN" altLang="zh-CN" sz="2800" b="1" dirty="0">
                <a:solidFill>
                  <a:srgbClr val="FF0000"/>
                </a:solidFill>
                <a:latin typeface="华文楷体" panose="02010600040101010101" pitchFamily="2" charset="-122"/>
                <a:ea typeface="华文楷体" panose="02010600040101010101" pitchFamily="2" charset="-122"/>
                <a:cs typeface="Consolas" pitchFamily="49" charset="0"/>
              </a:rPr>
              <a:t>】</a:t>
            </a:r>
            <a:r>
              <a:rPr lang="zh-CN" altLang="en-US" sz="2700" b="1" dirty="0">
                <a:solidFill>
                  <a:srgbClr val="0000FF"/>
                </a:solidFill>
                <a:latin typeface="华文楷体" panose="02010600040101010101" pitchFamily="2" charset="-122"/>
                <a:ea typeface="华文楷体" panose="02010600040101010101" pitchFamily="2" charset="-122"/>
              </a:rPr>
              <a:t>在</a:t>
            </a:r>
            <a:r>
              <a:rPr lang="en-US" altLang="zh-CN" sz="2700" b="1" dirty="0">
                <a:solidFill>
                  <a:srgbClr val="0000FF"/>
                </a:solidFill>
                <a:latin typeface="华文楷体" panose="02010600040101010101" pitchFamily="2" charset="-122"/>
                <a:ea typeface="华文楷体" panose="02010600040101010101" pitchFamily="2" charset="-122"/>
              </a:rPr>
              <a:t>0 / 1</a:t>
            </a:r>
            <a:r>
              <a:rPr lang="zh-CN" altLang="en-US" sz="2700" b="1" dirty="0">
                <a:solidFill>
                  <a:srgbClr val="0000FF"/>
                </a:solidFill>
                <a:latin typeface="华文楷体" panose="02010600040101010101" pitchFamily="2" charset="-122"/>
                <a:ea typeface="华文楷体" panose="02010600040101010101" pitchFamily="2" charset="-122"/>
              </a:rPr>
              <a:t>背包问题中，需对容量为</a:t>
            </a:r>
            <a:r>
              <a:rPr lang="en-US" altLang="zh-CN" sz="2700" b="1" dirty="0">
                <a:solidFill>
                  <a:srgbClr val="0000FF"/>
                </a:solidFill>
                <a:latin typeface="华文楷体" panose="02010600040101010101" pitchFamily="2" charset="-122"/>
                <a:ea typeface="华文楷体" panose="02010600040101010101" pitchFamily="2" charset="-122"/>
              </a:rPr>
              <a:t>c </a:t>
            </a:r>
            <a:r>
              <a:rPr lang="zh-CN" altLang="en-US" sz="2700" b="1" dirty="0">
                <a:solidFill>
                  <a:srgbClr val="0000FF"/>
                </a:solidFill>
                <a:latin typeface="华文楷体" panose="02010600040101010101" pitchFamily="2" charset="-122"/>
                <a:ea typeface="华文楷体" panose="02010600040101010101" pitchFamily="2" charset="-122"/>
              </a:rPr>
              <a:t>的背包进行装载。从</a:t>
            </a:r>
            <a:r>
              <a:rPr lang="en-US" altLang="zh-CN" sz="2700" b="1" dirty="0">
                <a:solidFill>
                  <a:srgbClr val="0000FF"/>
                </a:solidFill>
                <a:latin typeface="华文楷体" panose="02010600040101010101" pitchFamily="2" charset="-122"/>
                <a:ea typeface="华文楷体" panose="02010600040101010101" pitchFamily="2" charset="-122"/>
              </a:rPr>
              <a:t>n </a:t>
            </a:r>
            <a:r>
              <a:rPr lang="zh-CN" altLang="en-US" sz="2700" b="1" dirty="0">
                <a:solidFill>
                  <a:srgbClr val="0000FF"/>
                </a:solidFill>
                <a:latin typeface="华文楷体" panose="02010600040101010101" pitchFamily="2" charset="-122"/>
                <a:ea typeface="华文楷体" panose="02010600040101010101" pitchFamily="2" charset="-122"/>
              </a:rPr>
              <a:t>个物品中选取装入背包的物品，每件物品</a:t>
            </a:r>
            <a:r>
              <a:rPr lang="en-US" altLang="zh-CN" sz="2700" b="1" dirty="0" err="1">
                <a:solidFill>
                  <a:srgbClr val="0000FF"/>
                </a:solidFill>
                <a:latin typeface="华文楷体" panose="02010600040101010101" pitchFamily="2" charset="-122"/>
                <a:ea typeface="华文楷体" panose="02010600040101010101" pitchFamily="2" charset="-122"/>
              </a:rPr>
              <a:t>i</a:t>
            </a:r>
            <a:r>
              <a:rPr lang="en-US" altLang="zh-CN" sz="2700" b="1" dirty="0">
                <a:solidFill>
                  <a:srgbClr val="0000FF"/>
                </a:solidFill>
                <a:latin typeface="华文楷体" panose="02010600040101010101" pitchFamily="2" charset="-122"/>
                <a:ea typeface="华文楷体" panose="02010600040101010101" pitchFamily="2" charset="-122"/>
              </a:rPr>
              <a:t> </a:t>
            </a:r>
            <a:r>
              <a:rPr lang="zh-CN" altLang="en-US" sz="2700" b="1" dirty="0">
                <a:solidFill>
                  <a:srgbClr val="0000FF"/>
                </a:solidFill>
                <a:latin typeface="华文楷体" panose="02010600040101010101" pitchFamily="2" charset="-122"/>
                <a:ea typeface="华文楷体" panose="02010600040101010101" pitchFamily="2" charset="-122"/>
              </a:rPr>
              <a:t>的重量为</a:t>
            </a:r>
            <a:r>
              <a:rPr lang="en-US" altLang="zh-CN" sz="2700" b="1" dirty="0" err="1">
                <a:solidFill>
                  <a:srgbClr val="0000FF"/>
                </a:solidFill>
                <a:latin typeface="华文楷体" panose="02010600040101010101" pitchFamily="2" charset="-122"/>
                <a:ea typeface="华文楷体" panose="02010600040101010101" pitchFamily="2" charset="-122"/>
              </a:rPr>
              <a:t>wi</a:t>
            </a:r>
            <a:r>
              <a:rPr lang="en-US" altLang="zh-CN" sz="2700" b="1" dirty="0">
                <a:solidFill>
                  <a:srgbClr val="0000FF"/>
                </a:solidFill>
                <a:latin typeface="华文楷体" panose="02010600040101010101" pitchFamily="2" charset="-122"/>
                <a:ea typeface="华文楷体" panose="02010600040101010101" pitchFamily="2" charset="-122"/>
              </a:rPr>
              <a:t> </a:t>
            </a:r>
            <a:r>
              <a:rPr lang="zh-CN" altLang="en-US" sz="2700" b="1" dirty="0">
                <a:solidFill>
                  <a:srgbClr val="0000FF"/>
                </a:solidFill>
                <a:latin typeface="华文楷体" panose="02010600040101010101" pitchFamily="2" charset="-122"/>
                <a:ea typeface="华文楷体" panose="02010600040101010101" pitchFamily="2" charset="-122"/>
              </a:rPr>
              <a:t>，价值为</a:t>
            </a:r>
            <a:r>
              <a:rPr lang="en-US" altLang="zh-CN" sz="2700" b="1" dirty="0">
                <a:solidFill>
                  <a:srgbClr val="0000FF"/>
                </a:solidFill>
                <a:latin typeface="华文楷体" panose="02010600040101010101" pitchFamily="2" charset="-122"/>
                <a:ea typeface="华文楷体" panose="02010600040101010101" pitchFamily="2" charset="-122"/>
              </a:rPr>
              <a:t>pi </a:t>
            </a:r>
            <a:r>
              <a:rPr lang="zh-CN" altLang="en-US" sz="2700" b="1" dirty="0">
                <a:solidFill>
                  <a:srgbClr val="0000FF"/>
                </a:solidFill>
                <a:latin typeface="华文楷体" panose="02010600040101010101" pitchFamily="2" charset="-122"/>
                <a:ea typeface="华文楷体" panose="02010600040101010101" pitchFamily="2" charset="-122"/>
              </a:rPr>
              <a:t>。对于可行的背包装载，背包中物品的总重量不能超过背包的容量，最佳装载是指所装入的物品价值最高。 </a:t>
            </a:r>
          </a:p>
        </p:txBody>
      </p:sp>
      <p:sp>
        <p:nvSpPr>
          <p:cNvPr id="4" name="灯片编号占位符 5"/>
          <p:cNvSpPr>
            <a:spLocks noGrp="1"/>
          </p:cNvSpPr>
          <p:nvPr>
            <p:ph type="sldNum" sz="quarter" idx="12"/>
          </p:nvPr>
        </p:nvSpPr>
        <p:spPr/>
        <p:txBody>
          <a:bodyPr/>
          <a:lstStyle/>
          <a:p>
            <a:pPr>
              <a:defRPr/>
            </a:pPr>
            <a:fld id="{A3D74F6F-736F-416A-BF87-5C90A55D5609}" type="slidenum">
              <a:rPr lang="zh-CN" altLang="en-US"/>
              <a:pPr>
                <a:defRPr/>
              </a:pPr>
              <a:t>31</a:t>
            </a:fld>
            <a:endParaRPr lang="en-US" altLang="zh-CN"/>
          </a:p>
        </p:txBody>
      </p:sp>
    </p:spTree>
    <p:extLst>
      <p:ext uri="{BB962C8B-B14F-4D97-AF65-F5344CB8AC3E}">
        <p14:creationId xmlns:p14="http://schemas.microsoft.com/office/powerpoint/2010/main" val="1942143610"/>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36868" name="Rectangle 3"/>
          <p:cNvSpPr>
            <a:spLocks noGrp="1" noChangeArrowheads="1"/>
          </p:cNvSpPr>
          <p:nvPr>
            <p:ph idx="1"/>
          </p:nvPr>
        </p:nvSpPr>
        <p:spPr>
          <a:xfrm>
            <a:off x="694606" y="1253621"/>
            <a:ext cx="10514231" cy="4352346"/>
          </a:xfrm>
        </p:spPr>
        <p:txBody>
          <a:bodyPr>
            <a:normAutofit/>
          </a:bodyPr>
          <a:lstStyle/>
          <a:p>
            <a:pPr eaLnBrk="1" hangingPunct="1">
              <a:buFontTx/>
              <a:buNone/>
            </a:pPr>
            <a:r>
              <a:rPr lang="en-US" altLang="zh-CN" sz="2300" b="1" dirty="0">
                <a:solidFill>
                  <a:srgbClr val="0000FF"/>
                </a:solidFill>
                <a:latin typeface="Consolas" panose="020B0609020204030204" pitchFamily="49" charset="0"/>
              </a:rPr>
              <a:t>int main()</a:t>
            </a:r>
          </a:p>
          <a:p>
            <a:pPr eaLnBrk="1" hangingPunct="1">
              <a:buFontTx/>
              <a:buNone/>
            </a:pPr>
            <a:r>
              <a:rPr lang="en-US" altLang="zh-CN" sz="2300" b="1" dirty="0">
                <a:solidFill>
                  <a:srgbClr val="0000FF"/>
                </a:solidFill>
                <a:latin typeface="Consolas" panose="020B0609020204030204" pitchFamily="49" charset="0"/>
              </a:rPr>
              <a:t>{</a:t>
            </a:r>
          </a:p>
          <a:p>
            <a:pPr eaLnBrk="1" hangingPunct="1">
              <a:buFontTx/>
              <a:buNone/>
            </a:pPr>
            <a:r>
              <a:rPr lang="en-US" altLang="zh-CN" sz="2300" b="1" dirty="0">
                <a:solidFill>
                  <a:srgbClr val="0000FF"/>
                </a:solidFill>
                <a:latin typeface="Consolas" panose="020B0609020204030204" pitchFamily="49" charset="0"/>
              </a:rPr>
              <a:t>		</a:t>
            </a:r>
            <a:r>
              <a:rPr lang="en-US" altLang="zh-CN" sz="2300" b="1" dirty="0" err="1">
                <a:solidFill>
                  <a:srgbClr val="0000FF"/>
                </a:solidFill>
                <a:latin typeface="Consolas" panose="020B0609020204030204" pitchFamily="49" charset="0"/>
              </a:rPr>
              <a:t>readdata</a:t>
            </a:r>
            <a:r>
              <a:rPr lang="en-US" altLang="zh-CN" sz="2300" b="1" dirty="0">
                <a:solidFill>
                  <a:srgbClr val="0000FF"/>
                </a:solidFill>
                <a:latin typeface="Consolas" panose="020B0609020204030204" pitchFamily="49" charset="0"/>
              </a:rPr>
              <a:t>();       //</a:t>
            </a:r>
            <a:r>
              <a:rPr lang="zh-CN" altLang="en-US" sz="2300" b="1" dirty="0">
                <a:solidFill>
                  <a:srgbClr val="0000FF"/>
                </a:solidFill>
                <a:latin typeface="Consolas" panose="020B0609020204030204" pitchFamily="49" charset="0"/>
              </a:rPr>
              <a:t>读入数据</a:t>
            </a:r>
          </a:p>
          <a:p>
            <a:pPr eaLnBrk="1" hangingPunct="1">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	search(0);        //</a:t>
            </a:r>
            <a:r>
              <a:rPr lang="zh-CN" altLang="en-US" sz="2300" b="1" dirty="0">
                <a:solidFill>
                  <a:srgbClr val="0000FF"/>
                </a:solidFill>
                <a:latin typeface="Consolas" panose="020B0609020204030204" pitchFamily="49" charset="0"/>
              </a:rPr>
              <a:t>递归搜索</a:t>
            </a:r>
          </a:p>
          <a:p>
            <a:pPr eaLnBrk="1" hangingPunct="1">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	</a:t>
            </a:r>
            <a:r>
              <a:rPr lang="en-US" altLang="zh-CN" sz="2300" b="1" dirty="0" err="1">
                <a:solidFill>
                  <a:srgbClr val="0000FF"/>
                </a:solidFill>
                <a:latin typeface="Consolas" panose="020B0609020204030204" pitchFamily="49" charset="0"/>
              </a:rPr>
              <a:t>printresult</a:t>
            </a:r>
            <a:r>
              <a:rPr lang="en-US" altLang="zh-CN" sz="2300" b="1" dirty="0">
                <a:solidFill>
                  <a:srgbClr val="0000FF"/>
                </a:solidFill>
                <a:latin typeface="Consolas" panose="020B0609020204030204" pitchFamily="49" charset="0"/>
              </a:rPr>
              <a:t>();</a:t>
            </a:r>
          </a:p>
          <a:p>
            <a:pPr eaLnBrk="1" hangingPunct="1">
              <a:buFontTx/>
              <a:buNone/>
            </a:pPr>
            <a:r>
              <a:rPr lang="en-US" altLang="zh-CN" sz="2300" b="1" dirty="0">
                <a:solidFill>
                  <a:srgbClr val="0000FF"/>
                </a:solidFill>
                <a:latin typeface="Consolas" panose="020B0609020204030204" pitchFamily="49" charset="0"/>
              </a:rPr>
              <a:t>}</a:t>
            </a:r>
            <a:endParaRPr lang="zh-CN" altLang="en-US" sz="2300" b="1" dirty="0">
              <a:solidFill>
                <a:srgbClr val="0000FF"/>
              </a:solidFill>
              <a:latin typeface="Consolas" panose="020B0609020204030204" pitchFamily="49" charset="0"/>
            </a:endParaRPr>
          </a:p>
        </p:txBody>
      </p:sp>
      <p:sp>
        <p:nvSpPr>
          <p:cNvPr id="4" name="灯片编号占位符 5"/>
          <p:cNvSpPr>
            <a:spLocks noGrp="1"/>
          </p:cNvSpPr>
          <p:nvPr>
            <p:ph type="sldNum" sz="quarter" idx="12"/>
          </p:nvPr>
        </p:nvSpPr>
        <p:spPr/>
        <p:txBody>
          <a:bodyPr/>
          <a:lstStyle/>
          <a:p>
            <a:pPr>
              <a:defRPr/>
            </a:pPr>
            <a:fld id="{776B7B43-7ABD-4BA8-B6B7-B3311AC68822}" type="slidenum">
              <a:rPr lang="zh-CN" altLang="en-US"/>
              <a:pPr>
                <a:defRPr/>
              </a:pPr>
              <a:t>32</a:t>
            </a:fld>
            <a:endParaRPr lang="en-US" altLang="zh-CN"/>
          </a:p>
        </p:txBody>
      </p:sp>
    </p:spTree>
    <p:extLst>
      <p:ext uri="{BB962C8B-B14F-4D97-AF65-F5344CB8AC3E}">
        <p14:creationId xmlns:p14="http://schemas.microsoft.com/office/powerpoint/2010/main" val="1298166045"/>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334566" y="1125543"/>
            <a:ext cx="10361851" cy="5473380"/>
          </a:xfrm>
        </p:spPr>
        <p:txBody>
          <a:bodyPr>
            <a:normAutofit/>
          </a:bodyPr>
          <a:lstStyle/>
          <a:p>
            <a:pPr eaLnBrk="1" hangingPunct="1">
              <a:lnSpc>
                <a:spcPct val="80000"/>
              </a:lnSpc>
              <a:buFontTx/>
              <a:buNone/>
            </a:pPr>
            <a:r>
              <a:rPr lang="en-US" altLang="zh-CN" sz="2300" b="1" dirty="0">
                <a:solidFill>
                  <a:srgbClr val="0000FF"/>
                </a:solidFill>
                <a:latin typeface="Consolas" panose="020B0609020204030204" pitchFamily="49" charset="0"/>
              </a:rPr>
              <a:t>void search(int m)</a:t>
            </a:r>
          </a:p>
          <a:p>
            <a:pPr eaLnBrk="1" hangingPunct="1">
              <a:lnSpc>
                <a:spcPct val="80000"/>
              </a:lnSpc>
              <a:buFontTx/>
              <a:buNone/>
            </a:pPr>
            <a:r>
              <a:rPr lang="en-US" altLang="zh-CN" sz="2300" b="1" dirty="0">
                <a:solidFill>
                  <a:srgbClr val="0000FF"/>
                </a:solidFill>
                <a:latin typeface="Consolas" panose="020B0609020204030204" pitchFamily="49" charset="0"/>
              </a:rPr>
              <a:t>{</a:t>
            </a:r>
          </a:p>
          <a:p>
            <a:pPr eaLnBrk="1" hangingPunct="1">
              <a:lnSpc>
                <a:spcPct val="80000"/>
              </a:lnSpc>
              <a:buFontTx/>
              <a:buNone/>
            </a:pPr>
            <a:r>
              <a:rPr lang="en-US" altLang="zh-CN" sz="2300" b="1" dirty="0">
                <a:solidFill>
                  <a:srgbClr val="0000FF"/>
                </a:solidFill>
                <a:latin typeface="Consolas" panose="020B0609020204030204" pitchFamily="49" charset="0"/>
              </a:rPr>
              <a:t>		if(m&gt;=n)</a:t>
            </a:r>
          </a:p>
          <a:p>
            <a:pPr eaLnBrk="1" hangingPunct="1">
              <a:lnSpc>
                <a:spcPct val="80000"/>
              </a:lnSpc>
              <a:buFontTx/>
              <a:buNone/>
            </a:pPr>
            <a:r>
              <a:rPr lang="en-US" altLang="zh-CN" sz="2300" b="1" dirty="0">
                <a:solidFill>
                  <a:srgbClr val="0000FF"/>
                </a:solidFill>
                <a:latin typeface="Consolas" panose="020B0609020204030204" pitchFamily="49" charset="0"/>
              </a:rPr>
              <a:t>			</a:t>
            </a:r>
            <a:r>
              <a:rPr lang="en-US" altLang="zh-CN" sz="2300" b="1" dirty="0" err="1">
                <a:solidFill>
                  <a:srgbClr val="0000FF"/>
                </a:solidFill>
                <a:latin typeface="Consolas" panose="020B0609020204030204" pitchFamily="49" charset="0"/>
              </a:rPr>
              <a:t>checkmax</a:t>
            </a:r>
            <a:r>
              <a:rPr lang="en-US" altLang="zh-CN" sz="2300" b="1" dirty="0">
                <a:solidFill>
                  <a:srgbClr val="0000FF"/>
                </a:solidFill>
                <a:latin typeface="Consolas" panose="020B0609020204030204" pitchFamily="49" charset="0"/>
              </a:rPr>
              <a:t>();   //</a:t>
            </a:r>
            <a:r>
              <a:rPr lang="zh-CN" altLang="en-US" sz="2300" b="1" dirty="0">
                <a:solidFill>
                  <a:srgbClr val="0000FF"/>
                </a:solidFill>
                <a:latin typeface="Consolas" panose="020B0609020204030204" pitchFamily="49" charset="0"/>
              </a:rPr>
              <a:t>检查当前解是否是可行解，</a:t>
            </a:r>
            <a:endParaRPr lang="en-US" altLang="zh-CN" sz="2300" b="1" dirty="0">
              <a:solidFill>
                <a:srgbClr val="0000FF"/>
              </a:solidFill>
              <a:latin typeface="Consolas" panose="020B0609020204030204" pitchFamily="49" charset="0"/>
            </a:endParaRPr>
          </a:p>
          <a:p>
            <a:pPr eaLnBrk="1" hangingPunct="1">
              <a:lnSpc>
                <a:spcPct val="80000"/>
              </a:lnSpc>
              <a:buFontTx/>
              <a:buNone/>
            </a:pPr>
            <a:r>
              <a:rPr lang="en-US" altLang="zh-CN" sz="2300" b="1" dirty="0">
                <a:solidFill>
                  <a:srgbClr val="0000FF"/>
                </a:solidFill>
                <a:latin typeface="Consolas" panose="020B0609020204030204" pitchFamily="49" charset="0"/>
              </a:rPr>
              <a:t>                         //</a:t>
            </a:r>
            <a:r>
              <a:rPr lang="zh-CN" altLang="en-US" sz="2300" b="1" dirty="0">
                <a:solidFill>
                  <a:srgbClr val="0000FF"/>
                </a:solidFill>
                <a:latin typeface="Consolas" panose="020B0609020204030204" pitchFamily="49" charset="0"/>
              </a:rPr>
              <a:t>若是则把它的价值与</a:t>
            </a:r>
            <a:r>
              <a:rPr lang="en-US" altLang="zh-CN" sz="2300" b="1" dirty="0">
                <a:solidFill>
                  <a:srgbClr val="0000FF"/>
                </a:solidFill>
                <a:latin typeface="Consolas" panose="020B0609020204030204" pitchFamily="49" charset="0"/>
              </a:rPr>
              <a:t>max</a:t>
            </a:r>
            <a:r>
              <a:rPr lang="zh-CN" altLang="en-US" sz="2300" b="1" dirty="0">
                <a:solidFill>
                  <a:srgbClr val="0000FF"/>
                </a:solidFill>
                <a:latin typeface="Consolas" panose="020B0609020204030204" pitchFamily="49" charset="0"/>
              </a:rPr>
              <a:t>比较</a:t>
            </a:r>
          </a:p>
          <a:p>
            <a:pPr eaLnBrk="1" hangingPunct="1">
              <a:lnSpc>
                <a:spcPct val="80000"/>
              </a:lnSpc>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	else</a:t>
            </a:r>
          </a:p>
          <a:p>
            <a:pPr eaLnBrk="1" hangingPunct="1">
              <a:lnSpc>
                <a:spcPct val="80000"/>
              </a:lnSpc>
              <a:buFontTx/>
              <a:buNone/>
            </a:pPr>
            <a:r>
              <a:rPr lang="en-US" altLang="zh-CN" sz="2300" b="1" dirty="0">
                <a:solidFill>
                  <a:srgbClr val="0000FF"/>
                </a:solidFill>
                <a:latin typeface="Consolas" panose="020B0609020204030204" pitchFamily="49" charset="0"/>
              </a:rPr>
              <a:t>		{</a:t>
            </a:r>
          </a:p>
          <a:p>
            <a:pPr eaLnBrk="1" hangingPunct="1">
              <a:lnSpc>
                <a:spcPct val="80000"/>
              </a:lnSpc>
              <a:buFontTx/>
              <a:buNone/>
            </a:pPr>
            <a:r>
              <a:rPr lang="en-US" altLang="zh-CN" sz="2300" b="1" dirty="0">
                <a:solidFill>
                  <a:srgbClr val="0000FF"/>
                </a:solidFill>
                <a:latin typeface="Consolas" panose="020B0609020204030204" pitchFamily="49" charset="0"/>
              </a:rPr>
              <a:t>			a[m]=0;       //</a:t>
            </a:r>
            <a:r>
              <a:rPr lang="zh-CN" altLang="en-US" sz="2300" b="1" dirty="0">
                <a:solidFill>
                  <a:srgbClr val="0000FF"/>
                </a:solidFill>
                <a:latin typeface="Consolas" panose="020B0609020204030204" pitchFamily="49" charset="0"/>
              </a:rPr>
              <a:t>不选第</a:t>
            </a:r>
            <a:r>
              <a:rPr lang="en-US" altLang="zh-CN" sz="2300" b="1" dirty="0">
                <a:solidFill>
                  <a:srgbClr val="0000FF"/>
                </a:solidFill>
                <a:latin typeface="Consolas" panose="020B0609020204030204" pitchFamily="49" charset="0"/>
              </a:rPr>
              <a:t>m</a:t>
            </a:r>
            <a:r>
              <a:rPr lang="zh-CN" altLang="en-US" sz="2300" b="1" dirty="0">
                <a:solidFill>
                  <a:srgbClr val="0000FF"/>
                </a:solidFill>
                <a:latin typeface="Consolas" panose="020B0609020204030204" pitchFamily="49" charset="0"/>
              </a:rPr>
              <a:t>件物品</a:t>
            </a:r>
          </a:p>
          <a:p>
            <a:pPr eaLnBrk="1" hangingPunct="1">
              <a:lnSpc>
                <a:spcPct val="80000"/>
              </a:lnSpc>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	search(m+1);  //</a:t>
            </a:r>
            <a:r>
              <a:rPr lang="zh-CN" altLang="en-US" sz="2300" b="1" dirty="0">
                <a:solidFill>
                  <a:srgbClr val="0000FF"/>
                </a:solidFill>
                <a:latin typeface="Consolas" panose="020B0609020204030204" pitchFamily="49" charset="0"/>
              </a:rPr>
              <a:t>递归搜索下一件物品</a:t>
            </a:r>
          </a:p>
          <a:p>
            <a:pPr eaLnBrk="1" hangingPunct="1">
              <a:lnSpc>
                <a:spcPct val="80000"/>
              </a:lnSpc>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	a[m]=1;       //</a:t>
            </a:r>
            <a:r>
              <a:rPr lang="zh-CN" altLang="en-US" sz="2300" b="1" dirty="0">
                <a:solidFill>
                  <a:srgbClr val="0000FF"/>
                </a:solidFill>
                <a:latin typeface="Consolas" panose="020B0609020204030204" pitchFamily="49" charset="0"/>
              </a:rPr>
              <a:t>选第</a:t>
            </a:r>
            <a:r>
              <a:rPr lang="en-US" altLang="zh-CN" sz="2300" b="1" dirty="0">
                <a:solidFill>
                  <a:srgbClr val="0000FF"/>
                </a:solidFill>
                <a:latin typeface="Consolas" panose="020B0609020204030204" pitchFamily="49" charset="0"/>
              </a:rPr>
              <a:t>m</a:t>
            </a:r>
            <a:r>
              <a:rPr lang="zh-CN" altLang="en-US" sz="2300" b="1" dirty="0">
                <a:solidFill>
                  <a:srgbClr val="0000FF"/>
                </a:solidFill>
                <a:latin typeface="Consolas" panose="020B0609020204030204" pitchFamily="49" charset="0"/>
              </a:rPr>
              <a:t>件物品</a:t>
            </a:r>
          </a:p>
          <a:p>
            <a:pPr eaLnBrk="1" hangingPunct="1">
              <a:lnSpc>
                <a:spcPct val="80000"/>
              </a:lnSpc>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	search(m+1);  //</a:t>
            </a:r>
            <a:r>
              <a:rPr lang="zh-CN" altLang="en-US" sz="2300" b="1" dirty="0">
                <a:solidFill>
                  <a:srgbClr val="0000FF"/>
                </a:solidFill>
                <a:latin typeface="Consolas" panose="020B0609020204030204" pitchFamily="49" charset="0"/>
              </a:rPr>
              <a:t>递归搜索下一件物品</a:t>
            </a:r>
          </a:p>
          <a:p>
            <a:pPr eaLnBrk="1" hangingPunct="1">
              <a:lnSpc>
                <a:spcPct val="80000"/>
              </a:lnSpc>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	}</a:t>
            </a:r>
          </a:p>
          <a:p>
            <a:pPr eaLnBrk="1" hangingPunct="1">
              <a:lnSpc>
                <a:spcPct val="80000"/>
              </a:lnSpc>
              <a:buFontTx/>
              <a:buNone/>
            </a:pPr>
            <a:r>
              <a:rPr lang="en-US" altLang="zh-CN" sz="2300" b="1" dirty="0">
                <a:solidFill>
                  <a:srgbClr val="0000FF"/>
                </a:solidFill>
                <a:latin typeface="Consolas" panose="020B0609020204030204" pitchFamily="49" charset="0"/>
              </a:rPr>
              <a:t>}</a:t>
            </a:r>
            <a:endParaRPr lang="zh-CN" altLang="en-US" sz="2300" b="1" dirty="0">
              <a:solidFill>
                <a:srgbClr val="0000FF"/>
              </a:solidFill>
              <a:latin typeface="Consolas" panose="020B0609020204030204" pitchFamily="49" charset="0"/>
            </a:endParaRPr>
          </a:p>
        </p:txBody>
      </p:sp>
      <p:sp>
        <p:nvSpPr>
          <p:cNvPr id="3" name="灯片编号占位符 5"/>
          <p:cNvSpPr>
            <a:spLocks noGrp="1"/>
          </p:cNvSpPr>
          <p:nvPr>
            <p:ph type="sldNum" sz="quarter" idx="12"/>
          </p:nvPr>
        </p:nvSpPr>
        <p:spPr/>
        <p:txBody>
          <a:bodyPr/>
          <a:lstStyle/>
          <a:p>
            <a:pPr>
              <a:defRPr/>
            </a:pPr>
            <a:fld id="{0D137DFB-99AF-4642-B64B-AAF1DB2FAA60}" type="slidenum">
              <a:rPr lang="zh-CN" altLang="en-US"/>
              <a:pPr>
                <a:defRPr/>
              </a:pPr>
              <a:t>33</a:t>
            </a:fld>
            <a:endParaRPr lang="en-US" altLang="zh-CN"/>
          </a:p>
        </p:txBody>
      </p:sp>
    </p:spTree>
    <p:extLst>
      <p:ext uri="{BB962C8B-B14F-4D97-AF65-F5344CB8AC3E}">
        <p14:creationId xmlns:p14="http://schemas.microsoft.com/office/powerpoint/2010/main" val="1166374546"/>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478582" y="1125538"/>
            <a:ext cx="10943858" cy="6167278"/>
          </a:xfrm>
        </p:spPr>
        <p:txBody>
          <a:bodyPr>
            <a:noAutofit/>
          </a:bodyPr>
          <a:lstStyle/>
          <a:p>
            <a:pPr eaLnBrk="1" hangingPunct="1">
              <a:lnSpc>
                <a:spcPct val="80000"/>
              </a:lnSpc>
              <a:buFontTx/>
              <a:buNone/>
            </a:pPr>
            <a:r>
              <a:rPr lang="en-US" altLang="zh-CN" sz="2300" b="1" dirty="0">
                <a:solidFill>
                  <a:srgbClr val="0000FF"/>
                </a:solidFill>
                <a:latin typeface="Consolas" panose="020B0609020204030204" pitchFamily="49" charset="0"/>
              </a:rPr>
              <a:t>void </a:t>
            </a:r>
            <a:r>
              <a:rPr lang="en-US" altLang="zh-CN" sz="2300" b="1" dirty="0" err="1">
                <a:solidFill>
                  <a:srgbClr val="0000FF"/>
                </a:solidFill>
                <a:latin typeface="Consolas" panose="020B0609020204030204" pitchFamily="49" charset="0"/>
              </a:rPr>
              <a:t>checkmax</a:t>
            </a:r>
            <a:r>
              <a:rPr lang="en-US" altLang="zh-CN" sz="2300" b="1" dirty="0">
                <a:solidFill>
                  <a:srgbClr val="0000FF"/>
                </a:solidFill>
                <a:latin typeface="Consolas" panose="020B0609020204030204" pitchFamily="49" charset="0"/>
              </a:rPr>
              <a:t>()</a:t>
            </a:r>
          </a:p>
          <a:p>
            <a:pPr eaLnBrk="1" hangingPunct="1">
              <a:lnSpc>
                <a:spcPct val="80000"/>
              </a:lnSpc>
              <a:buFontTx/>
              <a:buNone/>
            </a:pPr>
            <a:r>
              <a:rPr lang="en-US" altLang="zh-CN" sz="2300" b="1" dirty="0">
                <a:solidFill>
                  <a:srgbClr val="0000FF"/>
                </a:solidFill>
                <a:latin typeface="Consolas" panose="020B0609020204030204" pitchFamily="49" charset="0"/>
              </a:rPr>
              <a:t>{</a:t>
            </a:r>
          </a:p>
          <a:p>
            <a:pPr eaLnBrk="1" hangingPunct="1">
              <a:lnSpc>
                <a:spcPct val="80000"/>
              </a:lnSpc>
              <a:buFontTx/>
              <a:buNone/>
            </a:pPr>
            <a:r>
              <a:rPr lang="en-US" altLang="zh-CN" sz="2300" b="1" dirty="0">
                <a:solidFill>
                  <a:srgbClr val="0000FF"/>
                </a:solidFill>
                <a:latin typeface="Consolas" panose="020B0609020204030204" pitchFamily="49" charset="0"/>
              </a:rPr>
              <a:t>	int </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 weight=0, value=0;</a:t>
            </a:r>
          </a:p>
          <a:p>
            <a:pPr eaLnBrk="1" hangingPunct="1">
              <a:lnSpc>
                <a:spcPct val="80000"/>
              </a:lnSpc>
              <a:buFontTx/>
              <a:buNone/>
            </a:pPr>
            <a:r>
              <a:rPr lang="en-US" altLang="zh-CN" sz="2300" b="1" dirty="0">
                <a:solidFill>
                  <a:srgbClr val="0000FF"/>
                </a:solidFill>
                <a:latin typeface="Consolas" panose="020B0609020204030204" pitchFamily="49" charset="0"/>
              </a:rPr>
              <a:t>	for(</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=0;i&lt;</a:t>
            </a:r>
            <a:r>
              <a:rPr lang="en-US" altLang="zh-CN" sz="2300" b="1" dirty="0" err="1">
                <a:solidFill>
                  <a:srgbClr val="0000FF"/>
                </a:solidFill>
                <a:latin typeface="Consolas" panose="020B0609020204030204" pitchFamily="49" charset="0"/>
              </a:rPr>
              <a:t>n;i</a:t>
            </a:r>
            <a:r>
              <a:rPr lang="en-US" altLang="zh-CN" sz="2300" b="1" dirty="0">
                <a:solidFill>
                  <a:srgbClr val="0000FF"/>
                </a:solidFill>
                <a:latin typeface="Consolas" panose="020B0609020204030204" pitchFamily="49" charset="0"/>
              </a:rPr>
              <a:t>++)</a:t>
            </a:r>
          </a:p>
          <a:p>
            <a:pPr eaLnBrk="1" hangingPunct="1">
              <a:lnSpc>
                <a:spcPct val="80000"/>
              </a:lnSpc>
              <a:buFontTx/>
              <a:buNone/>
            </a:pPr>
            <a:r>
              <a:rPr lang="en-US" altLang="zh-CN" sz="2300" b="1" dirty="0">
                <a:solidFill>
                  <a:srgbClr val="0000FF"/>
                </a:solidFill>
                <a:latin typeface="Consolas" panose="020B0609020204030204" pitchFamily="49" charset="0"/>
              </a:rPr>
              <a:t>	{</a:t>
            </a:r>
          </a:p>
          <a:p>
            <a:pPr eaLnBrk="1" hangingPunct="1">
              <a:lnSpc>
                <a:spcPct val="80000"/>
              </a:lnSpc>
              <a:buFontTx/>
              <a:buNone/>
            </a:pPr>
            <a:r>
              <a:rPr lang="en-US" altLang="zh-CN" sz="2300" b="1" dirty="0">
                <a:solidFill>
                  <a:srgbClr val="0000FF"/>
                </a:solidFill>
                <a:latin typeface="Consolas" panose="020B0609020204030204" pitchFamily="49" charset="0"/>
              </a:rPr>
              <a:t>		if(a[</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]==1)                //</a:t>
            </a:r>
            <a:r>
              <a:rPr lang="zh-CN" altLang="en-US" sz="2300" b="1" dirty="0">
                <a:solidFill>
                  <a:srgbClr val="0000FF"/>
                </a:solidFill>
                <a:latin typeface="Consolas" panose="020B0609020204030204" pitchFamily="49" charset="0"/>
              </a:rPr>
              <a:t>如果选取了该物品</a:t>
            </a:r>
          </a:p>
          <a:p>
            <a:pPr eaLnBrk="1" hangingPunct="1">
              <a:lnSpc>
                <a:spcPct val="80000"/>
              </a:lnSpc>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a:t>
            </a:r>
          </a:p>
          <a:p>
            <a:pPr eaLnBrk="1" hangingPunct="1">
              <a:lnSpc>
                <a:spcPct val="80000"/>
              </a:lnSpc>
              <a:buFontTx/>
              <a:buNone/>
            </a:pPr>
            <a:r>
              <a:rPr lang="en-US" altLang="zh-CN" sz="2300" b="1" dirty="0">
                <a:solidFill>
                  <a:srgbClr val="0000FF"/>
                </a:solidFill>
                <a:latin typeface="Consolas" panose="020B0609020204030204" pitchFamily="49" charset="0"/>
              </a:rPr>
              <a:t>			weight = weight + w[</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 //</a:t>
            </a:r>
            <a:r>
              <a:rPr lang="zh-CN" altLang="en-US" sz="2300" b="1" dirty="0">
                <a:solidFill>
                  <a:srgbClr val="0000FF"/>
                </a:solidFill>
                <a:latin typeface="Consolas" panose="020B0609020204030204" pitchFamily="49" charset="0"/>
              </a:rPr>
              <a:t>累加重量</a:t>
            </a:r>
          </a:p>
          <a:p>
            <a:pPr eaLnBrk="1" hangingPunct="1">
              <a:lnSpc>
                <a:spcPct val="80000"/>
              </a:lnSpc>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value = value + v[</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   //</a:t>
            </a:r>
            <a:r>
              <a:rPr lang="zh-CN" altLang="en-US" sz="2300" b="1" dirty="0">
                <a:solidFill>
                  <a:srgbClr val="0000FF"/>
                </a:solidFill>
                <a:latin typeface="Consolas" panose="020B0609020204030204" pitchFamily="49" charset="0"/>
              </a:rPr>
              <a:t>累加价值</a:t>
            </a:r>
          </a:p>
          <a:p>
            <a:pPr eaLnBrk="1" hangingPunct="1">
              <a:lnSpc>
                <a:spcPct val="80000"/>
              </a:lnSpc>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a:t>
            </a:r>
          </a:p>
          <a:p>
            <a:pPr eaLnBrk="1" hangingPunct="1">
              <a:lnSpc>
                <a:spcPct val="80000"/>
              </a:lnSpc>
              <a:buFontTx/>
              <a:buNone/>
            </a:pPr>
            <a:r>
              <a:rPr lang="en-US" altLang="zh-CN" sz="2300" b="1" dirty="0">
                <a:solidFill>
                  <a:srgbClr val="0000FF"/>
                </a:solidFill>
                <a:latin typeface="Consolas" panose="020B0609020204030204" pitchFamily="49" charset="0"/>
              </a:rPr>
              <a:t>	}</a:t>
            </a:r>
          </a:p>
          <a:p>
            <a:pPr eaLnBrk="1" hangingPunct="1">
              <a:lnSpc>
                <a:spcPct val="80000"/>
              </a:lnSpc>
              <a:buFontTx/>
              <a:buNone/>
            </a:pPr>
            <a:r>
              <a:rPr lang="en-US" altLang="zh-CN" sz="2300" b="1" dirty="0">
                <a:solidFill>
                  <a:srgbClr val="0000FF"/>
                </a:solidFill>
                <a:latin typeface="Consolas" panose="020B0609020204030204" pitchFamily="49" charset="0"/>
              </a:rPr>
              <a:t>	if(weight&lt;=c)                  //</a:t>
            </a:r>
            <a:r>
              <a:rPr lang="zh-CN" altLang="en-US" sz="2300" b="1" dirty="0">
                <a:solidFill>
                  <a:srgbClr val="0000FF"/>
                </a:solidFill>
                <a:latin typeface="Consolas" panose="020B0609020204030204" pitchFamily="49" charset="0"/>
              </a:rPr>
              <a:t>若为可行解</a:t>
            </a:r>
          </a:p>
          <a:p>
            <a:pPr eaLnBrk="1" hangingPunct="1">
              <a:lnSpc>
                <a:spcPct val="80000"/>
              </a:lnSpc>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if(value&gt;max)               //</a:t>
            </a:r>
            <a:r>
              <a:rPr lang="zh-CN" altLang="en-US" sz="2300" b="1" dirty="0">
                <a:solidFill>
                  <a:srgbClr val="0000FF"/>
                </a:solidFill>
                <a:latin typeface="Consolas" panose="020B0609020204030204" pitchFamily="49" charset="0"/>
              </a:rPr>
              <a:t>且价值大于</a:t>
            </a:r>
            <a:r>
              <a:rPr lang="en-US" altLang="zh-CN" sz="2300" b="1" dirty="0">
                <a:solidFill>
                  <a:srgbClr val="0000FF"/>
                </a:solidFill>
                <a:latin typeface="Consolas" panose="020B0609020204030204" pitchFamily="49" charset="0"/>
              </a:rPr>
              <a:t>max</a:t>
            </a:r>
          </a:p>
          <a:p>
            <a:pPr eaLnBrk="1" hangingPunct="1">
              <a:lnSpc>
                <a:spcPct val="80000"/>
              </a:lnSpc>
              <a:buFontTx/>
              <a:buNone/>
            </a:pPr>
            <a:r>
              <a:rPr lang="en-US" altLang="zh-CN" sz="2300" b="1" dirty="0">
                <a:solidFill>
                  <a:srgbClr val="0000FF"/>
                </a:solidFill>
                <a:latin typeface="Consolas" panose="020B0609020204030204" pitchFamily="49" charset="0"/>
              </a:rPr>
              <a:t>			max=value;              //</a:t>
            </a:r>
            <a:r>
              <a:rPr lang="zh-CN" altLang="en-US" sz="2300" b="1" dirty="0">
                <a:solidFill>
                  <a:srgbClr val="0000FF"/>
                </a:solidFill>
                <a:latin typeface="Consolas" panose="020B0609020204030204" pitchFamily="49" charset="0"/>
              </a:rPr>
              <a:t>替换</a:t>
            </a:r>
            <a:r>
              <a:rPr lang="en-US" altLang="zh-CN" sz="2300" b="1" dirty="0">
                <a:solidFill>
                  <a:srgbClr val="0000FF"/>
                </a:solidFill>
                <a:latin typeface="Consolas" panose="020B0609020204030204" pitchFamily="49" charset="0"/>
              </a:rPr>
              <a:t>max</a:t>
            </a:r>
          </a:p>
          <a:p>
            <a:pPr eaLnBrk="1" hangingPunct="1">
              <a:lnSpc>
                <a:spcPct val="80000"/>
              </a:lnSpc>
              <a:buFontTx/>
              <a:buNone/>
            </a:pPr>
            <a:r>
              <a:rPr lang="en-US" altLang="zh-CN" sz="2300" b="1" dirty="0">
                <a:solidFill>
                  <a:srgbClr val="0000FF"/>
                </a:solidFill>
                <a:latin typeface="Consolas" panose="020B0609020204030204" pitchFamily="49" charset="0"/>
              </a:rPr>
              <a:t>}</a:t>
            </a:r>
            <a:endParaRPr lang="zh-CN" altLang="en-US" sz="2300" b="1" dirty="0">
              <a:solidFill>
                <a:srgbClr val="0000FF"/>
              </a:solidFill>
              <a:latin typeface="Consolas" panose="020B0609020204030204" pitchFamily="49" charset="0"/>
            </a:endParaRPr>
          </a:p>
        </p:txBody>
      </p:sp>
      <p:sp>
        <p:nvSpPr>
          <p:cNvPr id="3" name="灯片编号占位符 5"/>
          <p:cNvSpPr>
            <a:spLocks noGrp="1"/>
          </p:cNvSpPr>
          <p:nvPr>
            <p:ph type="sldNum" sz="quarter" idx="12"/>
          </p:nvPr>
        </p:nvSpPr>
        <p:spPr/>
        <p:txBody>
          <a:bodyPr/>
          <a:lstStyle/>
          <a:p>
            <a:pPr>
              <a:defRPr/>
            </a:pPr>
            <a:fld id="{53563F88-4BE1-4BC0-8120-91B0CDAC7DB9}" type="slidenum">
              <a:rPr lang="zh-CN" altLang="en-US"/>
              <a:pPr>
                <a:defRPr/>
              </a:pPr>
              <a:t>34</a:t>
            </a:fld>
            <a:endParaRPr lang="en-US" altLang="zh-CN"/>
          </a:p>
        </p:txBody>
      </p:sp>
    </p:spTree>
    <p:extLst>
      <p:ext uri="{BB962C8B-B14F-4D97-AF65-F5344CB8AC3E}">
        <p14:creationId xmlns:p14="http://schemas.microsoft.com/office/powerpoint/2010/main" val="3837835090"/>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27011" name="Rectangle 3"/>
          <p:cNvSpPr>
            <a:spLocks noGrp="1" noChangeArrowheads="1"/>
          </p:cNvSpPr>
          <p:nvPr>
            <p:ph idx="1"/>
          </p:nvPr>
        </p:nvSpPr>
        <p:spPr>
          <a:xfrm>
            <a:off x="496073" y="1125538"/>
            <a:ext cx="8695477" cy="2523642"/>
          </a:xfrm>
        </p:spPr>
        <p:txBody>
          <a:bodyPr>
            <a:normAutofit/>
          </a:bodyPr>
          <a:lstStyle/>
          <a:p>
            <a:pPr marL="0" indent="0">
              <a:buNone/>
            </a:pPr>
            <a:r>
              <a:rPr lang="zh-CN" altLang="en-US" sz="2300" dirty="0">
                <a:solidFill>
                  <a:srgbClr val="0000FF"/>
                </a:solidFill>
                <a:latin typeface="华文楷体" panose="02010600040101010101" pitchFamily="2" charset="-122"/>
                <a:ea typeface="华文楷体" panose="02010600040101010101" pitchFamily="2" charset="-122"/>
              </a:rPr>
              <a:t> </a:t>
            </a:r>
            <a:r>
              <a:rPr lang="zh-CN" altLang="zh-CN" sz="2400" b="1" dirty="0">
                <a:solidFill>
                  <a:srgbClr val="FF0000"/>
                </a:solidFill>
                <a:latin typeface="华文楷体" panose="02010600040101010101" pitchFamily="2" charset="-122"/>
                <a:cs typeface="Consolas" pitchFamily="49" charset="0"/>
              </a:rPr>
              <a:t>【</a:t>
            </a:r>
            <a:r>
              <a:rPr lang="zh-CN" altLang="en-US" sz="2400" b="1" dirty="0">
                <a:solidFill>
                  <a:srgbClr val="FF0000"/>
                </a:solidFill>
                <a:latin typeface="华文楷体" panose="02010600040101010101" pitchFamily="2" charset="-122"/>
                <a:cs typeface="Consolas" pitchFamily="49" charset="0"/>
              </a:rPr>
              <a:t>问题描述</a:t>
            </a:r>
            <a:r>
              <a:rPr lang="zh-CN" altLang="zh-CN" sz="2400" b="1" dirty="0">
                <a:solidFill>
                  <a:srgbClr val="FF0000"/>
                </a:solidFill>
                <a:latin typeface="华文楷体" panose="02010600040101010101" pitchFamily="2" charset="-122"/>
                <a:cs typeface="Consolas" pitchFamily="49" charset="0"/>
              </a:rPr>
              <a:t>】</a:t>
            </a:r>
            <a:r>
              <a:rPr lang="zh-CN" altLang="en-US" sz="2300" dirty="0">
                <a:solidFill>
                  <a:srgbClr val="0000FF"/>
                </a:solidFill>
                <a:latin typeface="华文楷体" panose="02010600040101010101" pitchFamily="2" charset="-122"/>
                <a:ea typeface="华文楷体" panose="02010600040101010101" pitchFamily="2" charset="-122"/>
              </a:rPr>
              <a:t>如图城堡是一个</a:t>
            </a:r>
            <a:r>
              <a:rPr lang="en-US" altLang="zh-CN" sz="2300" dirty="0">
                <a:solidFill>
                  <a:srgbClr val="0000FF"/>
                </a:solidFill>
                <a:latin typeface="华文楷体" panose="02010600040101010101" pitchFamily="2" charset="-122"/>
                <a:ea typeface="华文楷体" panose="02010600040101010101" pitchFamily="2" charset="-122"/>
              </a:rPr>
              <a:t>4×4</a:t>
            </a:r>
            <a:r>
              <a:rPr lang="zh-CN" altLang="en-US" sz="2300" dirty="0">
                <a:solidFill>
                  <a:srgbClr val="0000FF"/>
                </a:solidFill>
                <a:latin typeface="华文楷体" panose="02010600040101010101" pitchFamily="2" charset="-122"/>
                <a:ea typeface="华文楷体" panose="02010600040101010101" pitchFamily="2" charset="-122"/>
              </a:rPr>
              <a:t>的方格，为了保卫城堡，现需要在某些格子里修建一些堡垒。城堡中的某些格子是墙，其余格子都是空格，堡垒只能建在空格里，每个堡垒都可以向上下左右四个方向射击，如果两个堡垒在同一行或同一列，且中间没有墙相隔，则两个堡垒都会把对方打掉。问对于给定的一种状态，最多能够修建几个堡垒。</a:t>
            </a:r>
          </a:p>
        </p:txBody>
      </p:sp>
      <p:sp>
        <p:nvSpPr>
          <p:cNvPr id="21" name="灯片编号占位符 5"/>
          <p:cNvSpPr>
            <a:spLocks noGrp="1"/>
          </p:cNvSpPr>
          <p:nvPr>
            <p:ph type="sldNum" sz="quarter" idx="12"/>
          </p:nvPr>
        </p:nvSpPr>
        <p:spPr/>
        <p:txBody>
          <a:bodyPr/>
          <a:lstStyle/>
          <a:p>
            <a:pPr>
              <a:defRPr/>
            </a:pPr>
            <a:fld id="{672B3561-B286-4372-A2A4-E3E1CCE57EE7}" type="slidenum">
              <a:rPr lang="zh-CN" altLang="en-US"/>
              <a:pPr>
                <a:defRPr/>
              </a:pPr>
              <a:t>35</a:t>
            </a:fld>
            <a:endParaRPr lang="en-US" altLang="zh-CN"/>
          </a:p>
        </p:txBody>
      </p:sp>
      <p:grpSp>
        <p:nvGrpSpPr>
          <p:cNvPr id="2" name="Group 4"/>
          <p:cNvGrpSpPr>
            <a:grpSpLocks/>
          </p:cNvGrpSpPr>
          <p:nvPr/>
        </p:nvGrpSpPr>
        <p:grpSpPr bwMode="auto">
          <a:xfrm>
            <a:off x="1126654" y="3458506"/>
            <a:ext cx="2789404" cy="1784763"/>
            <a:chOff x="8100" y="1986"/>
            <a:chExt cx="1798" cy="1706"/>
          </a:xfrm>
        </p:grpSpPr>
        <p:sp>
          <p:nvSpPr>
            <p:cNvPr id="40966" name="Rectangle 5"/>
            <p:cNvSpPr>
              <a:spLocks noChangeArrowheads="1"/>
            </p:cNvSpPr>
            <p:nvPr/>
          </p:nvSpPr>
          <p:spPr bwMode="auto">
            <a:xfrm>
              <a:off x="8100" y="1991"/>
              <a:ext cx="450" cy="430"/>
            </a:xfrm>
            <a:prstGeom prst="rect">
              <a:avLst/>
            </a:prstGeom>
            <a:solidFill>
              <a:srgbClr val="FFFFFF"/>
            </a:solidFill>
            <a:ln w="9525" algn="ctr">
              <a:solidFill>
                <a:srgbClr val="000000"/>
              </a:solidFill>
              <a:miter lim="800000"/>
              <a:headEnd/>
              <a:tailEnd/>
            </a:ln>
          </p:spPr>
          <p:txBody>
            <a:bodyPr anchor="ctr"/>
            <a:lstStyle/>
            <a:p>
              <a:endParaRPr lang="zh-CN" altLang="en-US"/>
            </a:p>
          </p:txBody>
        </p:sp>
        <p:sp>
          <p:nvSpPr>
            <p:cNvPr id="40967" name="Rectangle 6"/>
            <p:cNvSpPr>
              <a:spLocks noChangeArrowheads="1"/>
            </p:cNvSpPr>
            <p:nvPr/>
          </p:nvSpPr>
          <p:spPr bwMode="auto">
            <a:xfrm>
              <a:off x="8557" y="1991"/>
              <a:ext cx="449" cy="430"/>
            </a:xfrm>
            <a:prstGeom prst="rect">
              <a:avLst/>
            </a:prstGeom>
            <a:solidFill>
              <a:srgbClr val="000000"/>
            </a:solidFill>
            <a:ln w="9525" algn="ctr">
              <a:solidFill>
                <a:srgbClr val="000000"/>
              </a:solidFill>
              <a:miter lim="800000"/>
              <a:headEnd/>
              <a:tailEnd/>
            </a:ln>
          </p:spPr>
          <p:txBody>
            <a:bodyPr anchor="ctr"/>
            <a:lstStyle/>
            <a:p>
              <a:endParaRPr lang="zh-CN" altLang="en-US"/>
            </a:p>
          </p:txBody>
        </p:sp>
        <p:sp>
          <p:nvSpPr>
            <p:cNvPr id="40968" name="Rectangle 7"/>
            <p:cNvSpPr>
              <a:spLocks noChangeArrowheads="1"/>
            </p:cNvSpPr>
            <p:nvPr/>
          </p:nvSpPr>
          <p:spPr bwMode="auto">
            <a:xfrm>
              <a:off x="8998" y="1986"/>
              <a:ext cx="449" cy="430"/>
            </a:xfrm>
            <a:prstGeom prst="rect">
              <a:avLst/>
            </a:prstGeom>
            <a:solidFill>
              <a:srgbClr val="FFFFFF"/>
            </a:solidFill>
            <a:ln w="9525" algn="ctr">
              <a:solidFill>
                <a:srgbClr val="000000"/>
              </a:solidFill>
              <a:miter lim="800000"/>
              <a:headEnd/>
              <a:tailEnd/>
            </a:ln>
          </p:spPr>
          <p:txBody>
            <a:bodyPr anchor="ctr"/>
            <a:lstStyle/>
            <a:p>
              <a:endParaRPr lang="zh-CN" altLang="en-US"/>
            </a:p>
          </p:txBody>
        </p:sp>
        <p:sp>
          <p:nvSpPr>
            <p:cNvPr id="40969" name="Rectangle 8"/>
            <p:cNvSpPr>
              <a:spLocks noChangeArrowheads="1"/>
            </p:cNvSpPr>
            <p:nvPr/>
          </p:nvSpPr>
          <p:spPr bwMode="auto">
            <a:xfrm>
              <a:off x="9435" y="1991"/>
              <a:ext cx="450" cy="430"/>
            </a:xfrm>
            <a:prstGeom prst="rect">
              <a:avLst/>
            </a:prstGeom>
            <a:solidFill>
              <a:srgbClr val="FFFFFF"/>
            </a:solidFill>
            <a:ln w="9525" algn="ctr">
              <a:solidFill>
                <a:srgbClr val="000000"/>
              </a:solidFill>
              <a:miter lim="800000"/>
              <a:headEnd/>
              <a:tailEnd/>
            </a:ln>
          </p:spPr>
          <p:txBody>
            <a:bodyPr anchor="ctr"/>
            <a:lstStyle/>
            <a:p>
              <a:endParaRPr lang="zh-CN" altLang="en-US"/>
            </a:p>
          </p:txBody>
        </p:sp>
        <p:sp>
          <p:nvSpPr>
            <p:cNvPr id="40970" name="Rectangle 9"/>
            <p:cNvSpPr>
              <a:spLocks noChangeArrowheads="1"/>
            </p:cNvSpPr>
            <p:nvPr/>
          </p:nvSpPr>
          <p:spPr bwMode="auto">
            <a:xfrm>
              <a:off x="8102" y="2407"/>
              <a:ext cx="449" cy="430"/>
            </a:xfrm>
            <a:prstGeom prst="rect">
              <a:avLst/>
            </a:prstGeom>
            <a:solidFill>
              <a:srgbClr val="FFFFFF"/>
            </a:solidFill>
            <a:ln w="9525" algn="ctr">
              <a:solidFill>
                <a:srgbClr val="000000"/>
              </a:solidFill>
              <a:miter lim="800000"/>
              <a:headEnd/>
              <a:tailEnd/>
            </a:ln>
          </p:spPr>
          <p:txBody>
            <a:bodyPr anchor="ctr"/>
            <a:lstStyle/>
            <a:p>
              <a:endParaRPr lang="zh-CN" altLang="en-US"/>
            </a:p>
          </p:txBody>
        </p:sp>
        <p:sp>
          <p:nvSpPr>
            <p:cNvPr id="40971" name="Rectangle 10"/>
            <p:cNvSpPr>
              <a:spLocks noChangeArrowheads="1"/>
            </p:cNvSpPr>
            <p:nvPr/>
          </p:nvSpPr>
          <p:spPr bwMode="auto">
            <a:xfrm>
              <a:off x="8554" y="2409"/>
              <a:ext cx="450" cy="430"/>
            </a:xfrm>
            <a:prstGeom prst="rect">
              <a:avLst/>
            </a:prstGeom>
            <a:solidFill>
              <a:srgbClr val="FFFFFF"/>
            </a:solidFill>
            <a:ln w="9525" algn="ctr">
              <a:solidFill>
                <a:srgbClr val="000000"/>
              </a:solidFill>
              <a:miter lim="800000"/>
              <a:headEnd/>
              <a:tailEnd/>
            </a:ln>
          </p:spPr>
          <p:txBody>
            <a:bodyPr anchor="ctr"/>
            <a:lstStyle/>
            <a:p>
              <a:endParaRPr lang="zh-CN" altLang="en-US"/>
            </a:p>
          </p:txBody>
        </p:sp>
        <p:sp>
          <p:nvSpPr>
            <p:cNvPr id="40972" name="Rectangle 11"/>
            <p:cNvSpPr>
              <a:spLocks noChangeArrowheads="1"/>
            </p:cNvSpPr>
            <p:nvPr/>
          </p:nvSpPr>
          <p:spPr bwMode="auto">
            <a:xfrm>
              <a:off x="8995" y="2407"/>
              <a:ext cx="450" cy="430"/>
            </a:xfrm>
            <a:prstGeom prst="rect">
              <a:avLst/>
            </a:prstGeom>
            <a:solidFill>
              <a:srgbClr val="FFFFFF"/>
            </a:solidFill>
            <a:ln w="9525" algn="ctr">
              <a:solidFill>
                <a:srgbClr val="000000"/>
              </a:solidFill>
              <a:miter lim="800000"/>
              <a:headEnd/>
              <a:tailEnd/>
            </a:ln>
          </p:spPr>
          <p:txBody>
            <a:bodyPr anchor="ctr"/>
            <a:lstStyle/>
            <a:p>
              <a:endParaRPr lang="zh-CN" altLang="en-US"/>
            </a:p>
          </p:txBody>
        </p:sp>
        <p:sp>
          <p:nvSpPr>
            <p:cNvPr id="40973" name="Rectangle 12"/>
            <p:cNvSpPr>
              <a:spLocks noChangeArrowheads="1"/>
            </p:cNvSpPr>
            <p:nvPr/>
          </p:nvSpPr>
          <p:spPr bwMode="auto">
            <a:xfrm>
              <a:off x="9447" y="2409"/>
              <a:ext cx="450" cy="430"/>
            </a:xfrm>
            <a:prstGeom prst="rect">
              <a:avLst/>
            </a:prstGeom>
            <a:solidFill>
              <a:srgbClr val="FFFFFF"/>
            </a:solidFill>
            <a:ln w="9525" algn="ctr">
              <a:solidFill>
                <a:srgbClr val="000000"/>
              </a:solidFill>
              <a:miter lim="800000"/>
              <a:headEnd/>
              <a:tailEnd/>
            </a:ln>
          </p:spPr>
          <p:txBody>
            <a:bodyPr anchor="ctr"/>
            <a:lstStyle/>
            <a:p>
              <a:endParaRPr lang="zh-CN" altLang="en-US"/>
            </a:p>
          </p:txBody>
        </p:sp>
        <p:sp>
          <p:nvSpPr>
            <p:cNvPr id="40974" name="Rectangle 13"/>
            <p:cNvSpPr>
              <a:spLocks noChangeArrowheads="1"/>
            </p:cNvSpPr>
            <p:nvPr/>
          </p:nvSpPr>
          <p:spPr bwMode="auto">
            <a:xfrm>
              <a:off x="8103" y="2827"/>
              <a:ext cx="450" cy="431"/>
            </a:xfrm>
            <a:prstGeom prst="rect">
              <a:avLst/>
            </a:prstGeom>
            <a:solidFill>
              <a:srgbClr val="000000"/>
            </a:solidFill>
            <a:ln w="9525" algn="ctr">
              <a:solidFill>
                <a:srgbClr val="000000"/>
              </a:solidFill>
              <a:miter lim="800000"/>
              <a:headEnd/>
              <a:tailEnd/>
            </a:ln>
          </p:spPr>
          <p:txBody>
            <a:bodyPr anchor="ctr"/>
            <a:lstStyle/>
            <a:p>
              <a:endParaRPr lang="zh-CN" altLang="en-US"/>
            </a:p>
          </p:txBody>
        </p:sp>
        <p:sp>
          <p:nvSpPr>
            <p:cNvPr id="40975" name="Rectangle 14"/>
            <p:cNvSpPr>
              <a:spLocks noChangeArrowheads="1"/>
            </p:cNvSpPr>
            <p:nvPr/>
          </p:nvSpPr>
          <p:spPr bwMode="auto">
            <a:xfrm>
              <a:off x="8555" y="2829"/>
              <a:ext cx="450" cy="430"/>
            </a:xfrm>
            <a:prstGeom prst="rect">
              <a:avLst/>
            </a:prstGeom>
            <a:solidFill>
              <a:srgbClr val="000000"/>
            </a:solidFill>
            <a:ln w="9525" algn="ctr">
              <a:solidFill>
                <a:srgbClr val="000000"/>
              </a:solidFill>
              <a:miter lim="800000"/>
              <a:headEnd/>
              <a:tailEnd/>
            </a:ln>
          </p:spPr>
          <p:txBody>
            <a:bodyPr anchor="ctr"/>
            <a:lstStyle/>
            <a:p>
              <a:endParaRPr lang="zh-CN" altLang="en-US"/>
            </a:p>
          </p:txBody>
        </p:sp>
        <p:sp>
          <p:nvSpPr>
            <p:cNvPr id="40976" name="Rectangle 15"/>
            <p:cNvSpPr>
              <a:spLocks noChangeArrowheads="1"/>
            </p:cNvSpPr>
            <p:nvPr/>
          </p:nvSpPr>
          <p:spPr bwMode="auto">
            <a:xfrm>
              <a:off x="8996" y="2827"/>
              <a:ext cx="450" cy="431"/>
            </a:xfrm>
            <a:prstGeom prst="rect">
              <a:avLst/>
            </a:prstGeom>
            <a:solidFill>
              <a:srgbClr val="FFFFFF"/>
            </a:solidFill>
            <a:ln w="9525" algn="ctr">
              <a:solidFill>
                <a:srgbClr val="000000"/>
              </a:solidFill>
              <a:miter lim="800000"/>
              <a:headEnd/>
              <a:tailEnd/>
            </a:ln>
          </p:spPr>
          <p:txBody>
            <a:bodyPr anchor="ctr"/>
            <a:lstStyle/>
            <a:p>
              <a:endParaRPr lang="zh-CN" altLang="en-US"/>
            </a:p>
          </p:txBody>
        </p:sp>
        <p:sp>
          <p:nvSpPr>
            <p:cNvPr id="40977" name="Rectangle 16"/>
            <p:cNvSpPr>
              <a:spLocks noChangeArrowheads="1"/>
            </p:cNvSpPr>
            <p:nvPr/>
          </p:nvSpPr>
          <p:spPr bwMode="auto">
            <a:xfrm>
              <a:off x="9449" y="2829"/>
              <a:ext cx="449" cy="430"/>
            </a:xfrm>
            <a:prstGeom prst="rect">
              <a:avLst/>
            </a:prstGeom>
            <a:solidFill>
              <a:srgbClr val="FFFFFF"/>
            </a:solidFill>
            <a:ln w="9525" algn="ctr">
              <a:solidFill>
                <a:srgbClr val="000000"/>
              </a:solidFill>
              <a:miter lim="800000"/>
              <a:headEnd/>
              <a:tailEnd/>
            </a:ln>
          </p:spPr>
          <p:txBody>
            <a:bodyPr anchor="ctr"/>
            <a:lstStyle/>
            <a:p>
              <a:endParaRPr lang="zh-CN" altLang="en-US"/>
            </a:p>
          </p:txBody>
        </p:sp>
        <p:sp>
          <p:nvSpPr>
            <p:cNvPr id="40978" name="Rectangle 17"/>
            <p:cNvSpPr>
              <a:spLocks noChangeArrowheads="1"/>
            </p:cNvSpPr>
            <p:nvPr/>
          </p:nvSpPr>
          <p:spPr bwMode="auto">
            <a:xfrm>
              <a:off x="8100" y="3261"/>
              <a:ext cx="450" cy="429"/>
            </a:xfrm>
            <a:prstGeom prst="rect">
              <a:avLst/>
            </a:prstGeom>
            <a:solidFill>
              <a:srgbClr val="FFFFFF"/>
            </a:solidFill>
            <a:ln w="9525" algn="ctr">
              <a:solidFill>
                <a:srgbClr val="000000"/>
              </a:solidFill>
              <a:miter lim="800000"/>
              <a:headEnd/>
              <a:tailEnd/>
            </a:ln>
          </p:spPr>
          <p:txBody>
            <a:bodyPr anchor="ctr"/>
            <a:lstStyle/>
            <a:p>
              <a:endParaRPr lang="zh-CN" altLang="en-US"/>
            </a:p>
          </p:txBody>
        </p:sp>
        <p:sp>
          <p:nvSpPr>
            <p:cNvPr id="40979" name="Rectangle 18"/>
            <p:cNvSpPr>
              <a:spLocks noChangeArrowheads="1"/>
            </p:cNvSpPr>
            <p:nvPr/>
          </p:nvSpPr>
          <p:spPr bwMode="auto">
            <a:xfrm>
              <a:off x="8553" y="3262"/>
              <a:ext cx="449" cy="430"/>
            </a:xfrm>
            <a:prstGeom prst="rect">
              <a:avLst/>
            </a:prstGeom>
            <a:solidFill>
              <a:srgbClr val="FFFFFF"/>
            </a:solidFill>
            <a:ln w="9525" algn="ctr">
              <a:solidFill>
                <a:srgbClr val="000000"/>
              </a:solidFill>
              <a:miter lim="800000"/>
              <a:headEnd/>
              <a:tailEnd/>
            </a:ln>
          </p:spPr>
          <p:txBody>
            <a:bodyPr anchor="ctr"/>
            <a:lstStyle/>
            <a:p>
              <a:endParaRPr lang="zh-CN" altLang="en-US"/>
            </a:p>
          </p:txBody>
        </p:sp>
        <p:sp>
          <p:nvSpPr>
            <p:cNvPr id="40980" name="Rectangle 19"/>
            <p:cNvSpPr>
              <a:spLocks noChangeArrowheads="1"/>
            </p:cNvSpPr>
            <p:nvPr/>
          </p:nvSpPr>
          <p:spPr bwMode="auto">
            <a:xfrm>
              <a:off x="8994" y="3261"/>
              <a:ext cx="449" cy="429"/>
            </a:xfrm>
            <a:prstGeom prst="rect">
              <a:avLst/>
            </a:prstGeom>
            <a:solidFill>
              <a:srgbClr val="FFFFFF"/>
            </a:solidFill>
            <a:ln w="9525" algn="ctr">
              <a:solidFill>
                <a:srgbClr val="000000"/>
              </a:solidFill>
              <a:miter lim="800000"/>
              <a:headEnd/>
              <a:tailEnd/>
            </a:ln>
          </p:spPr>
          <p:txBody>
            <a:bodyPr anchor="ctr"/>
            <a:lstStyle/>
            <a:p>
              <a:endParaRPr lang="zh-CN" altLang="en-US"/>
            </a:p>
          </p:txBody>
        </p:sp>
        <p:sp>
          <p:nvSpPr>
            <p:cNvPr id="40981" name="Rectangle 20"/>
            <p:cNvSpPr>
              <a:spLocks noChangeArrowheads="1"/>
            </p:cNvSpPr>
            <p:nvPr/>
          </p:nvSpPr>
          <p:spPr bwMode="auto">
            <a:xfrm>
              <a:off x="9446" y="3262"/>
              <a:ext cx="449" cy="430"/>
            </a:xfrm>
            <a:prstGeom prst="rect">
              <a:avLst/>
            </a:prstGeom>
            <a:solidFill>
              <a:srgbClr val="FFFFFF"/>
            </a:solidFill>
            <a:ln w="9525" algn="ctr">
              <a:solidFill>
                <a:srgbClr val="000000"/>
              </a:solidFill>
              <a:miter lim="800000"/>
              <a:headEnd/>
              <a:tailEnd/>
            </a:ln>
          </p:spPr>
          <p:txBody>
            <a:bodyPr anchor="ctr"/>
            <a:lstStyle/>
            <a:p>
              <a:endParaRPr lang="zh-CN" altLang="en-US"/>
            </a:p>
          </p:txBody>
        </p:sp>
      </p:grpSp>
      <p:sp>
        <p:nvSpPr>
          <p:cNvPr id="9" name="基础扎实 / Strong Preparation">
            <a:extLst>
              <a:ext uri="{FF2B5EF4-FFF2-40B4-BE49-F238E27FC236}">
                <a16:creationId xmlns:a16="http://schemas.microsoft.com/office/drawing/2014/main" id="{D5C5BE79-E5D5-AC29-2988-E85DD1A64A09}"/>
              </a:ext>
            </a:extLst>
          </p:cNvPr>
          <p:cNvSpPr txBox="1"/>
          <p:nvPr/>
        </p:nvSpPr>
        <p:spPr>
          <a:xfrm>
            <a:off x="2603627" y="367980"/>
            <a:ext cx="5870237" cy="561660"/>
          </a:xfrm>
          <a:prstGeom prst="rect">
            <a:avLst/>
          </a:prstGeom>
          <a:noFill/>
          <a:ln>
            <a:noFill/>
          </a:ln>
        </p:spPr>
        <p:txBody>
          <a:bodyPr wrap="square" lIns="68549" tIns="34274" rIns="68549" bIns="34274" rtlCol="0">
            <a:spAutoFit/>
          </a:bodyPr>
          <a:lstStyle/>
          <a:p>
            <a:pPr algn="ctr" defTabSz="950595">
              <a:buClr>
                <a:prstClr val="white"/>
              </a:buClr>
              <a:defRPr/>
            </a:pPr>
            <a:r>
              <a:rPr lang="en-US" altLang="zh-CN" sz="3200"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3</a:t>
            </a:r>
            <a:r>
              <a:rPr lang="zh-CN" altLang="en-US" sz="3200"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a:t>
            </a:r>
            <a:r>
              <a:rPr lang="en-US" altLang="zh-CN" sz="3200"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6 </a:t>
            </a:r>
            <a:r>
              <a:rPr lang="zh-CN" altLang="en-US" sz="3200" b="1" spc="50" dirty="0">
                <a:ln w="11430"/>
                <a:solidFill>
                  <a:srgbClr val="006600"/>
                </a:solidFill>
                <a:latin typeface="华文楷体" panose="02010600040101010101" pitchFamily="2" charset="-122"/>
                <a:ea typeface="华文楷体" panose="02010600040101010101" pitchFamily="2" charset="-122"/>
                <a:sym typeface="Arial" panose="020B0604020202020204" pitchFamily="34" charset="0"/>
              </a:rPr>
              <a:t> 堡垒问题</a:t>
            </a:r>
          </a:p>
        </p:txBody>
      </p:sp>
    </p:spTree>
    <p:extLst>
      <p:ext uri="{BB962C8B-B14F-4D97-AF65-F5344CB8AC3E}">
        <p14:creationId xmlns:p14="http://schemas.microsoft.com/office/powerpoint/2010/main" val="303526036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27011">
                                            <p:txEl>
                                              <p:pRg st="0" end="0"/>
                                            </p:txEl>
                                          </p:spTgt>
                                        </p:tgtEl>
                                        <p:attrNameLst>
                                          <p:attrName>style.visibility</p:attrName>
                                        </p:attrNameLst>
                                      </p:cBhvr>
                                      <p:to>
                                        <p:strVal val="visible"/>
                                      </p:to>
                                    </p:set>
                                    <p:anim calcmode="lin" valueType="num">
                                      <p:cBhvr additive="base">
                                        <p:cTn id="7" dur="500" fill="hold"/>
                                        <p:tgtEl>
                                          <p:spTgt spid="427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70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1"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1988" name="Rectangle 3"/>
          <p:cNvSpPr>
            <a:spLocks noGrp="1" noChangeArrowheads="1"/>
          </p:cNvSpPr>
          <p:nvPr>
            <p:ph idx="1"/>
          </p:nvPr>
        </p:nvSpPr>
        <p:spPr/>
        <p:txBody>
          <a:bodyPr>
            <a:normAutofit/>
          </a:bodyPr>
          <a:lstStyle/>
          <a:p>
            <a:pPr eaLnBrk="1" hangingPunct="1">
              <a:buFontTx/>
              <a:buNone/>
            </a:pPr>
            <a:r>
              <a:rPr lang="en-US" altLang="zh-CN" sz="2300" dirty="0">
                <a:solidFill>
                  <a:srgbClr val="0000FF"/>
                </a:solidFill>
                <a:latin typeface="Consolas" panose="020B0609020204030204" pitchFamily="49" charset="0"/>
              </a:rPr>
              <a:t>int main()</a:t>
            </a:r>
          </a:p>
          <a:p>
            <a:pPr eaLnBrk="1" hangingPunct="1">
              <a:buFontTx/>
              <a:buNone/>
            </a:pPr>
            <a:r>
              <a:rPr lang="en-US" altLang="zh-CN" sz="2300" dirty="0">
                <a:solidFill>
                  <a:srgbClr val="0000FF"/>
                </a:solidFill>
                <a:latin typeface="Consolas" panose="020B0609020204030204" pitchFamily="49" charset="0"/>
              </a:rPr>
              <a:t>{</a:t>
            </a:r>
          </a:p>
          <a:p>
            <a:pPr eaLnBrk="1" hangingPunct="1">
              <a:buFontTx/>
              <a:buNone/>
            </a:pPr>
            <a:r>
              <a:rPr lang="en-US" altLang="zh-CN" sz="2300" dirty="0">
                <a:solidFill>
                  <a:srgbClr val="0000FF"/>
                </a:solidFill>
                <a:latin typeface="Consolas" panose="020B0609020204030204" pitchFamily="49" charset="0"/>
              </a:rPr>
              <a:t>		</a:t>
            </a:r>
            <a:r>
              <a:rPr lang="en-US" altLang="zh-CN" sz="2300" dirty="0" err="1">
                <a:solidFill>
                  <a:srgbClr val="0000FF"/>
                </a:solidFill>
                <a:latin typeface="Consolas" panose="020B0609020204030204" pitchFamily="49" charset="0"/>
              </a:rPr>
              <a:t>readdata</a:t>
            </a:r>
            <a:r>
              <a:rPr lang="en-US" altLang="zh-CN" sz="2300" dirty="0">
                <a:solidFill>
                  <a:srgbClr val="0000FF"/>
                </a:solidFill>
                <a:latin typeface="Consolas" panose="020B0609020204030204" pitchFamily="49" charset="0"/>
              </a:rPr>
              <a:t>();       //</a:t>
            </a:r>
            <a:r>
              <a:rPr lang="zh-CN" altLang="en-US" sz="2300" dirty="0">
                <a:solidFill>
                  <a:srgbClr val="0000FF"/>
                </a:solidFill>
                <a:latin typeface="Consolas" panose="020B0609020204030204" pitchFamily="49" charset="0"/>
              </a:rPr>
              <a:t>读入数据</a:t>
            </a:r>
          </a:p>
          <a:p>
            <a:pPr eaLnBrk="1" hangingPunct="1">
              <a:buFontTx/>
              <a:buNone/>
            </a:pPr>
            <a:r>
              <a:rPr lang="zh-CN" altLang="en-US" sz="2300" dirty="0">
                <a:solidFill>
                  <a:srgbClr val="0000FF"/>
                </a:solidFill>
                <a:latin typeface="Consolas" panose="020B0609020204030204" pitchFamily="49" charset="0"/>
              </a:rPr>
              <a:t>	</a:t>
            </a:r>
            <a:r>
              <a:rPr lang="en-US" altLang="zh-CN" sz="2300" dirty="0">
                <a:solidFill>
                  <a:srgbClr val="0000FF"/>
                </a:solidFill>
                <a:latin typeface="Consolas" panose="020B0609020204030204" pitchFamily="49" charset="0"/>
              </a:rPr>
              <a:t>	search(0);        //</a:t>
            </a:r>
            <a:r>
              <a:rPr lang="zh-CN" altLang="en-US" sz="2300" dirty="0">
                <a:solidFill>
                  <a:srgbClr val="0000FF"/>
                </a:solidFill>
                <a:latin typeface="Consolas" panose="020B0609020204030204" pitchFamily="49" charset="0"/>
              </a:rPr>
              <a:t>递归搜索</a:t>
            </a:r>
          </a:p>
          <a:p>
            <a:pPr eaLnBrk="1" hangingPunct="1">
              <a:buFontTx/>
              <a:buNone/>
            </a:pPr>
            <a:r>
              <a:rPr lang="zh-CN" altLang="en-US" sz="2300" dirty="0">
                <a:solidFill>
                  <a:srgbClr val="0000FF"/>
                </a:solidFill>
                <a:latin typeface="Consolas" panose="020B0609020204030204" pitchFamily="49" charset="0"/>
              </a:rPr>
              <a:t>	</a:t>
            </a:r>
            <a:r>
              <a:rPr lang="en-US" altLang="zh-CN" sz="2300" dirty="0">
                <a:solidFill>
                  <a:srgbClr val="0000FF"/>
                </a:solidFill>
                <a:latin typeface="Consolas" panose="020B0609020204030204" pitchFamily="49" charset="0"/>
              </a:rPr>
              <a:t>	</a:t>
            </a:r>
            <a:r>
              <a:rPr lang="en-US" altLang="zh-CN" sz="2300" dirty="0" err="1">
                <a:solidFill>
                  <a:srgbClr val="0000FF"/>
                </a:solidFill>
                <a:latin typeface="Consolas" panose="020B0609020204030204" pitchFamily="49" charset="0"/>
              </a:rPr>
              <a:t>printresult</a:t>
            </a:r>
            <a:r>
              <a:rPr lang="en-US" altLang="zh-CN" sz="2300" dirty="0">
                <a:solidFill>
                  <a:srgbClr val="0000FF"/>
                </a:solidFill>
                <a:latin typeface="Consolas" panose="020B0609020204030204" pitchFamily="49" charset="0"/>
              </a:rPr>
              <a:t>();</a:t>
            </a:r>
          </a:p>
          <a:p>
            <a:pPr eaLnBrk="1" hangingPunct="1">
              <a:buFontTx/>
              <a:buNone/>
            </a:pPr>
            <a:r>
              <a:rPr lang="en-US" altLang="zh-CN" sz="2300" dirty="0">
                <a:solidFill>
                  <a:srgbClr val="0000FF"/>
                </a:solidFill>
                <a:latin typeface="Consolas" panose="020B0609020204030204" pitchFamily="49" charset="0"/>
              </a:rPr>
              <a:t>}</a:t>
            </a:r>
            <a:endParaRPr lang="zh-CN" altLang="en-US" sz="2300" dirty="0">
              <a:solidFill>
                <a:srgbClr val="0000FF"/>
              </a:solidFill>
              <a:latin typeface="Consolas" panose="020B0609020204030204" pitchFamily="49" charset="0"/>
            </a:endParaRPr>
          </a:p>
        </p:txBody>
      </p:sp>
      <p:sp>
        <p:nvSpPr>
          <p:cNvPr id="4" name="灯片编号占位符 5"/>
          <p:cNvSpPr>
            <a:spLocks noGrp="1"/>
          </p:cNvSpPr>
          <p:nvPr>
            <p:ph type="sldNum" sz="quarter" idx="12"/>
          </p:nvPr>
        </p:nvSpPr>
        <p:spPr/>
        <p:txBody>
          <a:bodyPr/>
          <a:lstStyle/>
          <a:p>
            <a:pPr>
              <a:defRPr/>
            </a:pPr>
            <a:fld id="{9C6FA273-A701-488C-A47D-EC966F5CE741}" type="slidenum">
              <a:rPr lang="zh-CN" altLang="en-US"/>
              <a:pPr>
                <a:defRPr/>
              </a:pPr>
              <a:t>36</a:t>
            </a:fld>
            <a:endParaRPr lang="en-US" altLang="zh-CN"/>
          </a:p>
        </p:txBody>
      </p:sp>
    </p:spTree>
    <p:extLst>
      <p:ext uri="{BB962C8B-B14F-4D97-AF65-F5344CB8AC3E}">
        <p14:creationId xmlns:p14="http://schemas.microsoft.com/office/powerpoint/2010/main" val="1694775476"/>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3011" name="Rectangle 3"/>
          <p:cNvSpPr>
            <a:spLocks noGrp="1" noChangeArrowheads="1"/>
          </p:cNvSpPr>
          <p:nvPr>
            <p:ph idx="1"/>
          </p:nvPr>
        </p:nvSpPr>
        <p:spPr>
          <a:xfrm>
            <a:off x="478582" y="1053530"/>
            <a:ext cx="10361851" cy="6269686"/>
          </a:xfrm>
        </p:spPr>
        <p:txBody>
          <a:bodyPr>
            <a:noAutofit/>
          </a:bodyPr>
          <a:lstStyle/>
          <a:p>
            <a:pPr eaLnBrk="1" hangingPunct="1">
              <a:lnSpc>
                <a:spcPct val="80000"/>
              </a:lnSpc>
              <a:buFontTx/>
              <a:buNone/>
            </a:pPr>
            <a:r>
              <a:rPr lang="en-US" altLang="zh-CN" sz="2300" dirty="0">
                <a:solidFill>
                  <a:srgbClr val="0000FF"/>
                </a:solidFill>
                <a:latin typeface="Consolas" panose="020B0609020204030204" pitchFamily="49" charset="0"/>
              </a:rPr>
              <a:t>void search(</a:t>
            </a:r>
            <a:r>
              <a:rPr lang="en-US" altLang="zh-CN" sz="2300" dirty="0" err="1">
                <a:solidFill>
                  <a:srgbClr val="0000FF"/>
                </a:solidFill>
                <a:latin typeface="Consolas" panose="020B0609020204030204" pitchFamily="49" charset="0"/>
              </a:rPr>
              <a:t>int</a:t>
            </a:r>
            <a:r>
              <a:rPr lang="en-US" altLang="zh-CN" sz="2300" dirty="0">
                <a:solidFill>
                  <a:srgbClr val="0000FF"/>
                </a:solidFill>
                <a:latin typeface="Consolas" panose="020B0609020204030204" pitchFamily="49" charset="0"/>
              </a:rPr>
              <a:t> m)</a:t>
            </a:r>
          </a:p>
          <a:p>
            <a:pPr eaLnBrk="1" hangingPunct="1">
              <a:lnSpc>
                <a:spcPct val="80000"/>
              </a:lnSpc>
              <a:buFontTx/>
              <a:buNone/>
            </a:pPr>
            <a:r>
              <a:rPr lang="en-US" altLang="zh-CN" sz="2300" dirty="0">
                <a:solidFill>
                  <a:srgbClr val="0000FF"/>
                </a:solidFill>
                <a:latin typeface="Consolas" panose="020B0609020204030204" pitchFamily="49" charset="0"/>
              </a:rPr>
              <a:t>{</a:t>
            </a:r>
          </a:p>
          <a:p>
            <a:pPr eaLnBrk="1" hangingPunct="1">
              <a:lnSpc>
                <a:spcPct val="80000"/>
              </a:lnSpc>
              <a:buFontTx/>
              <a:buNone/>
            </a:pPr>
            <a:r>
              <a:rPr lang="en-US" altLang="zh-CN" sz="2300" dirty="0">
                <a:solidFill>
                  <a:srgbClr val="0000FF"/>
                </a:solidFill>
                <a:latin typeface="Consolas" panose="020B0609020204030204" pitchFamily="49" charset="0"/>
              </a:rPr>
              <a:t>		if(m&gt;=16)</a:t>
            </a:r>
          </a:p>
          <a:p>
            <a:pPr eaLnBrk="1" hangingPunct="1">
              <a:lnSpc>
                <a:spcPct val="80000"/>
              </a:lnSpc>
              <a:buFontTx/>
              <a:buNone/>
            </a:pPr>
            <a:r>
              <a:rPr lang="en-US" altLang="zh-CN" sz="2300" dirty="0">
                <a:solidFill>
                  <a:srgbClr val="0000FF"/>
                </a:solidFill>
                <a:latin typeface="Consolas" panose="020B0609020204030204" pitchFamily="49" charset="0"/>
              </a:rPr>
              <a:t>			</a:t>
            </a:r>
            <a:r>
              <a:rPr lang="en-US" altLang="zh-CN" sz="2300" dirty="0" err="1">
                <a:solidFill>
                  <a:srgbClr val="0000FF"/>
                </a:solidFill>
                <a:latin typeface="Consolas" panose="020B0609020204030204" pitchFamily="49" charset="0"/>
              </a:rPr>
              <a:t>checkmax</a:t>
            </a:r>
            <a:r>
              <a:rPr lang="en-US" altLang="zh-CN" sz="2300" dirty="0">
                <a:solidFill>
                  <a:srgbClr val="0000FF"/>
                </a:solidFill>
                <a:latin typeface="Consolas" panose="020B0609020204030204" pitchFamily="49" charset="0"/>
              </a:rPr>
              <a:t>(); </a:t>
            </a:r>
          </a:p>
          <a:p>
            <a:pPr eaLnBrk="1" hangingPunct="1">
              <a:lnSpc>
                <a:spcPct val="80000"/>
              </a:lnSpc>
              <a:buFontTx/>
              <a:buNone/>
            </a:pPr>
            <a:r>
              <a:rPr lang="en-US" altLang="zh-CN" sz="2300" dirty="0">
                <a:solidFill>
                  <a:srgbClr val="0000FF"/>
                </a:solidFill>
                <a:latin typeface="Consolas" panose="020B0609020204030204" pitchFamily="49" charset="0"/>
              </a:rPr>
              <a:t>		else</a:t>
            </a:r>
          </a:p>
          <a:p>
            <a:pPr eaLnBrk="1" hangingPunct="1">
              <a:lnSpc>
                <a:spcPct val="80000"/>
              </a:lnSpc>
              <a:buFontTx/>
              <a:buNone/>
            </a:pPr>
            <a:r>
              <a:rPr lang="en-US" altLang="zh-CN" sz="2300" dirty="0">
                <a:solidFill>
                  <a:srgbClr val="0000FF"/>
                </a:solidFill>
                <a:latin typeface="Consolas" panose="020B0609020204030204" pitchFamily="49" charset="0"/>
              </a:rPr>
              <a:t>		{</a:t>
            </a:r>
          </a:p>
          <a:p>
            <a:pPr eaLnBrk="1" hangingPunct="1">
              <a:lnSpc>
                <a:spcPct val="80000"/>
              </a:lnSpc>
              <a:buFontTx/>
              <a:buNone/>
            </a:pPr>
            <a:r>
              <a:rPr lang="en-US" altLang="zh-CN" sz="2300" dirty="0">
                <a:solidFill>
                  <a:srgbClr val="0000FF"/>
                </a:solidFill>
                <a:latin typeface="Consolas" panose="020B0609020204030204" pitchFamily="49" charset="0"/>
              </a:rPr>
              <a:t>			a[m]=0;       </a:t>
            </a:r>
          </a:p>
          <a:p>
            <a:pPr eaLnBrk="1" hangingPunct="1">
              <a:lnSpc>
                <a:spcPct val="80000"/>
              </a:lnSpc>
              <a:buFontTx/>
              <a:buNone/>
            </a:pPr>
            <a:r>
              <a:rPr lang="en-US" altLang="zh-CN" sz="2300" dirty="0">
                <a:solidFill>
                  <a:srgbClr val="0000FF"/>
                </a:solidFill>
                <a:latin typeface="Consolas" panose="020B0609020204030204" pitchFamily="49" charset="0"/>
              </a:rPr>
              <a:t>			search(m+1);  </a:t>
            </a:r>
          </a:p>
          <a:p>
            <a:pPr eaLnBrk="1" hangingPunct="1">
              <a:lnSpc>
                <a:spcPct val="80000"/>
              </a:lnSpc>
              <a:buFontTx/>
              <a:buNone/>
            </a:pPr>
            <a:r>
              <a:rPr lang="en-US" altLang="zh-CN" sz="2300" dirty="0">
                <a:solidFill>
                  <a:srgbClr val="0000FF"/>
                </a:solidFill>
                <a:latin typeface="Consolas" panose="020B0609020204030204" pitchFamily="49" charset="0"/>
              </a:rPr>
              <a:t>			if(</a:t>
            </a:r>
            <a:r>
              <a:rPr lang="en-US" altLang="zh-CN" sz="2300" dirty="0" err="1">
                <a:solidFill>
                  <a:srgbClr val="0000FF"/>
                </a:solidFill>
                <a:latin typeface="Consolas" panose="020B0609020204030204" pitchFamily="49" charset="0"/>
              </a:rPr>
              <a:t>canplace</a:t>
            </a:r>
            <a:r>
              <a:rPr lang="en-US" altLang="zh-CN" sz="2300" dirty="0">
                <a:solidFill>
                  <a:srgbClr val="0000FF"/>
                </a:solidFill>
                <a:latin typeface="Consolas" panose="020B0609020204030204" pitchFamily="49" charset="0"/>
              </a:rPr>
              <a:t>(m))</a:t>
            </a:r>
          </a:p>
          <a:p>
            <a:pPr eaLnBrk="1" hangingPunct="1">
              <a:lnSpc>
                <a:spcPct val="80000"/>
              </a:lnSpc>
              <a:buFontTx/>
              <a:buNone/>
            </a:pPr>
            <a:r>
              <a:rPr lang="en-US" altLang="zh-CN" sz="2300" dirty="0">
                <a:solidFill>
                  <a:srgbClr val="0000FF"/>
                </a:solidFill>
                <a:latin typeface="Consolas" panose="020B0609020204030204" pitchFamily="49" charset="0"/>
              </a:rPr>
              <a:t>			{</a:t>
            </a:r>
          </a:p>
          <a:p>
            <a:pPr eaLnBrk="1" hangingPunct="1">
              <a:lnSpc>
                <a:spcPct val="80000"/>
              </a:lnSpc>
              <a:buFontTx/>
              <a:buNone/>
            </a:pPr>
            <a:r>
              <a:rPr lang="en-US" altLang="zh-CN" sz="2300" dirty="0">
                <a:solidFill>
                  <a:srgbClr val="0000FF"/>
                </a:solidFill>
                <a:latin typeface="Consolas" panose="020B0609020204030204" pitchFamily="49" charset="0"/>
              </a:rPr>
              <a:t>				a[m]=1;</a:t>
            </a:r>
          </a:p>
          <a:p>
            <a:pPr eaLnBrk="1" hangingPunct="1">
              <a:lnSpc>
                <a:spcPct val="80000"/>
              </a:lnSpc>
              <a:buFontTx/>
              <a:buNone/>
            </a:pPr>
            <a:r>
              <a:rPr lang="en-US" altLang="zh-CN" sz="2300" dirty="0">
                <a:solidFill>
                  <a:srgbClr val="0000FF"/>
                </a:solidFill>
                <a:latin typeface="Consolas" panose="020B0609020204030204" pitchFamily="49" charset="0"/>
              </a:rPr>
              <a:t>            map[m/4][m%4]=2;     </a:t>
            </a:r>
          </a:p>
          <a:p>
            <a:pPr eaLnBrk="1" hangingPunct="1">
              <a:lnSpc>
                <a:spcPct val="80000"/>
              </a:lnSpc>
              <a:buFontTx/>
              <a:buNone/>
            </a:pPr>
            <a:r>
              <a:rPr lang="en-US" altLang="zh-CN" sz="2300" dirty="0">
                <a:solidFill>
                  <a:srgbClr val="0000FF"/>
                </a:solidFill>
                <a:latin typeface="Consolas" panose="020B0609020204030204" pitchFamily="49" charset="0"/>
              </a:rPr>
              <a:t>		    		search(m+1);</a:t>
            </a:r>
          </a:p>
          <a:p>
            <a:pPr eaLnBrk="1" hangingPunct="1">
              <a:lnSpc>
                <a:spcPct val="80000"/>
              </a:lnSpc>
              <a:buFontTx/>
              <a:buNone/>
            </a:pPr>
            <a:r>
              <a:rPr lang="en-US" altLang="zh-CN" sz="2300" dirty="0">
                <a:solidFill>
                  <a:srgbClr val="0000FF"/>
                </a:solidFill>
                <a:latin typeface="Consolas" panose="020B0609020204030204" pitchFamily="49" charset="0"/>
              </a:rPr>
              <a:t>			}</a:t>
            </a:r>
          </a:p>
          <a:p>
            <a:pPr eaLnBrk="1" hangingPunct="1">
              <a:lnSpc>
                <a:spcPct val="80000"/>
              </a:lnSpc>
              <a:buFontTx/>
              <a:buNone/>
            </a:pPr>
            <a:r>
              <a:rPr lang="en-US" altLang="zh-CN" sz="2300" dirty="0">
                <a:solidFill>
                  <a:srgbClr val="0000FF"/>
                </a:solidFill>
                <a:latin typeface="Consolas" panose="020B0609020204030204" pitchFamily="49" charset="0"/>
              </a:rPr>
              <a:t>		}</a:t>
            </a:r>
          </a:p>
          <a:p>
            <a:pPr eaLnBrk="1" hangingPunct="1">
              <a:lnSpc>
                <a:spcPct val="80000"/>
              </a:lnSpc>
              <a:buFontTx/>
              <a:buNone/>
            </a:pPr>
            <a:r>
              <a:rPr lang="en-US" altLang="zh-CN" sz="2300" dirty="0">
                <a:solidFill>
                  <a:srgbClr val="0000FF"/>
                </a:solidFill>
                <a:latin typeface="Consolas" panose="020B0609020204030204" pitchFamily="49" charset="0"/>
              </a:rPr>
              <a:t>}</a:t>
            </a:r>
            <a:endParaRPr lang="zh-CN" altLang="en-US" sz="2300" dirty="0">
              <a:solidFill>
                <a:srgbClr val="0000FF"/>
              </a:solidFill>
              <a:latin typeface="Consolas" panose="020B0609020204030204" pitchFamily="49" charset="0"/>
            </a:endParaRPr>
          </a:p>
        </p:txBody>
      </p:sp>
      <p:sp>
        <p:nvSpPr>
          <p:cNvPr id="3" name="灯片编号占位符 5"/>
          <p:cNvSpPr>
            <a:spLocks noGrp="1"/>
          </p:cNvSpPr>
          <p:nvPr>
            <p:ph type="sldNum" sz="quarter" idx="12"/>
          </p:nvPr>
        </p:nvSpPr>
        <p:spPr/>
        <p:txBody>
          <a:bodyPr/>
          <a:lstStyle/>
          <a:p>
            <a:pPr>
              <a:defRPr/>
            </a:pPr>
            <a:fld id="{5FCE3B11-6149-4785-B3E4-E20995A5D398}" type="slidenum">
              <a:rPr lang="zh-CN" altLang="en-US"/>
              <a:pPr>
                <a:defRPr/>
              </a:pPr>
              <a:t>37</a:t>
            </a:fld>
            <a:endParaRPr lang="en-US" altLang="zh-CN"/>
          </a:p>
        </p:txBody>
      </p:sp>
    </p:spTree>
    <p:extLst>
      <p:ext uri="{BB962C8B-B14F-4D97-AF65-F5344CB8AC3E}">
        <p14:creationId xmlns:p14="http://schemas.microsoft.com/office/powerpoint/2010/main" val="627953350"/>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622598" y="1125538"/>
            <a:ext cx="10361851" cy="5786673"/>
          </a:xfrm>
        </p:spPr>
        <p:txBody>
          <a:bodyPr>
            <a:noAutofit/>
          </a:bodyPr>
          <a:lstStyle/>
          <a:p>
            <a:pPr eaLnBrk="1" hangingPunct="1">
              <a:lnSpc>
                <a:spcPct val="80000"/>
              </a:lnSpc>
              <a:buFontTx/>
              <a:buNone/>
            </a:pPr>
            <a:r>
              <a:rPr lang="en-US" altLang="zh-CN" sz="2300" dirty="0">
                <a:solidFill>
                  <a:srgbClr val="0000FF"/>
                </a:solidFill>
                <a:latin typeface="Consolas" panose="020B0609020204030204" pitchFamily="49" charset="0"/>
              </a:rPr>
              <a:t>void </a:t>
            </a:r>
            <a:r>
              <a:rPr lang="en-US" altLang="zh-CN" sz="2300" dirty="0" err="1">
                <a:solidFill>
                  <a:srgbClr val="0000FF"/>
                </a:solidFill>
                <a:latin typeface="Consolas" panose="020B0609020204030204" pitchFamily="49" charset="0"/>
              </a:rPr>
              <a:t>checkmax</a:t>
            </a:r>
            <a:r>
              <a:rPr lang="en-US" altLang="zh-CN" sz="2300" dirty="0">
                <a:solidFill>
                  <a:srgbClr val="0000FF"/>
                </a:solidFill>
                <a:latin typeface="Consolas" panose="020B0609020204030204" pitchFamily="49" charset="0"/>
              </a:rPr>
              <a:t>()</a:t>
            </a:r>
          </a:p>
          <a:p>
            <a:pPr eaLnBrk="1" hangingPunct="1">
              <a:lnSpc>
                <a:spcPct val="80000"/>
              </a:lnSpc>
              <a:buFontTx/>
              <a:buNone/>
            </a:pPr>
            <a:r>
              <a:rPr lang="en-US" altLang="zh-CN" sz="2300" dirty="0">
                <a:solidFill>
                  <a:srgbClr val="0000FF"/>
                </a:solidFill>
                <a:latin typeface="Consolas" panose="020B0609020204030204" pitchFamily="49" charset="0"/>
              </a:rPr>
              <a:t>{</a:t>
            </a:r>
          </a:p>
          <a:p>
            <a:pPr eaLnBrk="1" hangingPunct="1">
              <a:lnSpc>
                <a:spcPct val="80000"/>
              </a:lnSpc>
              <a:buFontTx/>
              <a:buNone/>
            </a:pPr>
            <a:r>
              <a:rPr lang="en-US" altLang="zh-CN" sz="2300" dirty="0">
                <a:solidFill>
                  <a:srgbClr val="0000FF"/>
                </a:solidFill>
                <a:latin typeface="Consolas" panose="020B0609020204030204" pitchFamily="49" charset="0"/>
              </a:rPr>
              <a:t>		int </a:t>
            </a:r>
            <a:r>
              <a:rPr lang="en-US" altLang="zh-CN" sz="2300" dirty="0" err="1">
                <a:solidFill>
                  <a:srgbClr val="0000FF"/>
                </a:solidFill>
                <a:latin typeface="Consolas" panose="020B0609020204030204" pitchFamily="49" charset="0"/>
              </a:rPr>
              <a:t>i,value</a:t>
            </a:r>
            <a:r>
              <a:rPr lang="en-US" altLang="zh-CN" sz="2300" dirty="0">
                <a:solidFill>
                  <a:srgbClr val="0000FF"/>
                </a:solidFill>
                <a:latin typeface="Consolas" panose="020B0609020204030204" pitchFamily="49" charset="0"/>
              </a:rPr>
              <a:t>=0;</a:t>
            </a:r>
          </a:p>
          <a:p>
            <a:pPr eaLnBrk="1" hangingPunct="1">
              <a:lnSpc>
                <a:spcPct val="80000"/>
              </a:lnSpc>
              <a:buFontTx/>
              <a:buNone/>
            </a:pPr>
            <a:r>
              <a:rPr lang="en-US" altLang="zh-CN" sz="2300" dirty="0">
                <a:solidFill>
                  <a:srgbClr val="0000FF"/>
                </a:solidFill>
                <a:latin typeface="Consolas" panose="020B0609020204030204" pitchFamily="49" charset="0"/>
              </a:rPr>
              <a:t>		for(</a:t>
            </a:r>
            <a:r>
              <a:rPr lang="en-US" altLang="zh-CN" sz="2300" dirty="0" err="1">
                <a:solidFill>
                  <a:srgbClr val="0000FF"/>
                </a:solidFill>
                <a:latin typeface="Consolas" panose="020B0609020204030204" pitchFamily="49" charset="0"/>
              </a:rPr>
              <a:t>i</a:t>
            </a:r>
            <a:r>
              <a:rPr lang="en-US" altLang="zh-CN" sz="2300" dirty="0">
                <a:solidFill>
                  <a:srgbClr val="0000FF"/>
                </a:solidFill>
                <a:latin typeface="Consolas" panose="020B0609020204030204" pitchFamily="49" charset="0"/>
              </a:rPr>
              <a:t>=0;i&lt;16;i++)</a:t>
            </a:r>
          </a:p>
          <a:p>
            <a:pPr eaLnBrk="1" hangingPunct="1">
              <a:lnSpc>
                <a:spcPct val="80000"/>
              </a:lnSpc>
              <a:buFontTx/>
              <a:buNone/>
            </a:pPr>
            <a:r>
              <a:rPr lang="en-US" altLang="zh-CN" sz="2300" dirty="0">
                <a:solidFill>
                  <a:srgbClr val="0000FF"/>
                </a:solidFill>
                <a:latin typeface="Consolas" panose="020B0609020204030204" pitchFamily="49" charset="0"/>
              </a:rPr>
              <a:t>		{</a:t>
            </a:r>
          </a:p>
          <a:p>
            <a:pPr eaLnBrk="1" hangingPunct="1">
              <a:lnSpc>
                <a:spcPct val="80000"/>
              </a:lnSpc>
              <a:buFontTx/>
              <a:buNone/>
            </a:pPr>
            <a:r>
              <a:rPr lang="en-US" altLang="zh-CN" sz="2300" dirty="0">
                <a:solidFill>
                  <a:srgbClr val="0000FF"/>
                </a:solidFill>
                <a:latin typeface="Consolas" panose="020B0609020204030204" pitchFamily="49" charset="0"/>
              </a:rPr>
              <a:t>			if(a[</a:t>
            </a:r>
            <a:r>
              <a:rPr lang="en-US" altLang="zh-CN" sz="2300" dirty="0" err="1">
                <a:solidFill>
                  <a:srgbClr val="0000FF"/>
                </a:solidFill>
                <a:latin typeface="Consolas" panose="020B0609020204030204" pitchFamily="49" charset="0"/>
              </a:rPr>
              <a:t>i</a:t>
            </a:r>
            <a:r>
              <a:rPr lang="en-US" altLang="zh-CN" sz="2300" dirty="0">
                <a:solidFill>
                  <a:srgbClr val="0000FF"/>
                </a:solidFill>
                <a:latin typeface="Consolas" panose="020B0609020204030204" pitchFamily="49" charset="0"/>
              </a:rPr>
              <a:t>]==1)                 </a:t>
            </a:r>
          </a:p>
          <a:p>
            <a:pPr eaLnBrk="1" hangingPunct="1">
              <a:lnSpc>
                <a:spcPct val="80000"/>
              </a:lnSpc>
              <a:buFontTx/>
              <a:buNone/>
            </a:pPr>
            <a:r>
              <a:rPr lang="en-US" altLang="zh-CN" sz="2300" dirty="0">
                <a:solidFill>
                  <a:srgbClr val="0000FF"/>
                </a:solidFill>
                <a:latin typeface="Consolas" panose="020B0609020204030204" pitchFamily="49" charset="0"/>
              </a:rPr>
              <a:t>			{</a:t>
            </a:r>
          </a:p>
          <a:p>
            <a:pPr eaLnBrk="1" hangingPunct="1">
              <a:lnSpc>
                <a:spcPct val="80000"/>
              </a:lnSpc>
              <a:buFontTx/>
              <a:buNone/>
            </a:pPr>
            <a:r>
              <a:rPr lang="en-US" altLang="zh-CN" sz="2300" dirty="0">
                <a:solidFill>
                  <a:srgbClr val="0000FF"/>
                </a:solidFill>
                <a:latin typeface="Consolas" panose="020B0609020204030204" pitchFamily="49" charset="0"/>
              </a:rPr>
              <a:t>				value = value + 1; </a:t>
            </a:r>
          </a:p>
          <a:p>
            <a:pPr eaLnBrk="1" hangingPunct="1">
              <a:lnSpc>
                <a:spcPct val="80000"/>
              </a:lnSpc>
              <a:buFontTx/>
              <a:buNone/>
            </a:pPr>
            <a:r>
              <a:rPr lang="en-US" altLang="zh-CN" sz="2300" dirty="0">
                <a:solidFill>
                  <a:srgbClr val="0000FF"/>
                </a:solidFill>
                <a:latin typeface="Consolas" panose="020B0609020204030204" pitchFamily="49" charset="0"/>
              </a:rPr>
              <a:t>			}</a:t>
            </a:r>
          </a:p>
          <a:p>
            <a:pPr eaLnBrk="1" hangingPunct="1">
              <a:lnSpc>
                <a:spcPct val="80000"/>
              </a:lnSpc>
              <a:buFontTx/>
              <a:buNone/>
            </a:pPr>
            <a:r>
              <a:rPr lang="en-US" altLang="zh-CN" sz="2300" dirty="0">
                <a:solidFill>
                  <a:srgbClr val="0000FF"/>
                </a:solidFill>
                <a:latin typeface="Consolas" panose="020B0609020204030204" pitchFamily="49" charset="0"/>
              </a:rPr>
              <a:t>		}</a:t>
            </a:r>
          </a:p>
          <a:p>
            <a:pPr eaLnBrk="1" hangingPunct="1">
              <a:lnSpc>
                <a:spcPct val="80000"/>
              </a:lnSpc>
              <a:buFontTx/>
              <a:buNone/>
            </a:pPr>
            <a:r>
              <a:rPr lang="en-US" altLang="zh-CN" sz="2300" dirty="0">
                <a:solidFill>
                  <a:srgbClr val="0000FF"/>
                </a:solidFill>
                <a:latin typeface="Consolas" panose="020B0609020204030204" pitchFamily="49" charset="0"/>
              </a:rPr>
              <a:t>		if(value&gt;max)             </a:t>
            </a:r>
          </a:p>
          <a:p>
            <a:pPr eaLnBrk="1" hangingPunct="1">
              <a:lnSpc>
                <a:spcPct val="80000"/>
              </a:lnSpc>
              <a:buFontTx/>
              <a:buNone/>
            </a:pPr>
            <a:r>
              <a:rPr lang="en-US" altLang="zh-CN" sz="2300" dirty="0">
                <a:solidFill>
                  <a:srgbClr val="0000FF"/>
                </a:solidFill>
                <a:latin typeface="Consolas" panose="020B0609020204030204" pitchFamily="49" charset="0"/>
              </a:rPr>
              <a:t>			max=value;        //</a:t>
            </a:r>
            <a:r>
              <a:rPr lang="zh-CN" altLang="en-US" sz="2300" dirty="0">
                <a:solidFill>
                  <a:srgbClr val="0000FF"/>
                </a:solidFill>
                <a:latin typeface="Consolas" panose="020B0609020204030204" pitchFamily="49" charset="0"/>
              </a:rPr>
              <a:t>替换</a:t>
            </a:r>
            <a:r>
              <a:rPr lang="en-US" altLang="zh-CN" sz="2300" dirty="0">
                <a:solidFill>
                  <a:srgbClr val="0000FF"/>
                </a:solidFill>
                <a:latin typeface="Consolas" panose="020B0609020204030204" pitchFamily="49" charset="0"/>
              </a:rPr>
              <a:t>max</a:t>
            </a:r>
          </a:p>
          <a:p>
            <a:pPr eaLnBrk="1" hangingPunct="1">
              <a:lnSpc>
                <a:spcPct val="80000"/>
              </a:lnSpc>
              <a:buFontTx/>
              <a:buNone/>
            </a:pPr>
            <a:r>
              <a:rPr lang="en-US" altLang="zh-CN" sz="2300" dirty="0">
                <a:solidFill>
                  <a:srgbClr val="0000FF"/>
                </a:solidFill>
                <a:latin typeface="Consolas" panose="020B0609020204030204" pitchFamily="49" charset="0"/>
              </a:rPr>
              <a:t>}</a:t>
            </a:r>
            <a:endParaRPr lang="zh-CN" altLang="en-US" sz="2300" dirty="0">
              <a:solidFill>
                <a:srgbClr val="0000FF"/>
              </a:solidFill>
              <a:latin typeface="Consolas" panose="020B0609020204030204" pitchFamily="49" charset="0"/>
            </a:endParaRPr>
          </a:p>
        </p:txBody>
      </p:sp>
      <p:sp>
        <p:nvSpPr>
          <p:cNvPr id="3" name="灯片编号占位符 5"/>
          <p:cNvSpPr>
            <a:spLocks noGrp="1"/>
          </p:cNvSpPr>
          <p:nvPr>
            <p:ph type="sldNum" sz="quarter" idx="12"/>
          </p:nvPr>
        </p:nvSpPr>
        <p:spPr/>
        <p:txBody>
          <a:bodyPr/>
          <a:lstStyle/>
          <a:p>
            <a:pPr>
              <a:defRPr/>
            </a:pPr>
            <a:fld id="{B3F68908-28B9-446E-8D19-FBAE2D97F565}" type="slidenum">
              <a:rPr lang="zh-CN" altLang="en-US"/>
              <a:pPr>
                <a:defRPr/>
              </a:pPr>
              <a:t>38</a:t>
            </a:fld>
            <a:endParaRPr lang="en-US" altLang="zh-CN"/>
          </a:p>
        </p:txBody>
      </p:sp>
    </p:spTree>
    <p:extLst>
      <p:ext uri="{BB962C8B-B14F-4D97-AF65-F5344CB8AC3E}">
        <p14:creationId xmlns:p14="http://schemas.microsoft.com/office/powerpoint/2010/main" val="3294662359"/>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5058" name="内容占位符 2"/>
          <p:cNvSpPr>
            <a:spLocks noGrp="1"/>
          </p:cNvSpPr>
          <p:nvPr>
            <p:ph idx="1"/>
          </p:nvPr>
        </p:nvSpPr>
        <p:spPr>
          <a:xfrm>
            <a:off x="550590" y="661740"/>
            <a:ext cx="8640960" cy="6060656"/>
          </a:xfrm>
        </p:spPr>
        <p:txBody>
          <a:bodyPr>
            <a:noAutofit/>
          </a:bodyPr>
          <a:lstStyle/>
          <a:p>
            <a:pPr>
              <a:buFontTx/>
              <a:buNone/>
            </a:pPr>
            <a:r>
              <a:rPr lang="en-US" altLang="zh-CN" sz="2000" dirty="0">
                <a:solidFill>
                  <a:srgbClr val="0000FF"/>
                </a:solidFill>
                <a:latin typeface="Consolas" panose="020B0609020204030204" pitchFamily="49" charset="0"/>
              </a:rPr>
              <a:t>int </a:t>
            </a:r>
            <a:r>
              <a:rPr lang="en-US" altLang="zh-CN" sz="2000" dirty="0" err="1">
                <a:solidFill>
                  <a:srgbClr val="0000FF"/>
                </a:solidFill>
                <a:latin typeface="Consolas" panose="020B0609020204030204" pitchFamily="49" charset="0"/>
              </a:rPr>
              <a:t>canplace</a:t>
            </a:r>
            <a:r>
              <a:rPr lang="en-US" altLang="zh-CN" sz="2000" dirty="0">
                <a:solidFill>
                  <a:srgbClr val="0000FF"/>
                </a:solidFill>
                <a:latin typeface="Consolas" panose="020B0609020204030204" pitchFamily="49" charset="0"/>
              </a:rPr>
              <a:t>(int m)</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int </a:t>
            </a:r>
            <a:r>
              <a:rPr lang="en-US" altLang="zh-CN" sz="2000" dirty="0" err="1">
                <a:solidFill>
                  <a:srgbClr val="0000FF"/>
                </a:solidFill>
                <a:latin typeface="Consolas" panose="020B0609020204030204" pitchFamily="49" charset="0"/>
              </a:rPr>
              <a:t>i,j,row,col</a:t>
            </a:r>
            <a:r>
              <a:rPr lang="en-US" altLang="zh-CN" sz="2000" dirty="0">
                <a:solidFill>
                  <a:srgbClr val="0000FF"/>
                </a:solidFill>
                <a:latin typeface="Consolas" panose="020B0609020204030204" pitchFamily="49" charset="0"/>
              </a:rPr>
              <a:t>;	</a:t>
            </a:r>
          </a:p>
          <a:p>
            <a:pPr>
              <a:buFontTx/>
              <a:buNone/>
            </a:pPr>
            <a:r>
              <a:rPr lang="en-US" altLang="zh-CN" sz="2000" dirty="0">
                <a:solidFill>
                  <a:srgbClr val="0000FF"/>
                </a:solidFill>
                <a:latin typeface="Consolas" panose="020B0609020204030204" pitchFamily="49" charset="0"/>
              </a:rPr>
              <a:t>    row=m/4;</a:t>
            </a:r>
          </a:p>
          <a:p>
            <a:pPr>
              <a:buFontTx/>
              <a:buNone/>
            </a:pPr>
            <a:r>
              <a:rPr lang="en-US" altLang="zh-CN" sz="2000" dirty="0">
                <a:solidFill>
                  <a:srgbClr val="0000FF"/>
                </a:solidFill>
                <a:latin typeface="Consolas" panose="020B0609020204030204" pitchFamily="49" charset="0"/>
              </a:rPr>
              <a:t>    col=m%4;</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if(map[row][col]!=0) {</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return 0;</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else{</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for(</a:t>
            </a:r>
            <a:r>
              <a:rPr lang="en-US" altLang="zh-CN" sz="2000" dirty="0" err="1">
                <a:solidFill>
                  <a:srgbClr val="0000FF"/>
                </a:solidFill>
                <a:latin typeface="Consolas" panose="020B0609020204030204" pitchFamily="49" charset="0"/>
              </a:rPr>
              <a:t>i</a:t>
            </a:r>
            <a:r>
              <a:rPr lang="en-US" altLang="zh-CN" sz="2000" dirty="0">
                <a:solidFill>
                  <a:srgbClr val="0000FF"/>
                </a:solidFill>
                <a:latin typeface="Consolas" panose="020B0609020204030204" pitchFamily="49" charset="0"/>
              </a:rPr>
              <a:t>=</a:t>
            </a:r>
            <a:r>
              <a:rPr lang="en-US" altLang="zh-CN" sz="2000" dirty="0" err="1">
                <a:solidFill>
                  <a:srgbClr val="0000FF"/>
                </a:solidFill>
                <a:latin typeface="Consolas" panose="020B0609020204030204" pitchFamily="49" charset="0"/>
              </a:rPr>
              <a:t>row;i</a:t>
            </a:r>
            <a:r>
              <a:rPr lang="en-US" altLang="zh-CN" sz="2000" dirty="0">
                <a:solidFill>
                  <a:srgbClr val="0000FF"/>
                </a:solidFill>
                <a:latin typeface="Consolas" panose="020B0609020204030204" pitchFamily="49" charset="0"/>
              </a:rPr>
              <a:t>&gt;=0;i--) {//</a:t>
            </a:r>
            <a:r>
              <a:rPr lang="zh-CN" altLang="en-US" sz="2000" dirty="0">
                <a:solidFill>
                  <a:srgbClr val="0000FF"/>
                </a:solidFill>
                <a:latin typeface="Consolas" panose="020B0609020204030204" pitchFamily="49" charset="0"/>
              </a:rPr>
              <a:t>从当前行沿着同一列返回检查</a:t>
            </a:r>
          </a:p>
          <a:p>
            <a:pPr>
              <a:buFontTx/>
              <a:buNone/>
            </a:pPr>
            <a:r>
              <a:rPr lang="en-US" altLang="zh-CN" sz="2000" dirty="0">
                <a:solidFill>
                  <a:srgbClr val="0000FF"/>
                </a:solidFill>
                <a:latin typeface="Consolas" panose="020B0609020204030204" pitchFamily="49" charset="0"/>
              </a:rPr>
              <a:t>			if(map[</a:t>
            </a:r>
            <a:r>
              <a:rPr lang="en-US" altLang="zh-CN" sz="2000" dirty="0" err="1">
                <a:solidFill>
                  <a:srgbClr val="0000FF"/>
                </a:solidFill>
                <a:latin typeface="Consolas" panose="020B0609020204030204" pitchFamily="49" charset="0"/>
              </a:rPr>
              <a:t>i</a:t>
            </a:r>
            <a:r>
              <a:rPr lang="en-US" altLang="zh-CN" sz="2000" dirty="0">
                <a:solidFill>
                  <a:srgbClr val="0000FF"/>
                </a:solidFill>
                <a:latin typeface="Consolas" panose="020B0609020204030204" pitchFamily="49" charset="0"/>
              </a:rPr>
              <a:t>][col]==2) {</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return 0;</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else if(map[</a:t>
            </a:r>
            <a:r>
              <a:rPr lang="en-US" altLang="zh-CN" sz="2000" dirty="0" err="1">
                <a:solidFill>
                  <a:srgbClr val="0000FF"/>
                </a:solidFill>
                <a:latin typeface="Consolas" panose="020B0609020204030204" pitchFamily="49" charset="0"/>
              </a:rPr>
              <a:t>i</a:t>
            </a:r>
            <a:r>
              <a:rPr lang="en-US" altLang="zh-CN" sz="2000" dirty="0">
                <a:solidFill>
                  <a:srgbClr val="0000FF"/>
                </a:solidFill>
                <a:latin typeface="Consolas" panose="020B0609020204030204" pitchFamily="49" charset="0"/>
              </a:rPr>
              <a:t>][col]==1) {</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break;</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a:t>
            </a:r>
            <a:endParaRPr lang="zh-CN" altLang="en-US" sz="2000" dirty="0">
              <a:solidFill>
                <a:srgbClr val="0000FF"/>
              </a:solidFill>
              <a:latin typeface="Consolas" panose="020B0609020204030204" pitchFamily="49" charset="0"/>
            </a:endParaRPr>
          </a:p>
        </p:txBody>
      </p:sp>
      <p:sp>
        <p:nvSpPr>
          <p:cNvPr id="4" name="灯片编号占位符 3"/>
          <p:cNvSpPr>
            <a:spLocks noGrp="1"/>
          </p:cNvSpPr>
          <p:nvPr>
            <p:ph type="sldNum" sz="quarter" idx="12"/>
          </p:nvPr>
        </p:nvSpPr>
        <p:spPr/>
        <p:txBody>
          <a:bodyPr/>
          <a:lstStyle/>
          <a:p>
            <a:pPr>
              <a:defRPr/>
            </a:pPr>
            <a:fld id="{5B6EBA5C-1AE0-4600-B3EC-CEB2331D069E}" type="slidenum">
              <a:rPr lang="zh-CN" altLang="en-US" smtClean="0"/>
              <a:pPr>
                <a:defRPr/>
              </a:pPr>
              <a:t>39</a:t>
            </a:fld>
            <a:endParaRPr lang="en-US" altLang="zh-CN"/>
          </a:p>
        </p:txBody>
      </p:sp>
    </p:spTree>
    <p:extLst>
      <p:ext uri="{BB962C8B-B14F-4D97-AF65-F5344CB8AC3E}">
        <p14:creationId xmlns:p14="http://schemas.microsoft.com/office/powerpoint/2010/main" val="2650036035"/>
      </p:ext>
    </p:extLst>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46082" name="内容占位符 2"/>
          <p:cNvSpPr>
            <a:spLocks noGrp="1"/>
          </p:cNvSpPr>
          <p:nvPr>
            <p:ph idx="1"/>
          </p:nvPr>
        </p:nvSpPr>
        <p:spPr>
          <a:xfrm>
            <a:off x="192875" y="1220434"/>
            <a:ext cx="10868368" cy="5501962"/>
          </a:xfrm>
        </p:spPr>
        <p:txBody>
          <a:bodyPr>
            <a:normAutofit/>
          </a:bodyPr>
          <a:lstStyle/>
          <a:p>
            <a:pPr>
              <a:buFontTx/>
              <a:buNone/>
            </a:pPr>
            <a:r>
              <a:rPr lang="en-US" altLang="zh-CN" sz="2000" dirty="0">
                <a:latin typeface="Consolas" panose="020B0609020204030204" pitchFamily="49" charset="0"/>
              </a:rPr>
              <a:t>			</a:t>
            </a:r>
            <a:r>
              <a:rPr lang="en-US" altLang="zh-CN" sz="2000" dirty="0">
                <a:solidFill>
                  <a:srgbClr val="0000FF"/>
                </a:solidFill>
                <a:latin typeface="Consolas" panose="020B0609020204030204" pitchFamily="49" charset="0"/>
              </a:rPr>
              <a:t>for(j=</a:t>
            </a:r>
            <a:r>
              <a:rPr lang="en-US" altLang="zh-CN" sz="2000" dirty="0" err="1">
                <a:solidFill>
                  <a:srgbClr val="0000FF"/>
                </a:solidFill>
                <a:latin typeface="Consolas" panose="020B0609020204030204" pitchFamily="49" charset="0"/>
              </a:rPr>
              <a:t>col;j</a:t>
            </a:r>
            <a:r>
              <a:rPr lang="en-US" altLang="zh-CN" sz="2000" dirty="0">
                <a:solidFill>
                  <a:srgbClr val="0000FF"/>
                </a:solidFill>
                <a:latin typeface="Consolas" panose="020B0609020204030204" pitchFamily="49" charset="0"/>
              </a:rPr>
              <a:t>&gt;=0;j--) {</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if(map[row][j]==2) {</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return 0;</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else if(map[row][j]==1) {</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break;</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 </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return 1;</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		}</a:t>
            </a:r>
            <a:endParaRPr lang="zh-CN" altLang="en-US" sz="2000" dirty="0">
              <a:solidFill>
                <a:srgbClr val="0000FF"/>
              </a:solidFill>
              <a:latin typeface="Consolas" panose="020B0609020204030204" pitchFamily="49" charset="0"/>
            </a:endParaRPr>
          </a:p>
          <a:p>
            <a:pPr>
              <a:buFontTx/>
              <a:buNone/>
            </a:pPr>
            <a:r>
              <a:rPr lang="en-US" altLang="zh-CN" sz="2000" dirty="0">
                <a:solidFill>
                  <a:srgbClr val="0000FF"/>
                </a:solidFill>
                <a:latin typeface="Consolas" panose="020B0609020204030204" pitchFamily="49" charset="0"/>
              </a:rPr>
              <a:t>}</a:t>
            </a:r>
            <a:endParaRPr lang="zh-CN" altLang="en-US" sz="2000" dirty="0">
              <a:solidFill>
                <a:srgbClr val="0000FF"/>
              </a:solidFill>
              <a:latin typeface="Consolas" panose="020B0609020204030204" pitchFamily="49" charset="0"/>
            </a:endParaRPr>
          </a:p>
          <a:p>
            <a:pPr>
              <a:buFontTx/>
              <a:buNone/>
            </a:pPr>
            <a:endParaRPr lang="zh-CN" altLang="en-US" sz="2000" dirty="0">
              <a:latin typeface="Consolas" panose="020B0609020204030204" pitchFamily="49" charset="0"/>
            </a:endParaRPr>
          </a:p>
        </p:txBody>
      </p:sp>
      <p:sp>
        <p:nvSpPr>
          <p:cNvPr id="4" name="灯片编号占位符 3"/>
          <p:cNvSpPr>
            <a:spLocks noGrp="1"/>
          </p:cNvSpPr>
          <p:nvPr>
            <p:ph type="sldNum" sz="quarter" idx="12"/>
          </p:nvPr>
        </p:nvSpPr>
        <p:spPr/>
        <p:txBody>
          <a:bodyPr/>
          <a:lstStyle/>
          <a:p>
            <a:pPr>
              <a:defRPr/>
            </a:pPr>
            <a:fld id="{94FB5C3D-F4B3-4C1D-86F5-FA219B6B8EF6}" type="slidenum">
              <a:rPr lang="zh-CN" altLang="en-US" smtClean="0"/>
              <a:pPr>
                <a:defRPr/>
              </a:pPr>
              <a:t>40</a:t>
            </a:fld>
            <a:endParaRPr lang="en-US" altLang="zh-CN"/>
          </a:p>
        </p:txBody>
      </p:sp>
    </p:spTree>
    <p:extLst>
      <p:ext uri="{BB962C8B-B14F-4D97-AF65-F5344CB8AC3E}">
        <p14:creationId xmlns:p14="http://schemas.microsoft.com/office/powerpoint/2010/main" val="419301927"/>
      </p:ext>
    </p:extLst>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7108" name="Rectangle 3"/>
          <p:cNvSpPr>
            <a:spLocks noGrp="1" noChangeArrowheads="1"/>
          </p:cNvSpPr>
          <p:nvPr>
            <p:ph idx="1"/>
          </p:nvPr>
        </p:nvSpPr>
        <p:spPr>
          <a:xfrm>
            <a:off x="766615" y="981522"/>
            <a:ext cx="8496944" cy="4352346"/>
          </a:xfrm>
        </p:spPr>
        <p:txBody>
          <a:bodyPr>
            <a:normAutofit/>
          </a:bodyPr>
          <a:lstStyle/>
          <a:p>
            <a:pPr marL="0" indent="0">
              <a:buNone/>
            </a:pPr>
            <a:r>
              <a:rPr lang="zh-CN" altLang="zh-CN" sz="2400" b="1" dirty="0">
                <a:solidFill>
                  <a:srgbClr val="FF0000"/>
                </a:solidFill>
                <a:latin typeface="华文楷体" panose="02010600040101010101" pitchFamily="2" charset="-122"/>
                <a:ea typeface="华文楷体" panose="02010600040101010101" pitchFamily="2" charset="-122"/>
                <a:cs typeface="Consolas" pitchFamily="49" charset="0"/>
              </a:rPr>
              <a:t>【</a:t>
            </a:r>
            <a:r>
              <a:rPr lang="zh-CN" altLang="en-US" sz="2400" b="1" dirty="0">
                <a:solidFill>
                  <a:srgbClr val="FF0000"/>
                </a:solidFill>
                <a:latin typeface="华文楷体" panose="02010600040101010101" pitchFamily="2" charset="-122"/>
                <a:ea typeface="华文楷体" panose="02010600040101010101" pitchFamily="2" charset="-122"/>
                <a:cs typeface="Consolas" pitchFamily="49" charset="0"/>
              </a:rPr>
              <a:t>问题描述</a:t>
            </a:r>
            <a:r>
              <a:rPr lang="zh-CN" altLang="zh-CN" sz="2400" b="1" dirty="0">
                <a:solidFill>
                  <a:srgbClr val="FF0000"/>
                </a:solidFill>
                <a:latin typeface="华文楷体" panose="02010600040101010101" pitchFamily="2" charset="-122"/>
                <a:ea typeface="华文楷体" panose="02010600040101010101" pitchFamily="2" charset="-122"/>
                <a:cs typeface="Consolas" pitchFamily="49" charset="0"/>
              </a:rPr>
              <a:t>】</a:t>
            </a:r>
            <a:r>
              <a:rPr lang="zh-CN" altLang="en-US" sz="2300" b="1" dirty="0">
                <a:solidFill>
                  <a:srgbClr val="0000FF"/>
                </a:solidFill>
                <a:latin typeface="华文楷体" panose="02010600040101010101" pitchFamily="2" charset="-122"/>
                <a:ea typeface="华文楷体" panose="02010600040101010101" pitchFamily="2" charset="-122"/>
              </a:rPr>
              <a:t>有两艘船，载重量分别是</a:t>
            </a:r>
            <a:r>
              <a:rPr lang="en-US" altLang="zh-CN" sz="2300" b="1" dirty="0">
                <a:solidFill>
                  <a:srgbClr val="0000FF"/>
                </a:solidFill>
                <a:latin typeface="华文楷体" panose="02010600040101010101" pitchFamily="2" charset="-122"/>
                <a:ea typeface="华文楷体" panose="02010600040101010101" pitchFamily="2" charset="-122"/>
              </a:rPr>
              <a:t>c1</a:t>
            </a:r>
            <a:r>
              <a:rPr lang="zh-CN" altLang="en-US" sz="2300" b="1" dirty="0">
                <a:solidFill>
                  <a:srgbClr val="0000FF"/>
                </a:solidFill>
                <a:latin typeface="华文楷体" panose="02010600040101010101" pitchFamily="2" charset="-122"/>
                <a:ea typeface="华文楷体" panose="02010600040101010101" pitchFamily="2" charset="-122"/>
              </a:rPr>
              <a:t>、 </a:t>
            </a:r>
            <a:r>
              <a:rPr lang="en-US" altLang="zh-CN" sz="2300" b="1" dirty="0">
                <a:solidFill>
                  <a:srgbClr val="0000FF"/>
                </a:solidFill>
                <a:latin typeface="华文楷体" panose="02010600040101010101" pitchFamily="2" charset="-122"/>
                <a:ea typeface="华文楷体" panose="02010600040101010101" pitchFamily="2" charset="-122"/>
              </a:rPr>
              <a:t>c2</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n</a:t>
            </a:r>
            <a:r>
              <a:rPr lang="zh-CN" altLang="en-US" sz="2300" b="1" dirty="0">
                <a:solidFill>
                  <a:srgbClr val="0000FF"/>
                </a:solidFill>
                <a:latin typeface="华文楷体" panose="02010600040101010101" pitchFamily="2" charset="-122"/>
                <a:ea typeface="华文楷体" panose="02010600040101010101" pitchFamily="2" charset="-122"/>
              </a:rPr>
              <a:t>个集装箱，重量是</a:t>
            </a:r>
            <a:r>
              <a:rPr lang="en-US" altLang="zh-CN" sz="2300" b="1" dirty="0" err="1">
                <a:solidFill>
                  <a:srgbClr val="0000FF"/>
                </a:solidFill>
                <a:latin typeface="华文楷体" panose="02010600040101010101" pitchFamily="2" charset="-122"/>
                <a:ea typeface="华文楷体" panose="02010600040101010101" pitchFamily="2" charset="-122"/>
              </a:rPr>
              <a:t>wi</a:t>
            </a:r>
            <a:r>
              <a:rPr lang="en-US" altLang="zh-CN" sz="2300" b="1" dirty="0">
                <a:solidFill>
                  <a:srgbClr val="0000FF"/>
                </a:solidFill>
                <a:latin typeface="华文楷体" panose="02010600040101010101" pitchFamily="2" charset="-122"/>
                <a:ea typeface="华文楷体" panose="02010600040101010101" pitchFamily="2" charset="-122"/>
              </a:rPr>
              <a:t> (</a:t>
            </a:r>
            <a:r>
              <a:rPr lang="en-US" altLang="zh-CN" sz="2300" b="1" dirty="0" err="1">
                <a:solidFill>
                  <a:srgbClr val="0000FF"/>
                </a:solidFill>
                <a:latin typeface="华文楷体" panose="02010600040101010101" pitchFamily="2" charset="-122"/>
                <a:ea typeface="华文楷体" panose="02010600040101010101" pitchFamily="2" charset="-122"/>
              </a:rPr>
              <a:t>i</a:t>
            </a:r>
            <a:r>
              <a:rPr lang="en-US" altLang="zh-CN" sz="2300" b="1" dirty="0">
                <a:solidFill>
                  <a:srgbClr val="0000FF"/>
                </a:solidFill>
                <a:latin typeface="华文楷体" panose="02010600040101010101" pitchFamily="2" charset="-122"/>
                <a:ea typeface="华文楷体" panose="02010600040101010101" pitchFamily="2" charset="-122"/>
              </a:rPr>
              <a:t>=1…n)</a:t>
            </a:r>
            <a:r>
              <a:rPr lang="zh-CN" altLang="en-US" sz="2300" b="1" dirty="0">
                <a:solidFill>
                  <a:srgbClr val="0000FF"/>
                </a:solidFill>
                <a:latin typeface="华文楷体" panose="02010600040101010101" pitchFamily="2" charset="-122"/>
                <a:ea typeface="华文楷体" panose="02010600040101010101" pitchFamily="2" charset="-122"/>
              </a:rPr>
              <a:t>，且所有集装箱的总重量不超过</a:t>
            </a:r>
            <a:r>
              <a:rPr lang="en-US" altLang="zh-CN" sz="2300" b="1" dirty="0">
                <a:solidFill>
                  <a:srgbClr val="0000FF"/>
                </a:solidFill>
                <a:latin typeface="华文楷体" panose="02010600040101010101" pitchFamily="2" charset="-122"/>
                <a:ea typeface="华文楷体" panose="02010600040101010101" pitchFamily="2" charset="-122"/>
              </a:rPr>
              <a:t>c1+c2</a:t>
            </a:r>
            <a:r>
              <a:rPr lang="zh-CN" altLang="en-US" sz="2300" b="1" dirty="0">
                <a:solidFill>
                  <a:srgbClr val="0000FF"/>
                </a:solidFill>
                <a:latin typeface="华文楷体" panose="02010600040101010101" pitchFamily="2" charset="-122"/>
                <a:ea typeface="华文楷体" panose="02010600040101010101" pitchFamily="2" charset="-122"/>
              </a:rPr>
              <a:t>。确定是否有可能将所有集装箱全部装入两艘船。</a:t>
            </a:r>
          </a:p>
        </p:txBody>
      </p:sp>
      <p:sp>
        <p:nvSpPr>
          <p:cNvPr id="4" name="灯片编号占位符 5"/>
          <p:cNvSpPr>
            <a:spLocks noGrp="1"/>
          </p:cNvSpPr>
          <p:nvPr>
            <p:ph type="sldNum" sz="quarter" idx="12"/>
          </p:nvPr>
        </p:nvSpPr>
        <p:spPr/>
        <p:txBody>
          <a:bodyPr/>
          <a:lstStyle/>
          <a:p>
            <a:pPr>
              <a:defRPr/>
            </a:pPr>
            <a:fld id="{E907D48F-80DA-489D-A8C6-B7D4B427DEF8}" type="slidenum">
              <a:rPr lang="zh-CN" altLang="en-US"/>
              <a:pPr>
                <a:defRPr/>
              </a:pPr>
              <a:t>41</a:t>
            </a:fld>
            <a:endParaRPr lang="en-US" altLang="zh-CN"/>
          </a:p>
        </p:txBody>
      </p:sp>
      <p:sp>
        <p:nvSpPr>
          <p:cNvPr id="9" name="基础扎实 / Strong Preparation">
            <a:extLst>
              <a:ext uri="{FF2B5EF4-FFF2-40B4-BE49-F238E27FC236}">
                <a16:creationId xmlns:a16="http://schemas.microsoft.com/office/drawing/2014/main" id="{B24227A0-E1F3-4B50-BED6-2864090982E2}"/>
              </a:ext>
            </a:extLst>
          </p:cNvPr>
          <p:cNvSpPr txBox="1"/>
          <p:nvPr/>
        </p:nvSpPr>
        <p:spPr>
          <a:xfrm>
            <a:off x="2603627" y="367980"/>
            <a:ext cx="5870237" cy="561660"/>
          </a:xfrm>
          <a:prstGeom prst="rect">
            <a:avLst/>
          </a:prstGeom>
          <a:noFill/>
          <a:ln>
            <a:noFill/>
          </a:ln>
        </p:spPr>
        <p:txBody>
          <a:bodyPr wrap="square" lIns="68549" tIns="34274" rIns="68549" bIns="34274" rtlCol="0">
            <a:spAutoFit/>
          </a:bodyPr>
          <a:lstStyle/>
          <a:p>
            <a:pPr algn="ctr" defTabSz="950595">
              <a:buClr>
                <a:prstClr val="white"/>
              </a:buClr>
              <a:buSzTx/>
              <a:buFontTx/>
              <a:defRPr/>
            </a:pPr>
            <a:r>
              <a:rPr lang="en-US" altLang="zh-CN" sz="3200" b="1" spc="50" dirty="0">
                <a:ln w="11430"/>
                <a:solidFill>
                  <a:srgbClr val="006600"/>
                </a:solidFill>
                <a:latin typeface="+mn-ea"/>
                <a:sym typeface="Arial" panose="020B0604020202020204" pitchFamily="34" charset="0"/>
              </a:rPr>
              <a:t>3</a:t>
            </a:r>
            <a:r>
              <a:rPr lang="zh-CN" altLang="en-US" sz="3200" b="1" spc="50" dirty="0">
                <a:ln w="11430"/>
                <a:solidFill>
                  <a:srgbClr val="006600"/>
                </a:solidFill>
                <a:latin typeface="+mn-ea"/>
                <a:sym typeface="Arial" panose="020B0604020202020204" pitchFamily="34" charset="0"/>
              </a:rPr>
              <a:t>.</a:t>
            </a:r>
            <a:r>
              <a:rPr lang="en-US" altLang="zh-CN" sz="3200" b="1" spc="50" dirty="0">
                <a:ln w="11430"/>
                <a:solidFill>
                  <a:srgbClr val="006600"/>
                </a:solidFill>
                <a:latin typeface="+mn-ea"/>
                <a:sym typeface="Arial" panose="020B0604020202020204" pitchFamily="34" charset="0"/>
              </a:rPr>
              <a:t>7</a:t>
            </a:r>
            <a:r>
              <a:rPr lang="zh-CN" altLang="en-US" sz="3200" b="1" spc="50" dirty="0">
                <a:ln w="11430"/>
                <a:solidFill>
                  <a:srgbClr val="006600"/>
                </a:solidFill>
                <a:latin typeface="+mn-ea"/>
                <a:sym typeface="Arial" panose="020B0604020202020204" pitchFamily="34" charset="0"/>
              </a:rPr>
              <a:t> 装载问题</a:t>
            </a:r>
          </a:p>
        </p:txBody>
      </p:sp>
    </p:spTree>
    <p:extLst>
      <p:ext uri="{BB962C8B-B14F-4D97-AF65-F5344CB8AC3E}">
        <p14:creationId xmlns:p14="http://schemas.microsoft.com/office/powerpoint/2010/main" val="283480098"/>
      </p:ext>
    </p:extLst>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8130" name="Rectangle 3"/>
          <p:cNvSpPr>
            <a:spLocks noGrp="1" noChangeArrowheads="1"/>
          </p:cNvSpPr>
          <p:nvPr>
            <p:ph idx="1"/>
          </p:nvPr>
        </p:nvSpPr>
        <p:spPr>
          <a:xfrm>
            <a:off x="694606" y="1053530"/>
            <a:ext cx="9312121" cy="5906023"/>
          </a:xfrm>
        </p:spPr>
        <p:txBody>
          <a:bodyPr>
            <a:noAutofit/>
          </a:bodyPr>
          <a:lstStyle/>
          <a:p>
            <a:pPr eaLnBrk="1" hangingPunct="1">
              <a:lnSpc>
                <a:spcPct val="80000"/>
              </a:lnSpc>
              <a:buFontTx/>
              <a:buNone/>
            </a:pPr>
            <a:r>
              <a:rPr lang="en-US" altLang="zh-CN" sz="2300" dirty="0">
                <a:solidFill>
                  <a:srgbClr val="0000FF"/>
                </a:solidFill>
                <a:latin typeface="Consolas" panose="020B0609020204030204" pitchFamily="49" charset="0"/>
              </a:rPr>
              <a:t>int search(int m)</a:t>
            </a:r>
          </a:p>
          <a:p>
            <a:pPr eaLnBrk="1" hangingPunct="1">
              <a:lnSpc>
                <a:spcPct val="80000"/>
              </a:lnSpc>
              <a:buFontTx/>
              <a:buNone/>
            </a:pPr>
            <a:r>
              <a:rPr lang="en-US" altLang="zh-CN" sz="2300" dirty="0">
                <a:solidFill>
                  <a:srgbClr val="0000FF"/>
                </a:solidFill>
                <a:latin typeface="Consolas" panose="020B0609020204030204" pitchFamily="49" charset="0"/>
              </a:rPr>
              <a:t>{	 </a:t>
            </a:r>
          </a:p>
          <a:p>
            <a:pPr eaLnBrk="1" hangingPunct="1">
              <a:lnSpc>
                <a:spcPct val="80000"/>
              </a:lnSpc>
              <a:buFontTx/>
              <a:buNone/>
            </a:pPr>
            <a:r>
              <a:rPr lang="en-US" altLang="zh-CN" sz="2300" dirty="0">
                <a:solidFill>
                  <a:srgbClr val="0000FF"/>
                </a:solidFill>
                <a:latin typeface="Consolas" panose="020B0609020204030204" pitchFamily="49" charset="0"/>
              </a:rPr>
              <a:t>		int </a:t>
            </a:r>
            <a:r>
              <a:rPr lang="en-US" altLang="zh-CN" sz="2300" dirty="0" err="1">
                <a:solidFill>
                  <a:srgbClr val="0000FF"/>
                </a:solidFill>
                <a:latin typeface="Consolas" panose="020B0609020204030204" pitchFamily="49" charset="0"/>
              </a:rPr>
              <a:t>x,y</a:t>
            </a:r>
            <a:r>
              <a:rPr lang="en-US" altLang="zh-CN" sz="2300" dirty="0">
                <a:solidFill>
                  <a:srgbClr val="0000FF"/>
                </a:solidFill>
                <a:latin typeface="Consolas" panose="020B0609020204030204" pitchFamily="49" charset="0"/>
              </a:rPr>
              <a:t>;</a:t>
            </a:r>
          </a:p>
          <a:p>
            <a:pPr eaLnBrk="1" hangingPunct="1">
              <a:lnSpc>
                <a:spcPct val="80000"/>
              </a:lnSpc>
              <a:buFontTx/>
              <a:buNone/>
            </a:pPr>
            <a:r>
              <a:rPr lang="en-US" altLang="zh-CN" sz="2300" dirty="0">
                <a:solidFill>
                  <a:srgbClr val="0000FF"/>
                </a:solidFill>
                <a:latin typeface="Consolas" panose="020B0609020204030204" pitchFamily="49" charset="0"/>
              </a:rPr>
              <a:t>	   if(m&gt;n)</a:t>
            </a:r>
          </a:p>
          <a:p>
            <a:pPr eaLnBrk="1" hangingPunct="1">
              <a:lnSpc>
                <a:spcPct val="80000"/>
              </a:lnSpc>
              <a:buFontTx/>
              <a:buNone/>
            </a:pPr>
            <a:r>
              <a:rPr lang="en-US" altLang="zh-CN" sz="2300" dirty="0">
                <a:solidFill>
                  <a:srgbClr val="0000FF"/>
                </a:solidFill>
                <a:latin typeface="Consolas" panose="020B0609020204030204" pitchFamily="49" charset="0"/>
              </a:rPr>
              <a:t>       </a:t>
            </a:r>
            <a:r>
              <a:rPr lang="en-US" altLang="zh-CN" sz="2300" dirty="0" err="1">
                <a:solidFill>
                  <a:srgbClr val="0000FF"/>
                </a:solidFill>
                <a:latin typeface="Consolas" panose="020B0609020204030204" pitchFamily="49" charset="0"/>
              </a:rPr>
              <a:t>checkmax</a:t>
            </a:r>
            <a:r>
              <a:rPr lang="en-US" altLang="zh-CN" sz="2300" dirty="0">
                <a:solidFill>
                  <a:srgbClr val="0000FF"/>
                </a:solidFill>
                <a:latin typeface="Consolas" panose="020B0609020204030204" pitchFamily="49" charset="0"/>
              </a:rPr>
              <a:t>();	 </a:t>
            </a:r>
          </a:p>
          <a:p>
            <a:pPr eaLnBrk="1" hangingPunct="1">
              <a:lnSpc>
                <a:spcPct val="80000"/>
              </a:lnSpc>
              <a:buFontTx/>
              <a:buNone/>
            </a:pPr>
            <a:r>
              <a:rPr lang="en-US" altLang="zh-CN" sz="2300" dirty="0">
                <a:solidFill>
                  <a:srgbClr val="0000FF"/>
                </a:solidFill>
                <a:latin typeface="Consolas" panose="020B0609020204030204" pitchFamily="49" charset="0"/>
              </a:rPr>
              <a:t>	 	else	 </a:t>
            </a:r>
          </a:p>
          <a:p>
            <a:pPr eaLnBrk="1" hangingPunct="1">
              <a:lnSpc>
                <a:spcPct val="80000"/>
              </a:lnSpc>
              <a:buFontTx/>
              <a:buNone/>
            </a:pPr>
            <a:r>
              <a:rPr lang="en-US" altLang="zh-CN" sz="2300" dirty="0">
                <a:solidFill>
                  <a:srgbClr val="0000FF"/>
                </a:solidFill>
                <a:latin typeface="Consolas" panose="020B0609020204030204" pitchFamily="49" charset="0"/>
              </a:rPr>
              <a:t>		{ 	a[m]=0;</a:t>
            </a:r>
          </a:p>
          <a:p>
            <a:pPr eaLnBrk="1" hangingPunct="1">
              <a:lnSpc>
                <a:spcPct val="80000"/>
              </a:lnSpc>
              <a:buFontTx/>
              <a:buNone/>
            </a:pPr>
            <a:r>
              <a:rPr lang="en-US" altLang="zh-CN" sz="2300" dirty="0">
                <a:solidFill>
                  <a:srgbClr val="0000FF"/>
                </a:solidFill>
                <a:latin typeface="Consolas" panose="020B0609020204030204" pitchFamily="49" charset="0"/>
              </a:rPr>
              <a:t>		   	y=search(m+1); </a:t>
            </a:r>
          </a:p>
          <a:p>
            <a:pPr eaLnBrk="1" hangingPunct="1">
              <a:lnSpc>
                <a:spcPct val="80000"/>
              </a:lnSpc>
              <a:buFontTx/>
              <a:buNone/>
            </a:pPr>
            <a:r>
              <a:rPr lang="en-US" altLang="zh-CN" sz="2300" dirty="0">
                <a:solidFill>
                  <a:srgbClr val="0000FF"/>
                </a:solidFill>
                <a:latin typeface="Consolas" panose="020B0609020204030204" pitchFamily="49" charset="0"/>
              </a:rPr>
              <a:t>        	if(</a:t>
            </a:r>
            <a:r>
              <a:rPr lang="en-US" altLang="zh-CN" sz="2300" dirty="0" err="1">
                <a:solidFill>
                  <a:srgbClr val="0000FF"/>
                </a:solidFill>
                <a:latin typeface="Consolas" panose="020B0609020204030204" pitchFamily="49" charset="0"/>
              </a:rPr>
              <a:t>cw+w</a:t>
            </a:r>
            <a:r>
              <a:rPr lang="en-US" altLang="zh-CN" sz="2300" dirty="0">
                <a:solidFill>
                  <a:srgbClr val="0000FF"/>
                </a:solidFill>
                <a:latin typeface="Consolas" panose="020B0609020204030204" pitchFamily="49" charset="0"/>
              </a:rPr>
              <a:t>[m]&lt;=c1)</a:t>
            </a:r>
          </a:p>
          <a:p>
            <a:pPr eaLnBrk="1" hangingPunct="1">
              <a:lnSpc>
                <a:spcPct val="80000"/>
              </a:lnSpc>
              <a:buFontTx/>
              <a:buNone/>
            </a:pPr>
            <a:r>
              <a:rPr lang="en-US" altLang="zh-CN" sz="2300" dirty="0">
                <a:solidFill>
                  <a:srgbClr val="0000FF"/>
                </a:solidFill>
                <a:latin typeface="Consolas" panose="020B0609020204030204" pitchFamily="49" charset="0"/>
              </a:rPr>
              <a:t>		 	{	a[m]=1;</a:t>
            </a:r>
          </a:p>
          <a:p>
            <a:pPr eaLnBrk="1" hangingPunct="1">
              <a:lnSpc>
                <a:spcPct val="80000"/>
              </a:lnSpc>
              <a:buFontTx/>
              <a:buNone/>
            </a:pPr>
            <a:r>
              <a:rPr lang="en-US" altLang="zh-CN" sz="2300" dirty="0">
                <a:solidFill>
                  <a:srgbClr val="0000FF"/>
                </a:solidFill>
                <a:latin typeface="Consolas" panose="020B0609020204030204" pitchFamily="49" charset="0"/>
              </a:rPr>
              <a:t>			 	</a:t>
            </a:r>
            <a:r>
              <a:rPr lang="en-US" altLang="zh-CN" sz="2300" dirty="0" err="1">
                <a:solidFill>
                  <a:srgbClr val="0000FF"/>
                </a:solidFill>
                <a:latin typeface="Consolas" panose="020B0609020204030204" pitchFamily="49" charset="0"/>
              </a:rPr>
              <a:t>cw</a:t>
            </a:r>
            <a:r>
              <a:rPr lang="en-US" altLang="zh-CN" sz="2300" dirty="0">
                <a:solidFill>
                  <a:srgbClr val="0000FF"/>
                </a:solidFill>
                <a:latin typeface="Consolas" panose="020B0609020204030204" pitchFamily="49" charset="0"/>
              </a:rPr>
              <a:t>=</a:t>
            </a:r>
            <a:r>
              <a:rPr lang="en-US" altLang="zh-CN" sz="2300" dirty="0" err="1">
                <a:solidFill>
                  <a:srgbClr val="0000FF"/>
                </a:solidFill>
                <a:latin typeface="Consolas" panose="020B0609020204030204" pitchFamily="49" charset="0"/>
              </a:rPr>
              <a:t>cw+w</a:t>
            </a:r>
            <a:r>
              <a:rPr lang="en-US" altLang="zh-CN" sz="2300" dirty="0">
                <a:solidFill>
                  <a:srgbClr val="0000FF"/>
                </a:solidFill>
                <a:latin typeface="Consolas" panose="020B0609020204030204" pitchFamily="49" charset="0"/>
              </a:rPr>
              <a:t>[m];</a:t>
            </a:r>
          </a:p>
          <a:p>
            <a:pPr eaLnBrk="1" hangingPunct="1">
              <a:lnSpc>
                <a:spcPct val="80000"/>
              </a:lnSpc>
              <a:buFontTx/>
              <a:buNone/>
            </a:pPr>
            <a:r>
              <a:rPr lang="en-US" altLang="zh-CN" sz="2300" dirty="0">
                <a:solidFill>
                  <a:srgbClr val="0000FF"/>
                </a:solidFill>
                <a:latin typeface="Consolas" panose="020B0609020204030204" pitchFamily="49" charset="0"/>
              </a:rPr>
              <a:t>			 	x=search(m+1);</a:t>
            </a:r>
          </a:p>
          <a:p>
            <a:pPr eaLnBrk="1" hangingPunct="1">
              <a:lnSpc>
                <a:spcPct val="80000"/>
              </a:lnSpc>
              <a:buFontTx/>
              <a:buNone/>
            </a:pPr>
            <a:r>
              <a:rPr lang="en-US" altLang="zh-CN" sz="2300" dirty="0">
                <a:solidFill>
                  <a:srgbClr val="0000FF"/>
                </a:solidFill>
                <a:latin typeface="Consolas" panose="020B0609020204030204" pitchFamily="49" charset="0"/>
              </a:rPr>
              <a:t>		  	}</a:t>
            </a:r>
          </a:p>
          <a:p>
            <a:pPr eaLnBrk="1" hangingPunct="1">
              <a:lnSpc>
                <a:spcPct val="80000"/>
              </a:lnSpc>
              <a:buFontTx/>
              <a:buNone/>
            </a:pPr>
            <a:r>
              <a:rPr lang="en-US" altLang="zh-CN" sz="2300" dirty="0">
                <a:solidFill>
                  <a:srgbClr val="0000FF"/>
                </a:solidFill>
                <a:latin typeface="Consolas" panose="020B0609020204030204" pitchFamily="49" charset="0"/>
              </a:rPr>
              <a:t>		}</a:t>
            </a:r>
          </a:p>
          <a:p>
            <a:pPr eaLnBrk="1" hangingPunct="1">
              <a:lnSpc>
                <a:spcPct val="80000"/>
              </a:lnSpc>
              <a:buFontTx/>
              <a:buNone/>
            </a:pPr>
            <a:r>
              <a:rPr lang="en-US" altLang="zh-CN" sz="2300" dirty="0">
                <a:solidFill>
                  <a:srgbClr val="0000FF"/>
                </a:solidFill>
                <a:latin typeface="Consolas" panose="020B0609020204030204" pitchFamily="49" charset="0"/>
              </a:rPr>
              <a:t>}</a:t>
            </a:r>
            <a:endParaRPr lang="zh-CN" altLang="en-US" sz="2300" dirty="0">
              <a:solidFill>
                <a:srgbClr val="0000FF"/>
              </a:solidFill>
              <a:latin typeface="Consolas" panose="020B0609020204030204" pitchFamily="49" charset="0"/>
            </a:endParaRPr>
          </a:p>
        </p:txBody>
      </p:sp>
    </p:spTree>
    <p:extLst>
      <p:ext uri="{BB962C8B-B14F-4D97-AF65-F5344CB8AC3E}">
        <p14:creationId xmlns:p14="http://schemas.microsoft.com/office/powerpoint/2010/main" val="3806241246"/>
      </p:ext>
    </p:extLst>
  </p:cSld>
  <p:clrMapOvr>
    <a:overrideClrMapping bg1="lt1" tx1="dk1" bg2="lt2" tx2="dk2" accent1="accent1" accent2="accent2" accent3="accent3" accent4="accent4" accent5="accent5" accent6="accent6" hlink="hlink" folHlink="folHlink"/>
  </p:clrMapOvr>
  <p:transition/>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0180" name="Rectangle 3"/>
          <p:cNvSpPr>
            <a:spLocks noGrp="1" noChangeArrowheads="1"/>
          </p:cNvSpPr>
          <p:nvPr>
            <p:ph idx="1"/>
          </p:nvPr>
        </p:nvSpPr>
        <p:spPr>
          <a:xfrm>
            <a:off x="406575" y="1845618"/>
            <a:ext cx="8784976" cy="4115753"/>
          </a:xfrm>
        </p:spPr>
        <p:txBody>
          <a:bodyPr>
            <a:normAutofit/>
          </a:bodyPr>
          <a:lstStyle/>
          <a:p>
            <a:pPr marL="0" indent="0">
              <a:buNone/>
            </a:pPr>
            <a:r>
              <a:rPr lang="zh-CN" altLang="zh-CN" sz="2400" b="1" dirty="0">
                <a:solidFill>
                  <a:srgbClr val="FF0000"/>
                </a:solidFill>
                <a:latin typeface="华文楷体" panose="02010600040101010101" pitchFamily="2" charset="-122"/>
                <a:ea typeface="华文楷体" panose="02010600040101010101" pitchFamily="2" charset="-122"/>
                <a:cs typeface="Consolas" pitchFamily="49" charset="0"/>
              </a:rPr>
              <a:t>【</a:t>
            </a:r>
            <a:r>
              <a:rPr lang="zh-CN" altLang="en-US" sz="2400" b="1" dirty="0">
                <a:solidFill>
                  <a:srgbClr val="FF0000"/>
                </a:solidFill>
                <a:latin typeface="华文楷体" panose="02010600040101010101" pitchFamily="2" charset="-122"/>
                <a:ea typeface="华文楷体" panose="02010600040101010101" pitchFamily="2" charset="-122"/>
                <a:cs typeface="Consolas" pitchFamily="49" charset="0"/>
              </a:rPr>
              <a:t>问题描述</a:t>
            </a:r>
            <a:r>
              <a:rPr lang="zh-CN" altLang="zh-CN" sz="2400" b="1" dirty="0">
                <a:solidFill>
                  <a:srgbClr val="FF0000"/>
                </a:solidFill>
                <a:latin typeface="华文楷体" panose="02010600040101010101" pitchFamily="2" charset="-122"/>
                <a:ea typeface="华文楷体" panose="02010600040101010101" pitchFamily="2" charset="-122"/>
                <a:cs typeface="Consolas" pitchFamily="49" charset="0"/>
              </a:rPr>
              <a:t>】</a:t>
            </a:r>
            <a:endParaRPr lang="en-US" altLang="zh-CN" sz="2300" dirty="0">
              <a:solidFill>
                <a:srgbClr val="0000FF"/>
              </a:solidFill>
              <a:latin typeface="+mn-ea"/>
            </a:endParaRPr>
          </a:p>
          <a:p>
            <a:pPr marL="725668" indent="-725668"/>
            <a:r>
              <a:rPr lang="zh-CN" altLang="en-US" sz="2300" dirty="0">
                <a:solidFill>
                  <a:srgbClr val="0000FF"/>
                </a:solidFill>
                <a:latin typeface="+mn-ea"/>
              </a:rPr>
              <a:t>给一个</a:t>
            </a:r>
            <a:r>
              <a:rPr lang="en-US" altLang="zh-CN" sz="2300" dirty="0">
                <a:solidFill>
                  <a:srgbClr val="0000FF"/>
                </a:solidFill>
                <a:latin typeface="+mn-ea"/>
              </a:rPr>
              <a:t>20×20</a:t>
            </a:r>
            <a:r>
              <a:rPr lang="zh-CN" altLang="en-US" sz="2300" dirty="0">
                <a:solidFill>
                  <a:srgbClr val="0000FF"/>
                </a:solidFill>
                <a:latin typeface="+mn-ea"/>
              </a:rPr>
              <a:t>的迷宫、起点坐标和终点坐标，问从起点是否能到达终点。</a:t>
            </a:r>
          </a:p>
          <a:p>
            <a:pPr marL="725668" indent="-725668"/>
            <a:r>
              <a:rPr lang="zh-CN" altLang="en-US" sz="2300" dirty="0">
                <a:solidFill>
                  <a:srgbClr val="0000FF"/>
                </a:solidFill>
                <a:latin typeface="+mn-ea"/>
              </a:rPr>
              <a:t>输入数据：’。’表示空格；’</a:t>
            </a:r>
            <a:r>
              <a:rPr lang="en-US" altLang="zh-CN" sz="2300" dirty="0">
                <a:solidFill>
                  <a:srgbClr val="0000FF"/>
                </a:solidFill>
                <a:latin typeface="+mn-ea"/>
              </a:rPr>
              <a:t>X’</a:t>
            </a:r>
            <a:r>
              <a:rPr lang="zh-CN" altLang="en-US" sz="2300" dirty="0">
                <a:solidFill>
                  <a:srgbClr val="0000FF"/>
                </a:solidFill>
                <a:latin typeface="+mn-ea"/>
              </a:rPr>
              <a:t>表示墙。</a:t>
            </a:r>
          </a:p>
        </p:txBody>
      </p:sp>
      <p:sp>
        <p:nvSpPr>
          <p:cNvPr id="4" name="灯片编号占位符 5"/>
          <p:cNvSpPr>
            <a:spLocks noGrp="1"/>
          </p:cNvSpPr>
          <p:nvPr>
            <p:ph type="sldNum" sz="quarter" idx="12"/>
          </p:nvPr>
        </p:nvSpPr>
        <p:spPr/>
        <p:txBody>
          <a:bodyPr/>
          <a:lstStyle/>
          <a:p>
            <a:pPr>
              <a:defRPr/>
            </a:pPr>
            <a:fld id="{65B54104-1FC3-4C63-AE8A-42DF1D0D6F18}" type="slidenum">
              <a:rPr lang="zh-CN" altLang="en-US"/>
              <a:pPr>
                <a:defRPr/>
              </a:pPr>
              <a:t>43</a:t>
            </a:fld>
            <a:endParaRPr lang="en-US" altLang="zh-CN"/>
          </a:p>
        </p:txBody>
      </p:sp>
      <p:sp>
        <p:nvSpPr>
          <p:cNvPr id="9" name="基础扎实 / Strong Preparation">
            <a:extLst>
              <a:ext uri="{FF2B5EF4-FFF2-40B4-BE49-F238E27FC236}">
                <a16:creationId xmlns:a16="http://schemas.microsoft.com/office/drawing/2014/main" id="{835BA791-69D2-2F0E-B785-E81513E391F3}"/>
              </a:ext>
            </a:extLst>
          </p:cNvPr>
          <p:cNvSpPr txBox="1"/>
          <p:nvPr/>
        </p:nvSpPr>
        <p:spPr>
          <a:xfrm>
            <a:off x="2603627" y="367980"/>
            <a:ext cx="5870237" cy="561660"/>
          </a:xfrm>
          <a:prstGeom prst="rect">
            <a:avLst/>
          </a:prstGeom>
          <a:noFill/>
          <a:ln>
            <a:noFill/>
          </a:ln>
        </p:spPr>
        <p:txBody>
          <a:bodyPr wrap="square" lIns="68549" tIns="34274" rIns="68549" bIns="34274" rtlCol="0">
            <a:spAutoFit/>
          </a:bodyPr>
          <a:lstStyle/>
          <a:p>
            <a:pPr algn="ctr" defTabSz="950595">
              <a:buClr>
                <a:prstClr val="white"/>
              </a:buClr>
              <a:buSzTx/>
              <a:buFontTx/>
              <a:defRPr/>
            </a:pPr>
            <a:r>
              <a:rPr lang="en-US" altLang="zh-CN" sz="3200" b="1" spc="50" dirty="0">
                <a:ln w="11430"/>
                <a:solidFill>
                  <a:srgbClr val="006600"/>
                </a:solidFill>
                <a:latin typeface="+mn-ea"/>
                <a:sym typeface="Arial" panose="020B0604020202020204" pitchFamily="34" charset="0"/>
              </a:rPr>
              <a:t>3</a:t>
            </a:r>
            <a:r>
              <a:rPr lang="zh-CN" altLang="en-US" sz="3200" b="1" spc="50" dirty="0">
                <a:ln w="11430"/>
                <a:solidFill>
                  <a:srgbClr val="006600"/>
                </a:solidFill>
                <a:latin typeface="+mn-ea"/>
                <a:sym typeface="Arial" panose="020B0604020202020204" pitchFamily="34" charset="0"/>
              </a:rPr>
              <a:t>.</a:t>
            </a:r>
            <a:r>
              <a:rPr lang="en-US" altLang="zh-CN" sz="3200" b="1" spc="50" dirty="0">
                <a:ln w="11430"/>
                <a:solidFill>
                  <a:srgbClr val="006600"/>
                </a:solidFill>
                <a:latin typeface="+mn-ea"/>
                <a:sym typeface="Arial" panose="020B0604020202020204" pitchFamily="34" charset="0"/>
              </a:rPr>
              <a:t>8</a:t>
            </a:r>
            <a:r>
              <a:rPr lang="zh-CN" altLang="en-US" sz="3200" b="1" spc="50" dirty="0">
                <a:ln w="11430"/>
                <a:solidFill>
                  <a:srgbClr val="006600"/>
                </a:solidFill>
                <a:latin typeface="+mn-ea"/>
                <a:sym typeface="Arial" panose="020B0604020202020204" pitchFamily="34" charset="0"/>
              </a:rPr>
              <a:t> 迷宫问题</a:t>
            </a:r>
          </a:p>
        </p:txBody>
      </p:sp>
    </p:spTree>
    <p:extLst>
      <p:ext uri="{BB962C8B-B14F-4D97-AF65-F5344CB8AC3E}">
        <p14:creationId xmlns:p14="http://schemas.microsoft.com/office/powerpoint/2010/main" val="1084378381"/>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1203" name="Rectangle 2"/>
          <p:cNvSpPr>
            <a:spLocks noGrp="1" noChangeArrowheads="1"/>
          </p:cNvSpPr>
          <p:nvPr>
            <p:ph idx="1"/>
          </p:nvPr>
        </p:nvSpPr>
        <p:spPr>
          <a:xfrm>
            <a:off x="963961" y="778057"/>
            <a:ext cx="8256041" cy="5762371"/>
          </a:xfrm>
        </p:spPr>
        <p:txBody>
          <a:bodyPr>
            <a:normAutofit fontScale="92500" lnSpcReduction="10000"/>
          </a:bodyPr>
          <a:lstStyle/>
          <a:p>
            <a:pPr eaLnBrk="1" hangingPunct="1">
              <a:lnSpc>
                <a:spcPct val="80000"/>
              </a:lnSpc>
              <a:buFontTx/>
              <a:buNone/>
            </a:pPr>
            <a:r>
              <a:rPr lang="en-US" altLang="zh-CN" sz="2400" dirty="0"/>
              <a:t>0 0 19 19</a:t>
            </a:r>
          </a:p>
          <a:p>
            <a:pPr eaLnBrk="1" hangingPunct="1">
              <a:lnSpc>
                <a:spcPct val="80000"/>
              </a:lnSpc>
              <a:buFontTx/>
              <a:buNone/>
            </a:pPr>
            <a:r>
              <a:rPr lang="zh-CN" altLang="en-US" sz="2100" dirty="0"/>
              <a:t>。。。。。。。。。。。。。。。。。。。。</a:t>
            </a:r>
          </a:p>
          <a:p>
            <a:pPr eaLnBrk="1" hangingPunct="1">
              <a:lnSpc>
                <a:spcPct val="80000"/>
              </a:lnSpc>
              <a:buFontTx/>
              <a:buNone/>
            </a:pPr>
            <a:r>
              <a:rPr lang="en-US" altLang="zh-CN" sz="2100" dirty="0"/>
              <a:t>X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r>
              <a:rPr lang="en-US" altLang="zh-CN" sz="2100" dirty="0"/>
              <a:t> </a:t>
            </a:r>
            <a:r>
              <a:rPr lang="en-US" altLang="zh-CN" sz="2100" dirty="0" err="1"/>
              <a:t>X</a:t>
            </a:r>
            <a:endParaRPr lang="en-US" altLang="zh-CN" sz="2100" dirty="0"/>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a:p>
            <a:pPr eaLnBrk="1" hangingPunct="1">
              <a:lnSpc>
                <a:spcPct val="80000"/>
              </a:lnSpc>
              <a:buFontTx/>
              <a:buNone/>
            </a:pPr>
            <a:r>
              <a:rPr lang="zh-CN" altLang="en-US" sz="2100" dirty="0"/>
              <a:t>。。。。。。。。。。。。。。。。。。。。</a:t>
            </a:r>
          </a:p>
        </p:txBody>
      </p:sp>
      <p:sp>
        <p:nvSpPr>
          <p:cNvPr id="3" name="灯片编号占位符 5"/>
          <p:cNvSpPr>
            <a:spLocks noGrp="1"/>
          </p:cNvSpPr>
          <p:nvPr>
            <p:ph type="sldNum" sz="quarter" idx="12"/>
          </p:nvPr>
        </p:nvSpPr>
        <p:spPr/>
        <p:txBody>
          <a:bodyPr/>
          <a:lstStyle/>
          <a:p>
            <a:pPr>
              <a:defRPr/>
            </a:pPr>
            <a:fld id="{4949C5F1-FF02-47BD-A80B-D222802B5ECD}" type="slidenum">
              <a:rPr lang="zh-CN" altLang="en-US"/>
              <a:pPr>
                <a:defRPr/>
              </a:pPr>
              <a:t>44</a:t>
            </a:fld>
            <a:endParaRPr lang="en-US" altLang="zh-CN"/>
          </a:p>
        </p:txBody>
      </p:sp>
    </p:spTree>
    <p:extLst>
      <p:ext uri="{BB962C8B-B14F-4D97-AF65-F5344CB8AC3E}">
        <p14:creationId xmlns:p14="http://schemas.microsoft.com/office/powerpoint/2010/main" val="1077558746"/>
      </p:ext>
    </p:extLst>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2227" name="Rectangle 2"/>
          <p:cNvSpPr>
            <a:spLocks noGrp="1" noChangeArrowheads="1"/>
          </p:cNvSpPr>
          <p:nvPr>
            <p:ph idx="1"/>
          </p:nvPr>
        </p:nvSpPr>
        <p:spPr>
          <a:xfrm>
            <a:off x="719573" y="692310"/>
            <a:ext cx="10556559" cy="5405101"/>
          </a:xfrm>
        </p:spPr>
        <p:txBody>
          <a:bodyPr>
            <a:normAutofit fontScale="92500" lnSpcReduction="10000"/>
          </a:bodyPr>
          <a:lstStyle/>
          <a:p>
            <a:pPr eaLnBrk="1" hangingPunct="1">
              <a:lnSpc>
                <a:spcPct val="80000"/>
              </a:lnSpc>
              <a:buFontTx/>
              <a:buNone/>
            </a:pPr>
            <a:r>
              <a:rPr lang="en-US" altLang="zh-CN" sz="2400" dirty="0"/>
              <a:t>0 0 19 19</a:t>
            </a:r>
          </a:p>
          <a:p>
            <a:pPr eaLnBrk="1" hangingPunct="1">
              <a:lnSpc>
                <a:spcPct val="80000"/>
              </a:lnSpc>
              <a:buFontTx/>
              <a:buNone/>
            </a:pPr>
            <a:r>
              <a:rPr lang="zh-CN" altLang="en-US" sz="1900" dirty="0"/>
              <a:t>。。。。。。。。。。。。。。。。。。。。</a:t>
            </a:r>
          </a:p>
          <a:p>
            <a:pPr eaLnBrk="1" hangingPunct="1">
              <a:lnSpc>
                <a:spcPct val="80000"/>
              </a:lnSpc>
              <a:buFontTx/>
              <a:buNone/>
            </a:pPr>
            <a:r>
              <a:rPr lang="en-US" altLang="zh-CN" sz="1900" dirty="0"/>
              <a:t>X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zh-CN" altLang="en-US" sz="1900" dirty="0"/>
              <a:t>。</a:t>
            </a:r>
          </a:p>
          <a:p>
            <a:pPr eaLnBrk="1" hangingPunct="1">
              <a:lnSpc>
                <a:spcPct val="80000"/>
              </a:lnSpc>
              <a:buFontTx/>
              <a:buNone/>
            </a:pPr>
            <a:r>
              <a:rPr lang="zh-CN" altLang="en-US" sz="1900" dirty="0"/>
              <a:t>。。。。。。。。。。。。。。。。。。。。</a:t>
            </a:r>
          </a:p>
          <a:p>
            <a:pPr eaLnBrk="1" hangingPunct="1">
              <a:lnSpc>
                <a:spcPct val="80000"/>
              </a:lnSpc>
              <a:buFontTx/>
              <a:buNone/>
            </a:pPr>
            <a:r>
              <a:rPr lang="zh-CN" altLang="en-US" sz="1900" dirty="0"/>
              <a:t>。</a:t>
            </a:r>
            <a:r>
              <a:rPr lang="en-US" altLang="zh-CN" sz="1900" dirty="0"/>
              <a:t>X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endParaRPr lang="en-US" altLang="zh-CN" sz="1900" dirty="0"/>
          </a:p>
          <a:p>
            <a:pPr eaLnBrk="1" hangingPunct="1">
              <a:lnSpc>
                <a:spcPct val="80000"/>
              </a:lnSpc>
              <a:buFontTx/>
              <a:buNone/>
            </a:pPr>
            <a:r>
              <a:rPr lang="zh-CN" altLang="en-US" sz="1900" dirty="0"/>
              <a:t>。。。。。。。。。。。。。。。。。。。。</a:t>
            </a:r>
          </a:p>
          <a:p>
            <a:pPr eaLnBrk="1" hangingPunct="1">
              <a:lnSpc>
                <a:spcPct val="80000"/>
              </a:lnSpc>
              <a:buFontTx/>
              <a:buNone/>
            </a:pPr>
            <a:r>
              <a:rPr lang="en-US" altLang="zh-CN" sz="1900" dirty="0"/>
              <a:t>X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zh-CN" altLang="en-US" sz="1900" dirty="0"/>
              <a:t>。</a:t>
            </a:r>
          </a:p>
          <a:p>
            <a:pPr eaLnBrk="1" hangingPunct="1">
              <a:lnSpc>
                <a:spcPct val="80000"/>
              </a:lnSpc>
              <a:buFontTx/>
              <a:buNone/>
            </a:pPr>
            <a:r>
              <a:rPr lang="zh-CN" altLang="en-US" sz="1900" dirty="0"/>
              <a:t>。。。。。。。。。。。。。。。。。。。。</a:t>
            </a:r>
          </a:p>
          <a:p>
            <a:pPr eaLnBrk="1" hangingPunct="1">
              <a:lnSpc>
                <a:spcPct val="80000"/>
              </a:lnSpc>
              <a:buFontTx/>
              <a:buNone/>
            </a:pPr>
            <a:r>
              <a:rPr lang="zh-CN" altLang="en-US" sz="1900" dirty="0"/>
              <a:t>。</a:t>
            </a:r>
            <a:r>
              <a:rPr lang="en-US" altLang="zh-CN" sz="1900" dirty="0"/>
              <a:t>X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endParaRPr lang="en-US" altLang="zh-CN" sz="1900" dirty="0"/>
          </a:p>
          <a:p>
            <a:pPr eaLnBrk="1" hangingPunct="1">
              <a:lnSpc>
                <a:spcPct val="80000"/>
              </a:lnSpc>
              <a:buFontTx/>
              <a:buNone/>
            </a:pPr>
            <a:r>
              <a:rPr lang="zh-CN" altLang="en-US" sz="1900" dirty="0"/>
              <a:t>。。。。。。。。。。。。。。。。。。。。</a:t>
            </a:r>
          </a:p>
          <a:p>
            <a:pPr eaLnBrk="1" hangingPunct="1">
              <a:lnSpc>
                <a:spcPct val="80000"/>
              </a:lnSpc>
              <a:buFontTx/>
              <a:buNone/>
            </a:pPr>
            <a:r>
              <a:rPr lang="en-US" altLang="zh-CN" sz="1900" dirty="0"/>
              <a:t>X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zh-CN" altLang="en-US" sz="1900" dirty="0"/>
              <a:t>。</a:t>
            </a:r>
          </a:p>
          <a:p>
            <a:pPr eaLnBrk="1" hangingPunct="1">
              <a:lnSpc>
                <a:spcPct val="80000"/>
              </a:lnSpc>
              <a:buFontTx/>
              <a:buNone/>
            </a:pPr>
            <a:r>
              <a:rPr lang="zh-CN" altLang="en-US" sz="1900" dirty="0"/>
              <a:t>。。。。。。。。。。。。。。。。。。。。</a:t>
            </a:r>
          </a:p>
          <a:p>
            <a:pPr eaLnBrk="1" hangingPunct="1">
              <a:lnSpc>
                <a:spcPct val="80000"/>
              </a:lnSpc>
              <a:buFontTx/>
              <a:buNone/>
            </a:pPr>
            <a:r>
              <a:rPr lang="zh-CN" altLang="en-US" sz="1900" dirty="0"/>
              <a:t>。</a:t>
            </a:r>
            <a:r>
              <a:rPr lang="en-US" altLang="zh-CN" sz="1900" dirty="0"/>
              <a:t>X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endParaRPr lang="en-US" altLang="zh-CN" sz="1900" dirty="0"/>
          </a:p>
          <a:p>
            <a:pPr eaLnBrk="1" hangingPunct="1">
              <a:lnSpc>
                <a:spcPct val="80000"/>
              </a:lnSpc>
              <a:buFontTx/>
              <a:buNone/>
            </a:pPr>
            <a:r>
              <a:rPr lang="zh-CN" altLang="en-US" sz="1900" dirty="0"/>
              <a:t>。。。。。。。。。。。。。。。。。。。。</a:t>
            </a:r>
          </a:p>
          <a:p>
            <a:pPr eaLnBrk="1" hangingPunct="1">
              <a:lnSpc>
                <a:spcPct val="80000"/>
              </a:lnSpc>
              <a:buFontTx/>
              <a:buNone/>
            </a:pPr>
            <a:r>
              <a:rPr lang="en-US" altLang="zh-CN" sz="1900" dirty="0"/>
              <a:t>X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zh-CN" altLang="en-US" sz="1900" dirty="0"/>
              <a:t>。</a:t>
            </a:r>
          </a:p>
          <a:p>
            <a:pPr eaLnBrk="1" hangingPunct="1">
              <a:lnSpc>
                <a:spcPct val="80000"/>
              </a:lnSpc>
              <a:buFontTx/>
              <a:buNone/>
            </a:pPr>
            <a:r>
              <a:rPr lang="en-US" altLang="zh-CN" sz="1900" dirty="0"/>
              <a:t>X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zh-CN" altLang="en-US" sz="1900" dirty="0"/>
              <a:t>。</a:t>
            </a:r>
          </a:p>
          <a:p>
            <a:pPr eaLnBrk="1" hangingPunct="1">
              <a:lnSpc>
                <a:spcPct val="80000"/>
              </a:lnSpc>
              <a:buFontTx/>
              <a:buNone/>
            </a:pPr>
            <a:r>
              <a:rPr lang="en-US" altLang="zh-CN" sz="1900" dirty="0"/>
              <a:t>X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zh-CN" altLang="en-US" sz="1900" dirty="0"/>
              <a:t>。</a:t>
            </a:r>
          </a:p>
          <a:p>
            <a:pPr>
              <a:lnSpc>
                <a:spcPct val="80000"/>
              </a:lnSpc>
              <a:buNone/>
            </a:pPr>
            <a:r>
              <a:rPr lang="en-US" altLang="zh-CN" sz="1900" dirty="0"/>
              <a:t>X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zh-CN" altLang="en-US" sz="1900" dirty="0"/>
              <a:t>。</a:t>
            </a:r>
          </a:p>
          <a:p>
            <a:pPr eaLnBrk="1" hangingPunct="1">
              <a:lnSpc>
                <a:spcPct val="80000"/>
              </a:lnSpc>
              <a:buFontTx/>
              <a:buNone/>
            </a:pPr>
            <a:r>
              <a:rPr lang="zh-CN" altLang="en-US" sz="1900" dirty="0"/>
              <a:t>。。。。。。。。。。。。。。。。。。。。</a:t>
            </a:r>
          </a:p>
          <a:p>
            <a:pPr eaLnBrk="1" hangingPunct="1">
              <a:lnSpc>
                <a:spcPct val="80000"/>
              </a:lnSpc>
              <a:buFontTx/>
              <a:buNone/>
            </a:pPr>
            <a:r>
              <a:rPr lang="zh-CN" altLang="en-US" sz="1900" dirty="0"/>
              <a:t>。</a:t>
            </a:r>
            <a:r>
              <a:rPr lang="en-US" altLang="zh-CN" sz="1900" dirty="0"/>
              <a:t>X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r>
              <a:rPr lang="en-US" altLang="zh-CN" sz="1900" dirty="0"/>
              <a:t>  </a:t>
            </a:r>
            <a:r>
              <a:rPr lang="en-US" altLang="zh-CN" sz="1900" dirty="0" err="1"/>
              <a:t>X</a:t>
            </a:r>
            <a:endParaRPr lang="en-US" altLang="zh-CN" sz="1900" dirty="0"/>
          </a:p>
          <a:p>
            <a:pPr eaLnBrk="1" hangingPunct="1">
              <a:lnSpc>
                <a:spcPct val="80000"/>
              </a:lnSpc>
              <a:buFontTx/>
              <a:buNone/>
            </a:pPr>
            <a:r>
              <a:rPr lang="zh-CN" altLang="en-US" sz="1900" dirty="0"/>
              <a:t>。。。。。。。。。。。。。。。。。。。。</a:t>
            </a:r>
          </a:p>
          <a:p>
            <a:pPr eaLnBrk="1" hangingPunct="1">
              <a:lnSpc>
                <a:spcPct val="80000"/>
              </a:lnSpc>
              <a:buFontTx/>
              <a:buNone/>
            </a:pPr>
            <a:endParaRPr lang="zh-CN" altLang="en-US" sz="1900" dirty="0"/>
          </a:p>
        </p:txBody>
      </p:sp>
      <p:sp>
        <p:nvSpPr>
          <p:cNvPr id="3" name="灯片编号占位符 5"/>
          <p:cNvSpPr>
            <a:spLocks noGrp="1"/>
          </p:cNvSpPr>
          <p:nvPr>
            <p:ph type="sldNum" sz="quarter" idx="12"/>
          </p:nvPr>
        </p:nvSpPr>
        <p:spPr/>
        <p:txBody>
          <a:bodyPr/>
          <a:lstStyle/>
          <a:p>
            <a:pPr>
              <a:defRPr/>
            </a:pPr>
            <a:fld id="{77B82B84-ED67-47D1-921A-4AE4751735F8}" type="slidenum">
              <a:rPr lang="zh-CN" altLang="en-US"/>
              <a:pPr>
                <a:defRPr/>
              </a:pPr>
              <a:t>45</a:t>
            </a:fld>
            <a:endParaRPr lang="en-US" altLang="zh-CN"/>
          </a:p>
        </p:txBody>
      </p:sp>
    </p:spTree>
    <p:extLst>
      <p:ext uri="{BB962C8B-B14F-4D97-AF65-F5344CB8AC3E}">
        <p14:creationId xmlns:p14="http://schemas.microsoft.com/office/powerpoint/2010/main" val="352927813"/>
      </p:ext>
    </p:extLst>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912165" y="765353"/>
            <a:ext cx="10361851" cy="4971614"/>
          </a:xfrm>
        </p:spPr>
        <p:txBody>
          <a:bodyPr>
            <a:normAutofit/>
          </a:bodyPr>
          <a:lstStyle/>
          <a:p>
            <a:pPr eaLnBrk="1" hangingPunct="1">
              <a:buFontTx/>
              <a:buNone/>
            </a:pPr>
            <a:r>
              <a:rPr lang="en-US" altLang="zh-CN" sz="2300" b="1" dirty="0">
                <a:solidFill>
                  <a:srgbClr val="0000FF"/>
                </a:solidFill>
                <a:latin typeface="华文楷体" panose="02010600040101010101" pitchFamily="2" charset="-122"/>
                <a:ea typeface="华文楷体" panose="02010600040101010101" pitchFamily="2" charset="-122"/>
              </a:rPr>
              <a:t>void search(</a:t>
            </a:r>
            <a:r>
              <a:rPr lang="en-US" altLang="zh-CN" sz="2300" b="1" dirty="0" err="1">
                <a:solidFill>
                  <a:srgbClr val="0000FF"/>
                </a:solidFill>
                <a:latin typeface="华文楷体" panose="02010600040101010101" pitchFamily="2" charset="-122"/>
                <a:ea typeface="华文楷体" panose="02010600040101010101" pitchFamily="2" charset="-122"/>
              </a:rPr>
              <a:t>int,int</a:t>
            </a:r>
            <a:r>
              <a:rPr lang="en-US" altLang="zh-CN" sz="2300" b="1" dirty="0">
                <a:solidFill>
                  <a:srgbClr val="0000FF"/>
                </a:solidFill>
                <a:latin typeface="华文楷体" panose="02010600040101010101" pitchFamily="2" charset="-122"/>
                <a:ea typeface="华文楷体" panose="02010600040101010101" pitchFamily="2" charset="-122"/>
              </a:rPr>
              <a:t>);</a:t>
            </a:r>
          </a:p>
          <a:p>
            <a:pPr eaLnBrk="1" hangingPunct="1">
              <a:buFontTx/>
              <a:buNone/>
            </a:pPr>
            <a:r>
              <a:rPr lang="en-US" altLang="zh-CN" sz="2300" b="1" dirty="0">
                <a:solidFill>
                  <a:srgbClr val="0000FF"/>
                </a:solidFill>
                <a:latin typeface="华文楷体" panose="02010600040101010101" pitchFamily="2" charset="-122"/>
                <a:ea typeface="华文楷体" panose="02010600040101010101" pitchFamily="2" charset="-122"/>
              </a:rPr>
              <a:t>int </a:t>
            </a:r>
            <a:r>
              <a:rPr lang="en-US" altLang="zh-CN" sz="2300" b="1" dirty="0" err="1">
                <a:solidFill>
                  <a:srgbClr val="0000FF"/>
                </a:solidFill>
                <a:latin typeface="华文楷体" panose="02010600040101010101" pitchFamily="2" charset="-122"/>
                <a:ea typeface="华文楷体" panose="02010600040101010101" pitchFamily="2" charset="-122"/>
              </a:rPr>
              <a:t>canplace</a:t>
            </a:r>
            <a:r>
              <a:rPr lang="en-US"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err="1">
                <a:solidFill>
                  <a:srgbClr val="0000FF"/>
                </a:solidFill>
                <a:latin typeface="华文楷体" panose="02010600040101010101" pitchFamily="2" charset="-122"/>
                <a:ea typeface="华文楷体" panose="02010600040101010101" pitchFamily="2" charset="-122"/>
              </a:rPr>
              <a:t>int,int</a:t>
            </a:r>
            <a:r>
              <a:rPr lang="en-US" altLang="zh-CN" sz="2300" b="1" dirty="0">
                <a:solidFill>
                  <a:srgbClr val="0000FF"/>
                </a:solidFill>
                <a:latin typeface="华文楷体" panose="02010600040101010101" pitchFamily="2" charset="-122"/>
                <a:ea typeface="华文楷体" panose="02010600040101010101" pitchFamily="2" charset="-122"/>
              </a:rPr>
              <a:t>);</a:t>
            </a:r>
          </a:p>
          <a:p>
            <a:pPr eaLnBrk="1" hangingPunct="1">
              <a:buFontTx/>
              <a:buNone/>
            </a:pPr>
            <a:r>
              <a:rPr lang="en-US" altLang="zh-CN" sz="2300" b="1" dirty="0">
                <a:solidFill>
                  <a:srgbClr val="0000FF"/>
                </a:solidFill>
                <a:latin typeface="华文楷体" panose="02010600040101010101" pitchFamily="2" charset="-122"/>
                <a:ea typeface="华文楷体" panose="02010600040101010101" pitchFamily="2" charset="-122"/>
              </a:rPr>
              <a:t>void </a:t>
            </a:r>
            <a:r>
              <a:rPr lang="en-US" altLang="zh-CN" sz="2300" b="1" dirty="0" err="1">
                <a:solidFill>
                  <a:srgbClr val="0000FF"/>
                </a:solidFill>
                <a:latin typeface="华文楷体" panose="02010600040101010101" pitchFamily="2" charset="-122"/>
                <a:ea typeface="华文楷体" panose="02010600040101010101" pitchFamily="2" charset="-122"/>
              </a:rPr>
              <a:t>readdata</a:t>
            </a:r>
            <a:r>
              <a:rPr lang="en-US" altLang="zh-CN" sz="2300" b="1" dirty="0">
                <a:solidFill>
                  <a:srgbClr val="0000FF"/>
                </a:solidFill>
                <a:latin typeface="华文楷体" panose="02010600040101010101" pitchFamily="2" charset="-122"/>
                <a:ea typeface="华文楷体" panose="02010600040101010101" pitchFamily="2" charset="-122"/>
              </a:rPr>
              <a:t>();           //</a:t>
            </a:r>
            <a:r>
              <a:rPr lang="zh-CN" altLang="en-US" sz="2300" b="1" dirty="0">
                <a:solidFill>
                  <a:srgbClr val="0000FF"/>
                </a:solidFill>
                <a:latin typeface="华文楷体" panose="02010600040101010101" pitchFamily="2" charset="-122"/>
                <a:ea typeface="华文楷体" panose="02010600040101010101" pitchFamily="2" charset="-122"/>
              </a:rPr>
              <a:t>读入数据</a:t>
            </a:r>
          </a:p>
          <a:p>
            <a:pPr eaLnBrk="1" hangingPunct="1">
              <a:buFontTx/>
              <a:buNone/>
            </a:pPr>
            <a:r>
              <a:rPr lang="en-US" altLang="zh-CN" sz="2300" b="1" dirty="0">
                <a:solidFill>
                  <a:srgbClr val="0000FF"/>
                </a:solidFill>
                <a:latin typeface="华文楷体" panose="02010600040101010101" pitchFamily="2" charset="-122"/>
                <a:ea typeface="华文楷体" panose="02010600040101010101" pitchFamily="2" charset="-122"/>
              </a:rPr>
              <a:t>void </a:t>
            </a:r>
            <a:r>
              <a:rPr lang="en-US" altLang="zh-CN" sz="2300" b="1" dirty="0" err="1">
                <a:solidFill>
                  <a:srgbClr val="0000FF"/>
                </a:solidFill>
                <a:latin typeface="华文楷体" panose="02010600040101010101" pitchFamily="2" charset="-122"/>
                <a:ea typeface="华文楷体" panose="02010600040101010101" pitchFamily="2" charset="-122"/>
              </a:rPr>
              <a:t>printresult</a:t>
            </a:r>
            <a:r>
              <a:rPr lang="en-US" altLang="zh-CN" sz="2300" b="1" dirty="0">
                <a:solidFill>
                  <a:srgbClr val="0000FF"/>
                </a:solidFill>
                <a:latin typeface="华文楷体" panose="02010600040101010101" pitchFamily="2" charset="-122"/>
                <a:ea typeface="华文楷体" panose="02010600040101010101" pitchFamily="2" charset="-122"/>
              </a:rPr>
              <a:t>();        //</a:t>
            </a:r>
            <a:r>
              <a:rPr lang="zh-CN" altLang="en-US" sz="2300" b="1" dirty="0">
                <a:solidFill>
                  <a:srgbClr val="0000FF"/>
                </a:solidFill>
                <a:latin typeface="华文楷体" panose="02010600040101010101" pitchFamily="2" charset="-122"/>
                <a:ea typeface="华文楷体" panose="02010600040101010101" pitchFamily="2" charset="-122"/>
              </a:rPr>
              <a:t>打印结果</a:t>
            </a:r>
          </a:p>
          <a:p>
            <a:pPr eaLnBrk="1" hangingPunct="1">
              <a:buFontTx/>
              <a:buNone/>
            </a:pPr>
            <a:r>
              <a:rPr lang="en-US" altLang="zh-CN" sz="2300" b="1" dirty="0">
                <a:solidFill>
                  <a:srgbClr val="0000FF"/>
                </a:solidFill>
                <a:latin typeface="华文楷体" panose="02010600040101010101" pitchFamily="2" charset="-122"/>
                <a:ea typeface="华文楷体" panose="02010600040101010101" pitchFamily="2" charset="-122"/>
              </a:rPr>
              <a:t>int a[20][20];             //a</a:t>
            </a:r>
            <a:r>
              <a:rPr lang="zh-CN" altLang="en-US" sz="2300" b="1" dirty="0">
                <a:solidFill>
                  <a:srgbClr val="0000FF"/>
                </a:solidFill>
                <a:latin typeface="华文楷体" panose="02010600040101010101" pitchFamily="2" charset="-122"/>
                <a:ea typeface="华文楷体" panose="02010600040101010101" pitchFamily="2" charset="-122"/>
              </a:rPr>
              <a:t>数组存放迷宫</a:t>
            </a:r>
          </a:p>
          <a:p>
            <a:pPr eaLnBrk="1" hangingPunct="1">
              <a:buFontTx/>
              <a:buNone/>
            </a:pPr>
            <a:r>
              <a:rPr lang="en-US" altLang="zh-CN" sz="2300" b="1" dirty="0">
                <a:solidFill>
                  <a:srgbClr val="0000FF"/>
                </a:solidFill>
                <a:latin typeface="华文楷体" panose="02010600040101010101" pitchFamily="2" charset="-122"/>
                <a:ea typeface="华文楷体" panose="02010600040101010101" pitchFamily="2" charset="-122"/>
              </a:rPr>
              <a:t>int </a:t>
            </a:r>
            <a:r>
              <a:rPr lang="en-US" altLang="zh-CN" sz="2300" b="1" dirty="0" err="1">
                <a:solidFill>
                  <a:srgbClr val="0000FF"/>
                </a:solidFill>
                <a:latin typeface="华文楷体" panose="02010600040101010101" pitchFamily="2" charset="-122"/>
                <a:ea typeface="华文楷体" panose="02010600040101010101" pitchFamily="2" charset="-122"/>
              </a:rPr>
              <a:t>s,t</a:t>
            </a: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起点与终点的位置</a:t>
            </a:r>
          </a:p>
        </p:txBody>
      </p:sp>
      <p:sp>
        <p:nvSpPr>
          <p:cNvPr id="3" name="灯片编号占位符 5"/>
          <p:cNvSpPr>
            <a:spLocks noGrp="1"/>
          </p:cNvSpPr>
          <p:nvPr>
            <p:ph type="sldNum" sz="quarter" idx="12"/>
          </p:nvPr>
        </p:nvSpPr>
        <p:spPr/>
        <p:txBody>
          <a:bodyPr/>
          <a:lstStyle/>
          <a:p>
            <a:pPr>
              <a:defRPr/>
            </a:pPr>
            <a:fld id="{601F2BAF-5EDB-4524-9E47-FC5AD535B519}" type="slidenum">
              <a:rPr lang="zh-CN" altLang="en-US"/>
              <a:pPr>
                <a:defRPr/>
              </a:pPr>
              <a:t>46</a:t>
            </a:fld>
            <a:endParaRPr lang="en-US" altLang="zh-CN"/>
          </a:p>
        </p:txBody>
      </p:sp>
    </p:spTree>
    <p:extLst>
      <p:ext uri="{BB962C8B-B14F-4D97-AF65-F5344CB8AC3E}">
        <p14:creationId xmlns:p14="http://schemas.microsoft.com/office/powerpoint/2010/main" val="2313374929"/>
      </p:ext>
    </p:extLst>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4275" name="Rectangle 3"/>
          <p:cNvSpPr>
            <a:spLocks noGrp="1" noChangeArrowheads="1"/>
          </p:cNvSpPr>
          <p:nvPr>
            <p:ph idx="1"/>
          </p:nvPr>
        </p:nvSpPr>
        <p:spPr>
          <a:xfrm>
            <a:off x="478582" y="1288846"/>
            <a:ext cx="10361851" cy="5260605"/>
          </a:xfrm>
        </p:spPr>
        <p:txBody>
          <a:bodyPr>
            <a:normAutofit/>
          </a:bodyPr>
          <a:lstStyle/>
          <a:p>
            <a:pPr eaLnBrk="1" hangingPunct="1">
              <a:buFontTx/>
              <a:buNone/>
            </a:pPr>
            <a:r>
              <a:rPr lang="en-US" altLang="zh-CN" sz="2300" dirty="0">
                <a:solidFill>
                  <a:srgbClr val="0000FF"/>
                </a:solidFill>
                <a:latin typeface="Consolas" panose="020B0609020204030204" pitchFamily="49" charset="0"/>
              </a:rPr>
              <a:t>int main()</a:t>
            </a:r>
          </a:p>
          <a:p>
            <a:pPr eaLnBrk="1" hangingPunct="1">
              <a:buFontTx/>
              <a:buNone/>
            </a:pPr>
            <a:r>
              <a:rPr lang="en-US" altLang="zh-CN" sz="2300" dirty="0">
                <a:solidFill>
                  <a:srgbClr val="0000FF"/>
                </a:solidFill>
                <a:latin typeface="Consolas" panose="020B0609020204030204" pitchFamily="49" charset="0"/>
              </a:rPr>
              <a:t>{</a:t>
            </a:r>
          </a:p>
          <a:p>
            <a:pPr eaLnBrk="1" hangingPunct="1">
              <a:buFontTx/>
              <a:buNone/>
            </a:pPr>
            <a:r>
              <a:rPr lang="en-US" altLang="zh-CN" sz="2300" dirty="0">
                <a:solidFill>
                  <a:srgbClr val="0000FF"/>
                </a:solidFill>
                <a:latin typeface="Consolas" panose="020B0609020204030204" pitchFamily="49" charset="0"/>
              </a:rPr>
              <a:t>		int row, col;</a:t>
            </a:r>
          </a:p>
          <a:p>
            <a:pPr eaLnBrk="1" hangingPunct="1">
              <a:buFontTx/>
              <a:buNone/>
            </a:pPr>
            <a:r>
              <a:rPr lang="en-US" altLang="zh-CN" sz="2300" dirty="0">
                <a:solidFill>
                  <a:srgbClr val="0000FF"/>
                </a:solidFill>
                <a:latin typeface="Consolas" panose="020B0609020204030204" pitchFamily="49" charset="0"/>
              </a:rPr>
              <a:t>		</a:t>
            </a:r>
            <a:r>
              <a:rPr lang="en-US" altLang="zh-CN" sz="2300" dirty="0" err="1">
                <a:solidFill>
                  <a:srgbClr val="0000FF"/>
                </a:solidFill>
                <a:latin typeface="Consolas" panose="020B0609020204030204" pitchFamily="49" charset="0"/>
              </a:rPr>
              <a:t>readdata</a:t>
            </a:r>
            <a:r>
              <a:rPr lang="en-US" altLang="zh-CN" sz="2300" dirty="0">
                <a:solidFill>
                  <a:srgbClr val="0000FF"/>
                </a:solidFill>
                <a:latin typeface="Consolas" panose="020B0609020204030204" pitchFamily="49" charset="0"/>
              </a:rPr>
              <a:t>();</a:t>
            </a:r>
          </a:p>
          <a:p>
            <a:pPr eaLnBrk="1" hangingPunct="1">
              <a:buFontTx/>
              <a:buNone/>
            </a:pPr>
            <a:r>
              <a:rPr lang="en-US" altLang="zh-CN" sz="2300" dirty="0">
                <a:solidFill>
                  <a:srgbClr val="0000FF"/>
                </a:solidFill>
                <a:latin typeface="Consolas" panose="020B0609020204030204" pitchFamily="49" charset="0"/>
              </a:rPr>
              <a:t>		row=s/20;</a:t>
            </a:r>
          </a:p>
          <a:p>
            <a:pPr eaLnBrk="1" hangingPunct="1">
              <a:buFontTx/>
              <a:buNone/>
            </a:pPr>
            <a:r>
              <a:rPr lang="en-US" altLang="zh-CN" sz="2300" dirty="0">
                <a:solidFill>
                  <a:srgbClr val="0000FF"/>
                </a:solidFill>
                <a:latin typeface="Consolas" panose="020B0609020204030204" pitchFamily="49" charset="0"/>
              </a:rPr>
              <a:t>		col=s%20;</a:t>
            </a:r>
          </a:p>
          <a:p>
            <a:pPr eaLnBrk="1" hangingPunct="1">
              <a:buFontTx/>
              <a:buNone/>
            </a:pPr>
            <a:r>
              <a:rPr lang="en-US" altLang="zh-CN" sz="2300" dirty="0">
                <a:solidFill>
                  <a:srgbClr val="0000FF"/>
                </a:solidFill>
                <a:latin typeface="Consolas" panose="020B0609020204030204" pitchFamily="49" charset="0"/>
              </a:rPr>
              <a:t>		search(</a:t>
            </a:r>
            <a:r>
              <a:rPr lang="en-US" altLang="zh-CN" sz="2300" dirty="0" err="1">
                <a:solidFill>
                  <a:srgbClr val="0000FF"/>
                </a:solidFill>
                <a:latin typeface="Consolas" panose="020B0609020204030204" pitchFamily="49" charset="0"/>
              </a:rPr>
              <a:t>row,col</a:t>
            </a:r>
            <a:r>
              <a:rPr lang="en-US" altLang="zh-CN" sz="2300" dirty="0">
                <a:solidFill>
                  <a:srgbClr val="0000FF"/>
                </a:solidFill>
                <a:latin typeface="Consolas" panose="020B0609020204030204" pitchFamily="49" charset="0"/>
              </a:rPr>
              <a:t>);        //</a:t>
            </a:r>
            <a:r>
              <a:rPr lang="zh-CN" altLang="en-US" sz="2300" dirty="0">
                <a:solidFill>
                  <a:srgbClr val="0000FF"/>
                </a:solidFill>
                <a:latin typeface="Consolas" panose="020B0609020204030204" pitchFamily="49" charset="0"/>
              </a:rPr>
              <a:t>递归搜索</a:t>
            </a:r>
          </a:p>
          <a:p>
            <a:pPr eaLnBrk="1" hangingPunct="1">
              <a:buFontTx/>
              <a:buNone/>
            </a:pPr>
            <a:r>
              <a:rPr lang="en-US" altLang="zh-CN" sz="2300" dirty="0">
                <a:solidFill>
                  <a:srgbClr val="0000FF"/>
                </a:solidFill>
                <a:latin typeface="Consolas" panose="020B0609020204030204" pitchFamily="49" charset="0"/>
              </a:rPr>
              <a:t>}</a:t>
            </a:r>
            <a:endParaRPr lang="zh-CN" altLang="en-US" sz="2300" dirty="0">
              <a:solidFill>
                <a:srgbClr val="0000FF"/>
              </a:solidFill>
              <a:latin typeface="Consolas" panose="020B0609020204030204" pitchFamily="49" charset="0"/>
            </a:endParaRPr>
          </a:p>
        </p:txBody>
      </p:sp>
      <p:sp>
        <p:nvSpPr>
          <p:cNvPr id="3" name="灯片编号占位符 5"/>
          <p:cNvSpPr>
            <a:spLocks noGrp="1"/>
          </p:cNvSpPr>
          <p:nvPr>
            <p:ph type="sldNum" sz="quarter" idx="12"/>
          </p:nvPr>
        </p:nvSpPr>
        <p:spPr/>
        <p:txBody>
          <a:bodyPr/>
          <a:lstStyle/>
          <a:p>
            <a:pPr>
              <a:defRPr/>
            </a:pPr>
            <a:fld id="{EEA4C7E7-44CE-4F54-8050-2EE274A0A1FA}" type="slidenum">
              <a:rPr lang="zh-CN" altLang="en-US"/>
              <a:pPr>
                <a:defRPr/>
              </a:pPr>
              <a:t>47</a:t>
            </a:fld>
            <a:endParaRPr lang="en-US" altLang="zh-CN"/>
          </a:p>
        </p:txBody>
      </p:sp>
    </p:spTree>
    <p:extLst>
      <p:ext uri="{BB962C8B-B14F-4D97-AF65-F5344CB8AC3E}">
        <p14:creationId xmlns:p14="http://schemas.microsoft.com/office/powerpoint/2010/main" val="302985674"/>
      </p:ext>
    </p:extLst>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5299" name="Rectangle 2"/>
          <p:cNvSpPr>
            <a:spLocks noGrp="1" noChangeArrowheads="1"/>
          </p:cNvSpPr>
          <p:nvPr>
            <p:ph idx="1"/>
          </p:nvPr>
        </p:nvSpPr>
        <p:spPr>
          <a:xfrm>
            <a:off x="914281" y="1268707"/>
            <a:ext cx="10361851" cy="4828705"/>
          </a:xfrm>
        </p:spPr>
        <p:txBody>
          <a:bodyPr>
            <a:normAutofit/>
          </a:bodyPr>
          <a:lstStyle/>
          <a:p>
            <a:pPr eaLnBrk="1" hangingPunct="1">
              <a:buFontTx/>
              <a:buNone/>
            </a:pPr>
            <a:r>
              <a:rPr lang="en-US" altLang="zh-CN" sz="2300" dirty="0">
                <a:solidFill>
                  <a:srgbClr val="0000FF"/>
                </a:solidFill>
                <a:latin typeface="Consolas" panose="020B0609020204030204" pitchFamily="49" charset="0"/>
              </a:rPr>
              <a:t>int </a:t>
            </a:r>
            <a:r>
              <a:rPr lang="en-US" altLang="zh-CN" sz="2300" dirty="0" err="1">
                <a:solidFill>
                  <a:srgbClr val="0000FF"/>
                </a:solidFill>
                <a:latin typeface="Consolas" panose="020B0609020204030204" pitchFamily="49" charset="0"/>
              </a:rPr>
              <a:t>canplace</a:t>
            </a:r>
            <a:r>
              <a:rPr lang="en-US" altLang="zh-CN" sz="2300" dirty="0">
                <a:solidFill>
                  <a:srgbClr val="0000FF"/>
                </a:solidFill>
                <a:latin typeface="Consolas" panose="020B0609020204030204" pitchFamily="49" charset="0"/>
              </a:rPr>
              <a:t>(int row, int col)</a:t>
            </a:r>
          </a:p>
          <a:p>
            <a:pPr eaLnBrk="1" hangingPunct="1">
              <a:buFontTx/>
              <a:buNone/>
            </a:pPr>
            <a:r>
              <a:rPr lang="en-US" altLang="zh-CN" sz="2300" dirty="0">
                <a:solidFill>
                  <a:srgbClr val="0000FF"/>
                </a:solidFill>
                <a:latin typeface="Consolas" panose="020B0609020204030204" pitchFamily="49" charset="0"/>
              </a:rPr>
              <a:t>{</a:t>
            </a:r>
          </a:p>
          <a:p>
            <a:pPr eaLnBrk="1" hangingPunct="1">
              <a:buFontTx/>
              <a:buNone/>
            </a:pPr>
            <a:r>
              <a:rPr lang="en-US" altLang="zh-CN" sz="2300" dirty="0">
                <a:solidFill>
                  <a:srgbClr val="0000FF"/>
                </a:solidFill>
                <a:latin typeface="Consolas" panose="020B0609020204030204" pitchFamily="49" charset="0"/>
              </a:rPr>
              <a:t>	if(row&gt;=0&amp;&amp;row&lt;20&amp;&amp;col&gt;=0&amp;&amp;col&lt;20&amp;&amp;a[row][col]==0)</a:t>
            </a:r>
          </a:p>
          <a:p>
            <a:pPr eaLnBrk="1" hangingPunct="1">
              <a:buFontTx/>
              <a:buNone/>
            </a:pPr>
            <a:r>
              <a:rPr lang="en-US" altLang="zh-CN" sz="2300" dirty="0">
                <a:solidFill>
                  <a:srgbClr val="0000FF"/>
                </a:solidFill>
                <a:latin typeface="Consolas" panose="020B0609020204030204" pitchFamily="49" charset="0"/>
              </a:rPr>
              <a:t>		return 1;</a:t>
            </a:r>
          </a:p>
          <a:p>
            <a:pPr eaLnBrk="1" hangingPunct="1">
              <a:buFontTx/>
              <a:buNone/>
            </a:pPr>
            <a:r>
              <a:rPr lang="en-US" altLang="zh-CN" sz="2300" dirty="0">
                <a:solidFill>
                  <a:srgbClr val="0000FF"/>
                </a:solidFill>
                <a:latin typeface="Consolas" panose="020B0609020204030204" pitchFamily="49" charset="0"/>
              </a:rPr>
              <a:t>	else</a:t>
            </a:r>
          </a:p>
          <a:p>
            <a:pPr eaLnBrk="1" hangingPunct="1">
              <a:buFontTx/>
              <a:buNone/>
            </a:pPr>
            <a:r>
              <a:rPr lang="en-US" altLang="zh-CN" sz="2300" dirty="0">
                <a:solidFill>
                  <a:srgbClr val="0000FF"/>
                </a:solidFill>
                <a:latin typeface="Consolas" panose="020B0609020204030204" pitchFamily="49" charset="0"/>
              </a:rPr>
              <a:t>		return 0;</a:t>
            </a:r>
          </a:p>
          <a:p>
            <a:pPr eaLnBrk="1" hangingPunct="1">
              <a:buFontTx/>
              <a:buNone/>
            </a:pPr>
            <a:r>
              <a:rPr lang="en-US" altLang="zh-CN" sz="2300" dirty="0">
                <a:solidFill>
                  <a:srgbClr val="0000FF"/>
                </a:solidFill>
                <a:latin typeface="Consolas" panose="020B0609020204030204" pitchFamily="49" charset="0"/>
              </a:rPr>
              <a:t>}</a:t>
            </a:r>
            <a:endParaRPr lang="zh-CN" altLang="en-US" sz="2300" dirty="0">
              <a:solidFill>
                <a:srgbClr val="0000FF"/>
              </a:solidFill>
              <a:latin typeface="Consolas" panose="020B0609020204030204" pitchFamily="49" charset="0"/>
            </a:endParaRPr>
          </a:p>
        </p:txBody>
      </p:sp>
      <p:sp>
        <p:nvSpPr>
          <p:cNvPr id="3" name="灯片编号占位符 5"/>
          <p:cNvSpPr>
            <a:spLocks noGrp="1"/>
          </p:cNvSpPr>
          <p:nvPr>
            <p:ph type="sldNum" sz="quarter" idx="12"/>
          </p:nvPr>
        </p:nvSpPr>
        <p:spPr/>
        <p:txBody>
          <a:bodyPr/>
          <a:lstStyle/>
          <a:p>
            <a:pPr>
              <a:defRPr/>
            </a:pPr>
            <a:fld id="{724FBACF-C08F-4A2C-A89D-3E703EB7CE76}" type="slidenum">
              <a:rPr lang="zh-CN" altLang="en-US"/>
              <a:pPr>
                <a:defRPr/>
              </a:pPr>
              <a:t>48</a:t>
            </a:fld>
            <a:endParaRPr lang="en-US" altLang="zh-CN"/>
          </a:p>
        </p:txBody>
      </p:sp>
    </p:spTree>
    <p:extLst>
      <p:ext uri="{BB962C8B-B14F-4D97-AF65-F5344CB8AC3E}">
        <p14:creationId xmlns:p14="http://schemas.microsoft.com/office/powerpoint/2010/main" val="1894873497"/>
      </p:ext>
    </p:extLst>
  </p:cSld>
  <p:clrMapOvr>
    <a:overrideClrMapping bg1="lt1" tx1="dk1" bg2="lt2" tx2="dk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6323" name="Rectangle 2"/>
          <p:cNvSpPr>
            <a:spLocks noGrp="1" noChangeArrowheads="1"/>
          </p:cNvSpPr>
          <p:nvPr>
            <p:ph idx="1"/>
          </p:nvPr>
        </p:nvSpPr>
        <p:spPr>
          <a:xfrm>
            <a:off x="575658" y="1108482"/>
            <a:ext cx="11039096" cy="5473281"/>
          </a:xfrm>
        </p:spPr>
        <p:txBody>
          <a:bodyPr>
            <a:noAutofit/>
          </a:bodyPr>
          <a:lstStyle/>
          <a:p>
            <a:pPr eaLnBrk="1" hangingPunct="1">
              <a:lnSpc>
                <a:spcPct val="80000"/>
              </a:lnSpc>
              <a:buFontTx/>
              <a:buNone/>
            </a:pPr>
            <a:r>
              <a:rPr lang="en-US" altLang="zh-CN" sz="2300" dirty="0">
                <a:solidFill>
                  <a:srgbClr val="0000FF"/>
                </a:solidFill>
                <a:latin typeface="Consolas" panose="020B0609020204030204" pitchFamily="49" charset="0"/>
              </a:rPr>
              <a:t>void search(int row, int col)</a:t>
            </a:r>
          </a:p>
          <a:p>
            <a:pPr eaLnBrk="1" hangingPunct="1">
              <a:lnSpc>
                <a:spcPct val="80000"/>
              </a:lnSpc>
              <a:buFontTx/>
              <a:buNone/>
            </a:pPr>
            <a:r>
              <a:rPr lang="en-US" altLang="zh-CN" sz="2300" dirty="0">
                <a:solidFill>
                  <a:srgbClr val="0000FF"/>
                </a:solidFill>
                <a:latin typeface="Consolas" panose="020B0609020204030204" pitchFamily="49" charset="0"/>
              </a:rPr>
              <a:t>{</a:t>
            </a:r>
          </a:p>
          <a:p>
            <a:pPr eaLnBrk="1" hangingPunct="1">
              <a:lnSpc>
                <a:spcPct val="80000"/>
              </a:lnSpc>
              <a:buFontTx/>
              <a:buNone/>
            </a:pPr>
            <a:r>
              <a:rPr lang="en-US" altLang="zh-CN" sz="2300" dirty="0">
                <a:solidFill>
                  <a:srgbClr val="0000FF"/>
                </a:solidFill>
                <a:latin typeface="Consolas" panose="020B0609020204030204" pitchFamily="49" charset="0"/>
              </a:rPr>
              <a:t>		if (row</a:t>
            </a:r>
            <a:r>
              <a:rPr lang="zh-CN" altLang="en-US" sz="2300" dirty="0">
                <a:solidFill>
                  <a:srgbClr val="0000FF"/>
                </a:solidFill>
                <a:latin typeface="Consolas" panose="020B0609020204030204" pitchFamily="49" charset="0"/>
              </a:rPr>
              <a:t>*</a:t>
            </a:r>
            <a:r>
              <a:rPr lang="en-US" altLang="zh-CN" sz="2300" dirty="0">
                <a:solidFill>
                  <a:srgbClr val="0000FF"/>
                </a:solidFill>
                <a:latin typeface="Consolas" panose="020B0609020204030204" pitchFamily="49" charset="0"/>
              </a:rPr>
              <a:t>20+col==t)</a:t>
            </a:r>
          </a:p>
          <a:p>
            <a:pPr eaLnBrk="1" hangingPunct="1">
              <a:lnSpc>
                <a:spcPct val="80000"/>
              </a:lnSpc>
              <a:buFontTx/>
              <a:buNone/>
            </a:pPr>
            <a:r>
              <a:rPr lang="en-US" altLang="zh-CN" sz="2300" dirty="0">
                <a:solidFill>
                  <a:srgbClr val="0000FF"/>
                </a:solidFill>
                <a:latin typeface="Consolas" panose="020B0609020204030204" pitchFamily="49" charset="0"/>
              </a:rPr>
              <a:t>        </a:t>
            </a:r>
            <a:r>
              <a:rPr lang="en-US" altLang="zh-CN" sz="2300" dirty="0" err="1">
                <a:solidFill>
                  <a:srgbClr val="0000FF"/>
                </a:solidFill>
                <a:latin typeface="Consolas" panose="020B0609020204030204" pitchFamily="49" charset="0"/>
              </a:rPr>
              <a:t>printresult</a:t>
            </a:r>
            <a:r>
              <a:rPr lang="en-US" altLang="zh-CN" sz="2300" dirty="0">
                <a:solidFill>
                  <a:srgbClr val="0000FF"/>
                </a:solidFill>
                <a:latin typeface="Consolas" panose="020B0609020204030204" pitchFamily="49" charset="0"/>
              </a:rPr>
              <a:t>();</a:t>
            </a:r>
          </a:p>
          <a:p>
            <a:pPr eaLnBrk="1" hangingPunct="1">
              <a:lnSpc>
                <a:spcPct val="80000"/>
              </a:lnSpc>
              <a:buFontTx/>
              <a:buNone/>
            </a:pPr>
            <a:r>
              <a:rPr lang="en-US" altLang="zh-CN" sz="2300" dirty="0">
                <a:solidFill>
                  <a:srgbClr val="0000FF"/>
                </a:solidFill>
                <a:latin typeface="Consolas" panose="020B0609020204030204" pitchFamily="49" charset="0"/>
              </a:rPr>
              <a:t>    int </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a:t>
            </a:r>
          </a:p>
          <a:p>
            <a:pPr eaLnBrk="1" hangingPunct="1">
              <a:lnSpc>
                <a:spcPct val="80000"/>
              </a:lnSpc>
              <a:buFontTx/>
              <a:buNone/>
            </a:pPr>
            <a:r>
              <a:rPr lang="en-US" altLang="zh-CN" sz="2300" dirty="0">
                <a:solidFill>
                  <a:srgbClr val="0000FF"/>
                </a:solidFill>
                <a:latin typeface="Consolas" panose="020B0609020204030204" pitchFamily="49" charset="0"/>
              </a:rPr>
              <a:t>		a[row][col]=1;</a:t>
            </a:r>
          </a:p>
          <a:p>
            <a:pPr eaLnBrk="1" hangingPunct="1">
              <a:lnSpc>
                <a:spcPct val="80000"/>
              </a:lnSpc>
              <a:buFontTx/>
              <a:buNone/>
            </a:pPr>
            <a:r>
              <a:rPr lang="en-US" altLang="zh-CN" sz="2300" dirty="0">
                <a:solidFill>
                  <a:srgbClr val="0000FF"/>
                </a:solidFill>
                <a:latin typeface="Consolas" panose="020B0609020204030204" pitchFamily="49" charset="0"/>
              </a:rPr>
              <a:t>		r=row;              //</a:t>
            </a:r>
            <a:r>
              <a:rPr lang="zh-CN" altLang="en-US" sz="2300" dirty="0">
                <a:solidFill>
                  <a:srgbClr val="0000FF"/>
                </a:solidFill>
                <a:latin typeface="Consolas" panose="020B0609020204030204" pitchFamily="49" charset="0"/>
              </a:rPr>
              <a:t>左</a:t>
            </a:r>
          </a:p>
          <a:p>
            <a:pPr eaLnBrk="1" hangingPunct="1">
              <a:lnSpc>
                <a:spcPct val="80000"/>
              </a:lnSpc>
              <a:buFontTx/>
              <a:buNone/>
            </a:pPr>
            <a:r>
              <a:rPr lang="zh-CN" altLang="en-US" sz="2300" dirty="0">
                <a:solidFill>
                  <a:srgbClr val="0000FF"/>
                </a:solidFill>
                <a:latin typeface="Consolas" panose="020B0609020204030204" pitchFamily="49" charset="0"/>
              </a:rPr>
              <a:t>	</a:t>
            </a:r>
            <a:r>
              <a:rPr lang="en-US" altLang="zh-CN" sz="2300" dirty="0">
                <a:solidFill>
                  <a:srgbClr val="0000FF"/>
                </a:solidFill>
                <a:latin typeface="Consolas" panose="020B0609020204030204" pitchFamily="49" charset="0"/>
              </a:rPr>
              <a:t>	c=col-1;</a:t>
            </a:r>
          </a:p>
          <a:p>
            <a:pPr eaLnBrk="1" hangingPunct="1">
              <a:lnSpc>
                <a:spcPct val="80000"/>
              </a:lnSpc>
              <a:buFontTx/>
              <a:buNone/>
            </a:pPr>
            <a:r>
              <a:rPr lang="en-US" altLang="zh-CN" sz="2300" dirty="0">
                <a:solidFill>
                  <a:srgbClr val="0000FF"/>
                </a:solidFill>
                <a:latin typeface="Consolas" panose="020B0609020204030204" pitchFamily="49" charset="0"/>
              </a:rPr>
              <a:t>		if(</a:t>
            </a:r>
            <a:r>
              <a:rPr lang="en-US" altLang="zh-CN" sz="2300" dirty="0" err="1">
                <a:solidFill>
                  <a:srgbClr val="0000FF"/>
                </a:solidFill>
                <a:latin typeface="Consolas" panose="020B0609020204030204" pitchFamily="49" charset="0"/>
              </a:rPr>
              <a:t>canplace</a:t>
            </a:r>
            <a:r>
              <a:rPr lang="en-US" altLang="zh-CN" sz="2300" dirty="0">
                <a:solidFill>
                  <a:srgbClr val="0000FF"/>
                </a:solidFill>
                <a:latin typeface="Consolas" panose="020B0609020204030204" pitchFamily="49" charset="0"/>
              </a:rPr>
              <a:t>(</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   //</a:t>
            </a:r>
            <a:r>
              <a:rPr lang="zh-CN" altLang="en-US" sz="2300" dirty="0">
                <a:solidFill>
                  <a:srgbClr val="0000FF"/>
                </a:solidFill>
                <a:latin typeface="Consolas" panose="020B0609020204030204" pitchFamily="49" charset="0"/>
              </a:rPr>
              <a:t>判断</a:t>
            </a:r>
            <a:r>
              <a:rPr lang="en-US" altLang="zh-CN" sz="2300" dirty="0">
                <a:solidFill>
                  <a:srgbClr val="0000FF"/>
                </a:solidFill>
                <a:latin typeface="Consolas" panose="020B0609020204030204" pitchFamily="49" charset="0"/>
              </a:rPr>
              <a:t>(</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a:t>
            </a:r>
            <a:r>
              <a:rPr lang="zh-CN" altLang="en-US" sz="2300" dirty="0">
                <a:solidFill>
                  <a:srgbClr val="0000FF"/>
                </a:solidFill>
                <a:latin typeface="Consolas" panose="020B0609020204030204" pitchFamily="49" charset="0"/>
              </a:rPr>
              <a:t>位置是否已经走过</a:t>
            </a:r>
          </a:p>
          <a:p>
            <a:pPr eaLnBrk="1" hangingPunct="1">
              <a:lnSpc>
                <a:spcPct val="80000"/>
              </a:lnSpc>
              <a:buFontTx/>
              <a:buNone/>
            </a:pPr>
            <a:r>
              <a:rPr lang="zh-CN" altLang="en-US" sz="2300" dirty="0">
                <a:solidFill>
                  <a:srgbClr val="0000FF"/>
                </a:solidFill>
                <a:latin typeface="Consolas" panose="020B0609020204030204" pitchFamily="49" charset="0"/>
              </a:rPr>
              <a:t>		</a:t>
            </a:r>
            <a:r>
              <a:rPr lang="en-US" altLang="zh-CN" sz="2300" dirty="0">
                <a:solidFill>
                  <a:srgbClr val="0000FF"/>
                </a:solidFill>
                <a:latin typeface="Consolas" panose="020B0609020204030204" pitchFamily="49" charset="0"/>
              </a:rPr>
              <a:t>	search(</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   //</a:t>
            </a:r>
            <a:r>
              <a:rPr lang="zh-CN" altLang="en-US" sz="2300" dirty="0">
                <a:solidFill>
                  <a:srgbClr val="0000FF"/>
                </a:solidFill>
                <a:latin typeface="Consolas" panose="020B0609020204030204" pitchFamily="49" charset="0"/>
              </a:rPr>
              <a:t>递归搜索</a:t>
            </a:r>
            <a:r>
              <a:rPr lang="en-US" altLang="zh-CN" sz="2300" dirty="0">
                <a:solidFill>
                  <a:srgbClr val="0000FF"/>
                </a:solidFill>
                <a:latin typeface="Consolas" panose="020B0609020204030204" pitchFamily="49" charset="0"/>
              </a:rPr>
              <a:t>(</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a:t>
            </a:r>
          </a:p>
          <a:p>
            <a:pPr eaLnBrk="1" hangingPunct="1">
              <a:lnSpc>
                <a:spcPct val="80000"/>
              </a:lnSpc>
              <a:buFontTx/>
              <a:buNone/>
            </a:pPr>
            <a:r>
              <a:rPr lang="en-US" altLang="zh-CN" sz="2300" dirty="0">
                <a:solidFill>
                  <a:srgbClr val="0000FF"/>
                </a:solidFill>
                <a:latin typeface="Consolas" panose="020B0609020204030204" pitchFamily="49" charset="0"/>
              </a:rPr>
              <a:t>		r=row+1;            //</a:t>
            </a:r>
            <a:r>
              <a:rPr lang="zh-CN" altLang="en-US" sz="2300" dirty="0">
                <a:solidFill>
                  <a:srgbClr val="0000FF"/>
                </a:solidFill>
                <a:latin typeface="Consolas" panose="020B0609020204030204" pitchFamily="49" charset="0"/>
              </a:rPr>
              <a:t>下</a:t>
            </a:r>
          </a:p>
          <a:p>
            <a:pPr eaLnBrk="1" hangingPunct="1">
              <a:lnSpc>
                <a:spcPct val="80000"/>
              </a:lnSpc>
              <a:buFontTx/>
              <a:buNone/>
            </a:pPr>
            <a:r>
              <a:rPr lang="en-US" altLang="zh-CN" sz="2300" dirty="0">
                <a:solidFill>
                  <a:srgbClr val="0000FF"/>
                </a:solidFill>
                <a:latin typeface="Consolas" panose="020B0609020204030204" pitchFamily="49" charset="0"/>
              </a:rPr>
              <a:t>	</a:t>
            </a:r>
            <a:r>
              <a:rPr lang="zh-CN" altLang="en-US" sz="2300" dirty="0">
                <a:solidFill>
                  <a:srgbClr val="0000FF"/>
                </a:solidFill>
                <a:latin typeface="Consolas" panose="020B0609020204030204" pitchFamily="49" charset="0"/>
              </a:rPr>
              <a:t>	</a:t>
            </a:r>
            <a:r>
              <a:rPr lang="en-US" altLang="zh-CN" sz="2300" dirty="0">
                <a:solidFill>
                  <a:srgbClr val="0000FF"/>
                </a:solidFill>
                <a:latin typeface="Consolas" panose="020B0609020204030204" pitchFamily="49" charset="0"/>
              </a:rPr>
              <a:t>c=col;</a:t>
            </a:r>
          </a:p>
          <a:p>
            <a:pPr eaLnBrk="1" hangingPunct="1">
              <a:lnSpc>
                <a:spcPct val="80000"/>
              </a:lnSpc>
              <a:buFontTx/>
              <a:buNone/>
            </a:pPr>
            <a:r>
              <a:rPr lang="en-US" altLang="zh-CN" sz="2300" dirty="0">
                <a:solidFill>
                  <a:srgbClr val="0000FF"/>
                </a:solidFill>
                <a:latin typeface="Consolas" panose="020B0609020204030204" pitchFamily="49" charset="0"/>
              </a:rPr>
              <a:t>		if(</a:t>
            </a:r>
            <a:r>
              <a:rPr lang="en-US" altLang="zh-CN" sz="2300" dirty="0" err="1">
                <a:solidFill>
                  <a:srgbClr val="0000FF"/>
                </a:solidFill>
                <a:latin typeface="Consolas" panose="020B0609020204030204" pitchFamily="49" charset="0"/>
              </a:rPr>
              <a:t>canplace</a:t>
            </a:r>
            <a:r>
              <a:rPr lang="en-US" altLang="zh-CN" sz="2300" dirty="0">
                <a:solidFill>
                  <a:srgbClr val="0000FF"/>
                </a:solidFill>
                <a:latin typeface="Consolas" panose="020B0609020204030204" pitchFamily="49" charset="0"/>
              </a:rPr>
              <a:t>(</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   //</a:t>
            </a:r>
            <a:r>
              <a:rPr lang="zh-CN" altLang="en-US" sz="2300" dirty="0">
                <a:solidFill>
                  <a:srgbClr val="0000FF"/>
                </a:solidFill>
                <a:latin typeface="Consolas" panose="020B0609020204030204" pitchFamily="49" charset="0"/>
              </a:rPr>
              <a:t>判断</a:t>
            </a:r>
            <a:r>
              <a:rPr lang="en-US" altLang="zh-CN" sz="2300" dirty="0">
                <a:solidFill>
                  <a:srgbClr val="0000FF"/>
                </a:solidFill>
                <a:latin typeface="Consolas" panose="020B0609020204030204" pitchFamily="49" charset="0"/>
              </a:rPr>
              <a:t>(</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a:t>
            </a:r>
            <a:r>
              <a:rPr lang="zh-CN" altLang="en-US" sz="2300" dirty="0">
                <a:solidFill>
                  <a:srgbClr val="0000FF"/>
                </a:solidFill>
                <a:latin typeface="Consolas" panose="020B0609020204030204" pitchFamily="49" charset="0"/>
              </a:rPr>
              <a:t>位置是否已经走过</a:t>
            </a:r>
          </a:p>
          <a:p>
            <a:pPr eaLnBrk="1" hangingPunct="1">
              <a:lnSpc>
                <a:spcPct val="80000"/>
              </a:lnSpc>
              <a:buFontTx/>
              <a:buNone/>
            </a:pPr>
            <a:r>
              <a:rPr lang="zh-CN" altLang="en-US" sz="2300" dirty="0">
                <a:solidFill>
                  <a:srgbClr val="0000FF"/>
                </a:solidFill>
                <a:latin typeface="Consolas" panose="020B0609020204030204" pitchFamily="49" charset="0"/>
              </a:rPr>
              <a:t>		</a:t>
            </a:r>
            <a:r>
              <a:rPr lang="en-US" altLang="zh-CN" sz="2300" dirty="0">
                <a:solidFill>
                  <a:srgbClr val="0000FF"/>
                </a:solidFill>
                <a:latin typeface="Consolas" panose="020B0609020204030204" pitchFamily="49" charset="0"/>
              </a:rPr>
              <a:t>	search(</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   //</a:t>
            </a:r>
            <a:r>
              <a:rPr lang="zh-CN" altLang="en-US" sz="2300" dirty="0">
                <a:solidFill>
                  <a:srgbClr val="0000FF"/>
                </a:solidFill>
                <a:latin typeface="Consolas" panose="020B0609020204030204" pitchFamily="49" charset="0"/>
              </a:rPr>
              <a:t>递归搜索</a:t>
            </a:r>
            <a:r>
              <a:rPr lang="en-US" altLang="zh-CN" sz="2300" dirty="0">
                <a:solidFill>
                  <a:srgbClr val="0000FF"/>
                </a:solidFill>
                <a:latin typeface="Consolas" panose="020B0609020204030204" pitchFamily="49" charset="0"/>
              </a:rPr>
              <a:t>(</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a:t>
            </a:r>
          </a:p>
          <a:p>
            <a:pPr eaLnBrk="1" hangingPunct="1">
              <a:lnSpc>
                <a:spcPct val="80000"/>
              </a:lnSpc>
              <a:buFontTx/>
              <a:buNone/>
            </a:pPr>
            <a:r>
              <a:rPr lang="en-US" altLang="zh-CN" sz="2300" dirty="0">
                <a:solidFill>
                  <a:srgbClr val="0000FF"/>
                </a:solidFill>
                <a:latin typeface="Consolas" panose="020B0609020204030204" pitchFamily="49" charset="0"/>
              </a:rPr>
              <a:t>	</a:t>
            </a:r>
            <a:endParaRPr lang="zh-CN" altLang="en-US" sz="2300" dirty="0">
              <a:solidFill>
                <a:srgbClr val="0000FF"/>
              </a:solidFill>
              <a:latin typeface="Consolas" panose="020B0609020204030204" pitchFamily="49" charset="0"/>
            </a:endParaRPr>
          </a:p>
        </p:txBody>
      </p:sp>
      <p:sp>
        <p:nvSpPr>
          <p:cNvPr id="3" name="灯片编号占位符 5"/>
          <p:cNvSpPr>
            <a:spLocks noGrp="1"/>
          </p:cNvSpPr>
          <p:nvPr>
            <p:ph type="sldNum" sz="quarter" idx="12"/>
          </p:nvPr>
        </p:nvSpPr>
        <p:spPr/>
        <p:txBody>
          <a:bodyPr/>
          <a:lstStyle/>
          <a:p>
            <a:pPr>
              <a:defRPr/>
            </a:pPr>
            <a:fld id="{C82896B4-B739-4690-805C-F10672B19F25}" type="slidenum">
              <a:rPr lang="zh-CN" altLang="en-US"/>
              <a:pPr>
                <a:defRPr/>
              </a:pPr>
              <a:t>49</a:t>
            </a:fld>
            <a:endParaRPr lang="en-US" altLang="zh-CN"/>
          </a:p>
        </p:txBody>
      </p:sp>
    </p:spTree>
    <p:extLst>
      <p:ext uri="{BB962C8B-B14F-4D97-AF65-F5344CB8AC3E}">
        <p14:creationId xmlns:p14="http://schemas.microsoft.com/office/powerpoint/2010/main" val="3138984052"/>
      </p:ext>
    </p:extLst>
  </p:cSld>
  <p:clrMapOvr>
    <a:overrideClrMapping bg1="lt1" tx1="dk1" bg2="lt2" tx2="dk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57347" name="Rectangle 2"/>
          <p:cNvSpPr>
            <a:spLocks noGrp="1" noChangeArrowheads="1"/>
          </p:cNvSpPr>
          <p:nvPr>
            <p:ph idx="1"/>
          </p:nvPr>
        </p:nvSpPr>
        <p:spPr>
          <a:xfrm>
            <a:off x="334921" y="1052757"/>
            <a:ext cx="11423749" cy="5044655"/>
          </a:xfrm>
        </p:spPr>
        <p:txBody>
          <a:bodyPr>
            <a:normAutofit/>
          </a:bodyPr>
          <a:lstStyle/>
          <a:p>
            <a:pPr eaLnBrk="1" hangingPunct="1">
              <a:buFontTx/>
              <a:buNone/>
            </a:pPr>
            <a:r>
              <a:rPr lang="en-US" altLang="zh-CN" sz="2300" dirty="0">
                <a:latin typeface="Consolas" panose="020B0609020204030204" pitchFamily="49" charset="0"/>
              </a:rPr>
              <a:t>    </a:t>
            </a:r>
            <a:r>
              <a:rPr lang="en-US" altLang="zh-CN" sz="2300" dirty="0">
                <a:solidFill>
                  <a:srgbClr val="0000FF"/>
                </a:solidFill>
                <a:latin typeface="Consolas" panose="020B0609020204030204" pitchFamily="49" charset="0"/>
              </a:rPr>
              <a:t>r=row;               //</a:t>
            </a:r>
            <a:r>
              <a:rPr lang="zh-CN" altLang="en-US" sz="2300" dirty="0">
                <a:solidFill>
                  <a:srgbClr val="0000FF"/>
                </a:solidFill>
                <a:latin typeface="Consolas" panose="020B0609020204030204" pitchFamily="49" charset="0"/>
              </a:rPr>
              <a:t>右</a:t>
            </a:r>
          </a:p>
          <a:p>
            <a:pPr eaLnBrk="1" hangingPunct="1">
              <a:buFontTx/>
              <a:buNone/>
            </a:pPr>
            <a:r>
              <a:rPr lang="zh-CN" altLang="en-US" sz="2300" dirty="0">
                <a:solidFill>
                  <a:srgbClr val="0000FF"/>
                </a:solidFill>
                <a:latin typeface="Consolas" panose="020B0609020204030204" pitchFamily="49" charset="0"/>
              </a:rPr>
              <a:t>	</a:t>
            </a:r>
            <a:r>
              <a:rPr lang="en-US" altLang="zh-CN" sz="2300" dirty="0">
                <a:solidFill>
                  <a:srgbClr val="0000FF"/>
                </a:solidFill>
                <a:latin typeface="Consolas" panose="020B0609020204030204" pitchFamily="49" charset="0"/>
              </a:rPr>
              <a:t>	c=col+1;</a:t>
            </a:r>
          </a:p>
          <a:p>
            <a:pPr eaLnBrk="1" hangingPunct="1">
              <a:buFontTx/>
              <a:buNone/>
            </a:pPr>
            <a:r>
              <a:rPr lang="en-US" altLang="zh-CN" sz="2300" dirty="0">
                <a:solidFill>
                  <a:srgbClr val="0000FF"/>
                </a:solidFill>
                <a:latin typeface="Consolas" panose="020B0609020204030204" pitchFamily="49" charset="0"/>
              </a:rPr>
              <a:t>		if(</a:t>
            </a:r>
            <a:r>
              <a:rPr lang="en-US" altLang="zh-CN" sz="2300" dirty="0" err="1">
                <a:solidFill>
                  <a:srgbClr val="0000FF"/>
                </a:solidFill>
                <a:latin typeface="Consolas" panose="020B0609020204030204" pitchFamily="49" charset="0"/>
              </a:rPr>
              <a:t>canplace</a:t>
            </a:r>
            <a:r>
              <a:rPr lang="en-US" altLang="zh-CN" sz="2300" dirty="0">
                <a:solidFill>
                  <a:srgbClr val="0000FF"/>
                </a:solidFill>
                <a:latin typeface="Consolas" panose="020B0609020204030204" pitchFamily="49" charset="0"/>
              </a:rPr>
              <a:t>(</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   //</a:t>
            </a:r>
            <a:r>
              <a:rPr lang="zh-CN" altLang="en-US" sz="2300" dirty="0">
                <a:solidFill>
                  <a:srgbClr val="0000FF"/>
                </a:solidFill>
                <a:latin typeface="Consolas" panose="020B0609020204030204" pitchFamily="49" charset="0"/>
              </a:rPr>
              <a:t>判断</a:t>
            </a:r>
            <a:r>
              <a:rPr lang="en-US" altLang="zh-CN" sz="2300" dirty="0">
                <a:solidFill>
                  <a:srgbClr val="0000FF"/>
                </a:solidFill>
                <a:latin typeface="Consolas" panose="020B0609020204030204" pitchFamily="49" charset="0"/>
              </a:rPr>
              <a:t>(</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a:t>
            </a:r>
            <a:r>
              <a:rPr lang="zh-CN" altLang="en-US" sz="2300" dirty="0">
                <a:solidFill>
                  <a:srgbClr val="0000FF"/>
                </a:solidFill>
                <a:latin typeface="Consolas" panose="020B0609020204030204" pitchFamily="49" charset="0"/>
              </a:rPr>
              <a:t>位置是否已经走过</a:t>
            </a:r>
          </a:p>
          <a:p>
            <a:pPr eaLnBrk="1" hangingPunct="1">
              <a:buFontTx/>
              <a:buNone/>
            </a:pPr>
            <a:r>
              <a:rPr lang="zh-CN" altLang="en-US" sz="2300" dirty="0">
                <a:solidFill>
                  <a:srgbClr val="0000FF"/>
                </a:solidFill>
                <a:latin typeface="Consolas" panose="020B0609020204030204" pitchFamily="49" charset="0"/>
              </a:rPr>
              <a:t>		</a:t>
            </a:r>
            <a:r>
              <a:rPr lang="en-US" altLang="zh-CN" sz="2300" dirty="0">
                <a:solidFill>
                  <a:srgbClr val="0000FF"/>
                </a:solidFill>
                <a:latin typeface="Consolas" panose="020B0609020204030204" pitchFamily="49" charset="0"/>
              </a:rPr>
              <a:t>	search(</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    //</a:t>
            </a:r>
            <a:r>
              <a:rPr lang="zh-CN" altLang="en-US" sz="2300" dirty="0">
                <a:solidFill>
                  <a:srgbClr val="0000FF"/>
                </a:solidFill>
                <a:latin typeface="Consolas" panose="020B0609020204030204" pitchFamily="49" charset="0"/>
              </a:rPr>
              <a:t>递归搜索</a:t>
            </a:r>
            <a:r>
              <a:rPr lang="en-US" altLang="zh-CN" sz="2300" dirty="0">
                <a:solidFill>
                  <a:srgbClr val="0000FF"/>
                </a:solidFill>
                <a:latin typeface="Consolas" panose="020B0609020204030204" pitchFamily="49" charset="0"/>
              </a:rPr>
              <a:t>(</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a:t>
            </a:r>
          </a:p>
          <a:p>
            <a:pPr eaLnBrk="1" hangingPunct="1">
              <a:buFontTx/>
              <a:buNone/>
            </a:pPr>
            <a:r>
              <a:rPr lang="en-US" altLang="zh-CN" sz="2300" dirty="0">
                <a:solidFill>
                  <a:srgbClr val="0000FF"/>
                </a:solidFill>
                <a:latin typeface="Consolas" panose="020B0609020204030204" pitchFamily="49" charset="0"/>
              </a:rPr>
              <a:t>		r=row-1;            //</a:t>
            </a:r>
            <a:r>
              <a:rPr lang="zh-CN" altLang="en-US" sz="2300" dirty="0">
                <a:solidFill>
                  <a:srgbClr val="0000FF"/>
                </a:solidFill>
                <a:latin typeface="Consolas" panose="020B0609020204030204" pitchFamily="49" charset="0"/>
              </a:rPr>
              <a:t>上</a:t>
            </a:r>
          </a:p>
          <a:p>
            <a:pPr eaLnBrk="1" hangingPunct="1">
              <a:buFontTx/>
              <a:buNone/>
            </a:pPr>
            <a:r>
              <a:rPr lang="zh-CN" altLang="en-US" sz="2300" dirty="0">
                <a:solidFill>
                  <a:srgbClr val="0000FF"/>
                </a:solidFill>
                <a:latin typeface="Consolas" panose="020B0609020204030204" pitchFamily="49" charset="0"/>
              </a:rPr>
              <a:t>	</a:t>
            </a:r>
            <a:r>
              <a:rPr lang="en-US" altLang="zh-CN" sz="2300" dirty="0">
                <a:solidFill>
                  <a:srgbClr val="0000FF"/>
                </a:solidFill>
                <a:latin typeface="Consolas" panose="020B0609020204030204" pitchFamily="49" charset="0"/>
              </a:rPr>
              <a:t>	c=col;</a:t>
            </a:r>
          </a:p>
          <a:p>
            <a:pPr eaLnBrk="1" hangingPunct="1">
              <a:buFontTx/>
              <a:buNone/>
            </a:pPr>
            <a:r>
              <a:rPr lang="en-US" altLang="zh-CN" sz="2300" dirty="0">
                <a:solidFill>
                  <a:srgbClr val="0000FF"/>
                </a:solidFill>
                <a:latin typeface="Consolas" panose="020B0609020204030204" pitchFamily="49" charset="0"/>
              </a:rPr>
              <a:t>		if(</a:t>
            </a:r>
            <a:r>
              <a:rPr lang="en-US" altLang="zh-CN" sz="2300" dirty="0" err="1">
                <a:solidFill>
                  <a:srgbClr val="0000FF"/>
                </a:solidFill>
                <a:latin typeface="Consolas" panose="020B0609020204030204" pitchFamily="49" charset="0"/>
              </a:rPr>
              <a:t>canplace</a:t>
            </a:r>
            <a:r>
              <a:rPr lang="en-US" altLang="zh-CN" sz="2300" dirty="0">
                <a:solidFill>
                  <a:srgbClr val="0000FF"/>
                </a:solidFill>
                <a:latin typeface="Consolas" panose="020B0609020204030204" pitchFamily="49" charset="0"/>
              </a:rPr>
              <a:t>(</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   //</a:t>
            </a:r>
            <a:r>
              <a:rPr lang="zh-CN" altLang="en-US" sz="2300" dirty="0">
                <a:solidFill>
                  <a:srgbClr val="0000FF"/>
                </a:solidFill>
                <a:latin typeface="Consolas" panose="020B0609020204030204" pitchFamily="49" charset="0"/>
              </a:rPr>
              <a:t>判断</a:t>
            </a:r>
            <a:r>
              <a:rPr lang="en-US" altLang="zh-CN" sz="2300" dirty="0">
                <a:solidFill>
                  <a:srgbClr val="0000FF"/>
                </a:solidFill>
                <a:latin typeface="Consolas" panose="020B0609020204030204" pitchFamily="49" charset="0"/>
              </a:rPr>
              <a:t>(</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a:t>
            </a:r>
            <a:r>
              <a:rPr lang="zh-CN" altLang="en-US" sz="2300" dirty="0">
                <a:solidFill>
                  <a:srgbClr val="0000FF"/>
                </a:solidFill>
                <a:latin typeface="Consolas" panose="020B0609020204030204" pitchFamily="49" charset="0"/>
              </a:rPr>
              <a:t>位置是否已经走过</a:t>
            </a:r>
          </a:p>
          <a:p>
            <a:pPr eaLnBrk="1" hangingPunct="1">
              <a:buFontTx/>
              <a:buNone/>
            </a:pPr>
            <a:r>
              <a:rPr lang="zh-CN" altLang="en-US" sz="2300" dirty="0">
                <a:solidFill>
                  <a:srgbClr val="0000FF"/>
                </a:solidFill>
                <a:latin typeface="Consolas" panose="020B0609020204030204" pitchFamily="49" charset="0"/>
              </a:rPr>
              <a:t>		</a:t>
            </a:r>
            <a:r>
              <a:rPr lang="en-US" altLang="zh-CN" sz="2300" dirty="0">
                <a:solidFill>
                  <a:srgbClr val="0000FF"/>
                </a:solidFill>
                <a:latin typeface="Consolas" panose="020B0609020204030204" pitchFamily="49" charset="0"/>
              </a:rPr>
              <a:t>	search(</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        //</a:t>
            </a:r>
            <a:r>
              <a:rPr lang="zh-CN" altLang="en-US" sz="2300" dirty="0">
                <a:solidFill>
                  <a:srgbClr val="0000FF"/>
                </a:solidFill>
                <a:latin typeface="Consolas" panose="020B0609020204030204" pitchFamily="49" charset="0"/>
              </a:rPr>
              <a:t>递归搜索</a:t>
            </a:r>
            <a:r>
              <a:rPr lang="en-US" altLang="zh-CN" sz="2300" dirty="0">
                <a:solidFill>
                  <a:srgbClr val="0000FF"/>
                </a:solidFill>
                <a:latin typeface="Consolas" panose="020B0609020204030204" pitchFamily="49" charset="0"/>
              </a:rPr>
              <a:t>(</a:t>
            </a:r>
            <a:r>
              <a:rPr lang="en-US" altLang="zh-CN" sz="2300" dirty="0" err="1">
                <a:solidFill>
                  <a:srgbClr val="0000FF"/>
                </a:solidFill>
                <a:latin typeface="Consolas" panose="020B0609020204030204" pitchFamily="49" charset="0"/>
              </a:rPr>
              <a:t>r,c</a:t>
            </a:r>
            <a:r>
              <a:rPr lang="en-US" altLang="zh-CN" sz="2300" dirty="0">
                <a:solidFill>
                  <a:srgbClr val="0000FF"/>
                </a:solidFill>
                <a:latin typeface="Consolas" panose="020B0609020204030204" pitchFamily="49" charset="0"/>
              </a:rPr>
              <a:t>)</a:t>
            </a:r>
          </a:p>
          <a:p>
            <a:pPr eaLnBrk="1" hangingPunct="1">
              <a:buFontTx/>
              <a:buNone/>
            </a:pPr>
            <a:r>
              <a:rPr lang="en-US" altLang="zh-CN" sz="2300" dirty="0">
                <a:solidFill>
                  <a:srgbClr val="0000FF"/>
                </a:solidFill>
                <a:latin typeface="Consolas" panose="020B0609020204030204" pitchFamily="49" charset="0"/>
              </a:rPr>
              <a:t>}</a:t>
            </a:r>
            <a:endParaRPr lang="zh-CN" altLang="en-US" sz="2300" dirty="0">
              <a:solidFill>
                <a:srgbClr val="0000FF"/>
              </a:solidFill>
              <a:latin typeface="Consolas" panose="020B0609020204030204" pitchFamily="49" charset="0"/>
            </a:endParaRPr>
          </a:p>
          <a:p>
            <a:pPr eaLnBrk="1" hangingPunct="1">
              <a:buFontTx/>
              <a:buNone/>
            </a:pPr>
            <a:endParaRPr lang="zh-CN" altLang="en-US" sz="2300" dirty="0">
              <a:latin typeface="Consolas" panose="020B0609020204030204" pitchFamily="49" charset="0"/>
            </a:endParaRPr>
          </a:p>
        </p:txBody>
      </p:sp>
      <p:sp>
        <p:nvSpPr>
          <p:cNvPr id="3" name="灯片编号占位符 5"/>
          <p:cNvSpPr>
            <a:spLocks noGrp="1"/>
          </p:cNvSpPr>
          <p:nvPr>
            <p:ph type="sldNum" sz="quarter" idx="12"/>
          </p:nvPr>
        </p:nvSpPr>
        <p:spPr/>
        <p:txBody>
          <a:bodyPr/>
          <a:lstStyle/>
          <a:p>
            <a:pPr>
              <a:defRPr/>
            </a:pPr>
            <a:fld id="{B7099925-CD3B-4225-9E2E-7DF887CF59EA}" type="slidenum">
              <a:rPr lang="zh-CN" altLang="en-US"/>
              <a:pPr>
                <a:defRPr/>
              </a:pPr>
              <a:t>50</a:t>
            </a:fld>
            <a:endParaRPr lang="en-US" altLang="zh-CN"/>
          </a:p>
        </p:txBody>
      </p:sp>
    </p:spTree>
    <p:extLst>
      <p:ext uri="{BB962C8B-B14F-4D97-AF65-F5344CB8AC3E}">
        <p14:creationId xmlns:p14="http://schemas.microsoft.com/office/powerpoint/2010/main" val="668509914"/>
      </p:ext>
    </p:extLst>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49155" name="Rectangle 2"/>
          <p:cNvSpPr>
            <a:spLocks noGrp="1" noChangeArrowheads="1"/>
          </p:cNvSpPr>
          <p:nvPr>
            <p:ph idx="1"/>
          </p:nvPr>
        </p:nvSpPr>
        <p:spPr>
          <a:xfrm>
            <a:off x="624337" y="981303"/>
            <a:ext cx="11134333" cy="5116109"/>
          </a:xfrm>
        </p:spPr>
        <p:txBody>
          <a:bodyPr/>
          <a:lstStyle/>
          <a:p>
            <a:pPr marL="0" indent="0">
              <a:buNone/>
            </a:pPr>
            <a:r>
              <a:rPr lang="zh-CN" altLang="en-US" sz="4300" b="1" dirty="0">
                <a:solidFill>
                  <a:schemeClr val="accent1"/>
                </a:solidFill>
              </a:rPr>
              <a:t>翻硬币问题</a:t>
            </a:r>
          </a:p>
          <a:p>
            <a:pPr marL="0" indent="0">
              <a:buNone/>
            </a:pPr>
            <a:r>
              <a:rPr lang="zh-CN" altLang="en-US" sz="2700" b="1" dirty="0">
                <a:solidFill>
                  <a:srgbClr val="0000FF"/>
                </a:solidFill>
                <a:latin typeface="华文楷体" panose="02010600040101010101" pitchFamily="2" charset="-122"/>
                <a:ea typeface="华文楷体" panose="02010600040101010101" pitchFamily="2" charset="-122"/>
              </a:rPr>
              <a:t>把硬币摆放成</a:t>
            </a:r>
            <a:r>
              <a:rPr lang="en-US" altLang="zh-CN" sz="2700" b="1" dirty="0">
                <a:solidFill>
                  <a:srgbClr val="0000FF"/>
                </a:solidFill>
                <a:latin typeface="华文楷体" panose="02010600040101010101" pitchFamily="2" charset="-122"/>
                <a:ea typeface="华文楷体" panose="02010600040101010101" pitchFamily="2" charset="-122"/>
              </a:rPr>
              <a:t>32×9</a:t>
            </a:r>
            <a:r>
              <a:rPr lang="zh-CN" altLang="en-US" sz="2700" b="1" dirty="0">
                <a:solidFill>
                  <a:srgbClr val="0000FF"/>
                </a:solidFill>
                <a:latin typeface="华文楷体" panose="02010600040101010101" pitchFamily="2" charset="-122"/>
                <a:ea typeface="华文楷体" panose="02010600040101010101" pitchFamily="2" charset="-122"/>
              </a:rPr>
              <a:t>的矩阵，你可以随意翻转矩阵中的某些行和某些列，问正面朝上的硬币最多有多少枚？</a:t>
            </a:r>
          </a:p>
        </p:txBody>
      </p:sp>
      <p:sp>
        <p:nvSpPr>
          <p:cNvPr id="3" name="灯片编号占位符 5"/>
          <p:cNvSpPr>
            <a:spLocks noGrp="1"/>
          </p:cNvSpPr>
          <p:nvPr>
            <p:ph type="sldNum" sz="quarter" idx="12"/>
          </p:nvPr>
        </p:nvSpPr>
        <p:spPr/>
        <p:txBody>
          <a:bodyPr/>
          <a:lstStyle/>
          <a:p>
            <a:pPr>
              <a:defRPr/>
            </a:pPr>
            <a:fld id="{AA735508-31C3-4CC3-98AC-224C96423956}" type="slidenum">
              <a:rPr lang="zh-CN" altLang="en-US"/>
              <a:pPr>
                <a:defRPr/>
              </a:pPr>
              <a:t>51</a:t>
            </a:fld>
            <a:endParaRPr lang="en-US" altLang="zh-CN"/>
          </a:p>
        </p:txBody>
      </p:sp>
    </p:spTree>
    <p:extLst>
      <p:ext uri="{BB962C8B-B14F-4D97-AF65-F5344CB8AC3E}">
        <p14:creationId xmlns:p14="http://schemas.microsoft.com/office/powerpoint/2010/main" val="1342451887"/>
      </p:ext>
    </p:extLst>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39126BF1-E28A-4DC6-94F5-4270847A1047}" type="slidenum">
              <a:rPr lang="zh-CN" altLang="en-US"/>
              <a:pPr>
                <a:defRPr/>
              </a:pPr>
              <a:t>52</a:t>
            </a:fld>
            <a:endParaRPr lang="en-US" altLang="zh-CN"/>
          </a:p>
        </p:txBody>
      </p:sp>
      <p:sp>
        <p:nvSpPr>
          <p:cNvPr id="59396" name="Text Box 6"/>
          <p:cNvSpPr txBox="1">
            <a:spLocks noChangeArrowheads="1"/>
          </p:cNvSpPr>
          <p:nvPr/>
        </p:nvSpPr>
        <p:spPr bwMode="auto">
          <a:xfrm>
            <a:off x="819286" y="981522"/>
            <a:ext cx="4260997" cy="463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zh-CN" altLang="en-US" sz="2300" b="1" dirty="0">
                <a:solidFill>
                  <a:srgbClr val="0000FF"/>
                </a:solidFill>
                <a:latin typeface="华文楷体" panose="02010600040101010101" pitchFamily="2" charset="-122"/>
                <a:ea typeface="华文楷体" panose="02010600040101010101" pitchFamily="2" charset="-122"/>
              </a:rPr>
              <a:t>遍历排列树需要</a:t>
            </a:r>
            <a:r>
              <a:rPr lang="en-US" altLang="zh-CN" sz="2300" b="1" dirty="0">
                <a:solidFill>
                  <a:srgbClr val="0000FF"/>
                </a:solidFill>
                <a:latin typeface="华文楷体" panose="02010600040101010101" pitchFamily="2" charset="-122"/>
                <a:ea typeface="华文楷体" panose="02010600040101010101" pitchFamily="2" charset="-122"/>
              </a:rPr>
              <a:t>O(n!)</a:t>
            </a:r>
            <a:r>
              <a:rPr lang="zh-CN" altLang="en-US" sz="2300" b="1" dirty="0">
                <a:solidFill>
                  <a:srgbClr val="0000FF"/>
                </a:solidFill>
                <a:latin typeface="华文楷体" panose="02010600040101010101" pitchFamily="2" charset="-122"/>
                <a:ea typeface="华文楷体" panose="02010600040101010101" pitchFamily="2" charset="-122"/>
              </a:rPr>
              <a:t>计算时间 </a:t>
            </a:r>
          </a:p>
        </p:txBody>
      </p:sp>
      <p:sp>
        <p:nvSpPr>
          <p:cNvPr id="59397" name="Text Box 8"/>
          <p:cNvSpPr txBox="1">
            <a:spLocks noChangeArrowheads="1"/>
          </p:cNvSpPr>
          <p:nvPr/>
        </p:nvSpPr>
        <p:spPr bwMode="auto">
          <a:xfrm>
            <a:off x="819285" y="1655352"/>
            <a:ext cx="8400716" cy="3786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square"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en-US" altLang="zh-CN" sz="2300" dirty="0">
                <a:solidFill>
                  <a:srgbClr val="0000FF"/>
                </a:solidFill>
                <a:latin typeface="Consolas" panose="020B0609020204030204" pitchFamily="49" charset="0"/>
              </a:rPr>
              <a:t>void </a:t>
            </a:r>
            <a:r>
              <a:rPr lang="en-US" altLang="zh-CN" sz="2300" b="1" dirty="0">
                <a:solidFill>
                  <a:srgbClr val="0000FF"/>
                </a:solidFill>
                <a:latin typeface="Consolas" panose="020B0609020204030204" pitchFamily="49" charset="0"/>
              </a:rPr>
              <a:t>backtrack</a:t>
            </a:r>
            <a:r>
              <a:rPr lang="en-US" altLang="zh-CN" sz="2300" dirty="0">
                <a:solidFill>
                  <a:srgbClr val="0000FF"/>
                </a:solidFill>
                <a:latin typeface="Consolas" panose="020B0609020204030204" pitchFamily="49" charset="0"/>
              </a:rPr>
              <a:t> (int t)</a:t>
            </a:r>
          </a:p>
          <a:p>
            <a:pPr eaLnBrk="1" hangingPunct="1"/>
            <a:r>
              <a:rPr lang="en-US" altLang="zh-CN" sz="2300" dirty="0">
                <a:solidFill>
                  <a:srgbClr val="0000FF"/>
                </a:solidFill>
                <a:latin typeface="Consolas" panose="020B0609020204030204" pitchFamily="49" charset="0"/>
              </a:rPr>
              <a:t>{</a:t>
            </a:r>
          </a:p>
          <a:p>
            <a:pPr eaLnBrk="1" hangingPunct="1"/>
            <a:r>
              <a:rPr lang="en-US" altLang="zh-CN" sz="2300" dirty="0">
                <a:solidFill>
                  <a:srgbClr val="0000FF"/>
                </a:solidFill>
                <a:latin typeface="Consolas" panose="020B0609020204030204" pitchFamily="49" charset="0"/>
              </a:rPr>
              <a:t>  if (t&gt;n) output(x);</a:t>
            </a:r>
          </a:p>
          <a:p>
            <a:pPr eaLnBrk="1" hangingPunct="1"/>
            <a:r>
              <a:rPr lang="en-US" altLang="zh-CN" sz="2300" dirty="0">
                <a:solidFill>
                  <a:srgbClr val="0000FF"/>
                </a:solidFill>
                <a:latin typeface="Consolas" panose="020B0609020204030204" pitchFamily="49" charset="0"/>
              </a:rPr>
              <a:t>  else</a:t>
            </a:r>
          </a:p>
          <a:p>
            <a:pPr eaLnBrk="1" hangingPunct="1"/>
            <a:r>
              <a:rPr lang="en-US" altLang="zh-CN" sz="2300" dirty="0">
                <a:solidFill>
                  <a:srgbClr val="0000FF"/>
                </a:solidFill>
                <a:latin typeface="Consolas" panose="020B0609020204030204" pitchFamily="49" charset="0"/>
              </a:rPr>
              <a:t>   	for (int </a:t>
            </a:r>
            <a:r>
              <a:rPr lang="en-US" altLang="zh-CN" sz="2300" dirty="0" err="1">
                <a:solidFill>
                  <a:srgbClr val="0000FF"/>
                </a:solidFill>
                <a:latin typeface="Consolas" panose="020B0609020204030204" pitchFamily="49" charset="0"/>
              </a:rPr>
              <a:t>i</a:t>
            </a:r>
            <a:r>
              <a:rPr lang="en-US" altLang="zh-CN" sz="2300" dirty="0">
                <a:solidFill>
                  <a:srgbClr val="0000FF"/>
                </a:solidFill>
                <a:latin typeface="Consolas" panose="020B0609020204030204" pitchFamily="49" charset="0"/>
              </a:rPr>
              <a:t>=</a:t>
            </a:r>
            <a:r>
              <a:rPr lang="en-US" altLang="zh-CN" sz="2300" dirty="0" err="1">
                <a:solidFill>
                  <a:srgbClr val="0000FF"/>
                </a:solidFill>
                <a:latin typeface="Consolas" panose="020B0609020204030204" pitchFamily="49" charset="0"/>
              </a:rPr>
              <a:t>t;i</a:t>
            </a:r>
            <a:r>
              <a:rPr lang="en-US" altLang="zh-CN" sz="2300" dirty="0">
                <a:solidFill>
                  <a:srgbClr val="0000FF"/>
                </a:solidFill>
                <a:latin typeface="Consolas" panose="020B0609020204030204" pitchFamily="49" charset="0"/>
              </a:rPr>
              <a:t>&lt;=</a:t>
            </a:r>
            <a:r>
              <a:rPr lang="en-US" altLang="zh-CN" sz="2300" dirty="0" err="1">
                <a:solidFill>
                  <a:srgbClr val="0000FF"/>
                </a:solidFill>
                <a:latin typeface="Consolas" panose="020B0609020204030204" pitchFamily="49" charset="0"/>
              </a:rPr>
              <a:t>n;i</a:t>
            </a:r>
            <a:r>
              <a:rPr lang="en-US" altLang="zh-CN" sz="2300" dirty="0">
                <a:solidFill>
                  <a:srgbClr val="0000FF"/>
                </a:solidFill>
                <a:latin typeface="Consolas" panose="020B0609020204030204" pitchFamily="49" charset="0"/>
              </a:rPr>
              <a:t>++) {</a:t>
            </a:r>
          </a:p>
          <a:p>
            <a:pPr eaLnBrk="1" hangingPunct="1"/>
            <a:r>
              <a:rPr lang="en-US" altLang="zh-CN" sz="2300" dirty="0">
                <a:solidFill>
                  <a:srgbClr val="0000FF"/>
                </a:solidFill>
                <a:latin typeface="Consolas" panose="020B0609020204030204" pitchFamily="49" charset="0"/>
              </a:rPr>
              <a:t>        swap(x[t], x[</a:t>
            </a:r>
            <a:r>
              <a:rPr lang="en-US" altLang="zh-CN" sz="2300" dirty="0" err="1">
                <a:solidFill>
                  <a:srgbClr val="0000FF"/>
                </a:solidFill>
                <a:latin typeface="Consolas" panose="020B0609020204030204" pitchFamily="49" charset="0"/>
              </a:rPr>
              <a:t>i</a:t>
            </a:r>
            <a:r>
              <a:rPr lang="en-US" altLang="zh-CN" sz="2300" dirty="0">
                <a:solidFill>
                  <a:srgbClr val="0000FF"/>
                </a:solidFill>
                <a:latin typeface="Consolas" panose="020B0609020204030204" pitchFamily="49" charset="0"/>
              </a:rPr>
              <a:t>]);</a:t>
            </a:r>
          </a:p>
          <a:p>
            <a:pPr eaLnBrk="1" hangingPunct="1"/>
            <a:r>
              <a:rPr lang="en-US" altLang="zh-CN" sz="2300" dirty="0">
                <a:solidFill>
                  <a:srgbClr val="0000FF"/>
                </a:solidFill>
                <a:latin typeface="Consolas" panose="020B0609020204030204" pitchFamily="49" charset="0"/>
              </a:rPr>
              <a:t>        if (legal(t)) backtrack(t+1);</a:t>
            </a:r>
          </a:p>
          <a:p>
            <a:pPr eaLnBrk="1" hangingPunct="1"/>
            <a:r>
              <a:rPr lang="en-US" altLang="zh-CN" sz="2300" dirty="0">
                <a:solidFill>
                  <a:srgbClr val="0000FF"/>
                </a:solidFill>
                <a:latin typeface="Consolas" panose="020B0609020204030204" pitchFamily="49" charset="0"/>
              </a:rPr>
              <a:t>        swap(x[t], x[</a:t>
            </a:r>
            <a:r>
              <a:rPr lang="en-US" altLang="zh-CN" sz="2300" dirty="0" err="1">
                <a:solidFill>
                  <a:srgbClr val="0000FF"/>
                </a:solidFill>
                <a:latin typeface="Consolas" panose="020B0609020204030204" pitchFamily="49" charset="0"/>
              </a:rPr>
              <a:t>i</a:t>
            </a:r>
            <a:r>
              <a:rPr lang="en-US" altLang="zh-CN" sz="2300" dirty="0">
                <a:solidFill>
                  <a:srgbClr val="0000FF"/>
                </a:solidFill>
                <a:latin typeface="Consolas" panose="020B0609020204030204" pitchFamily="49" charset="0"/>
              </a:rPr>
              <a:t>]);</a:t>
            </a:r>
          </a:p>
          <a:p>
            <a:pPr eaLnBrk="1" hangingPunct="1"/>
            <a:r>
              <a:rPr lang="en-US" altLang="zh-CN" sz="2300" dirty="0">
                <a:solidFill>
                  <a:srgbClr val="0000FF"/>
                </a:solidFill>
                <a:latin typeface="Consolas" panose="020B0609020204030204" pitchFamily="49" charset="0"/>
              </a:rPr>
              <a:t>      }</a:t>
            </a:r>
          </a:p>
          <a:p>
            <a:pPr eaLnBrk="1" hangingPunct="1"/>
            <a:r>
              <a:rPr lang="en-US" altLang="zh-CN" sz="2300" dirty="0">
                <a:solidFill>
                  <a:srgbClr val="0000FF"/>
                </a:solidFill>
                <a:latin typeface="Consolas" panose="020B0609020204030204" pitchFamily="49" charset="0"/>
              </a:rPr>
              <a:t>} </a:t>
            </a:r>
            <a:endParaRPr lang="zh-CN" altLang="en-US" sz="2300" dirty="0">
              <a:solidFill>
                <a:srgbClr val="0000FF"/>
              </a:solidFill>
              <a:latin typeface="Consolas" panose="020B0609020204030204" pitchFamily="49" charset="0"/>
            </a:endParaRPr>
          </a:p>
        </p:txBody>
      </p:sp>
      <p:sp>
        <p:nvSpPr>
          <p:cNvPr id="2" name="基础扎实 / Strong Preparation">
            <a:extLst>
              <a:ext uri="{FF2B5EF4-FFF2-40B4-BE49-F238E27FC236}">
                <a16:creationId xmlns:a16="http://schemas.microsoft.com/office/drawing/2014/main" id="{C05DB6AD-89FB-CAC6-7A4B-D540A7C3EAFB}"/>
              </a:ext>
            </a:extLst>
          </p:cNvPr>
          <p:cNvSpPr txBox="1"/>
          <p:nvPr/>
        </p:nvSpPr>
        <p:spPr>
          <a:xfrm>
            <a:off x="2603627" y="367980"/>
            <a:ext cx="5870237" cy="561660"/>
          </a:xfrm>
          <a:prstGeom prst="rect">
            <a:avLst/>
          </a:prstGeom>
          <a:noFill/>
          <a:ln>
            <a:noFill/>
          </a:ln>
        </p:spPr>
        <p:txBody>
          <a:bodyPr wrap="square" lIns="68549" tIns="34274" rIns="68549" bIns="34274" rtlCol="0">
            <a:spAutoFit/>
          </a:bodyPr>
          <a:lstStyle/>
          <a:p>
            <a:pPr algn="ctr" defTabSz="950595">
              <a:buClr>
                <a:prstClr val="white"/>
              </a:buClr>
              <a:buSzTx/>
              <a:buFontTx/>
              <a:defRPr/>
            </a:pPr>
            <a:r>
              <a:rPr lang="en-US" altLang="zh-CN" sz="3200" b="1" spc="50" dirty="0">
                <a:ln w="11430"/>
                <a:solidFill>
                  <a:srgbClr val="006600"/>
                </a:solidFill>
                <a:latin typeface="+mn-ea"/>
                <a:sym typeface="Arial" panose="020B0604020202020204" pitchFamily="34" charset="0"/>
              </a:rPr>
              <a:t>3</a:t>
            </a:r>
            <a:r>
              <a:rPr lang="zh-CN" altLang="en-US" sz="3200" b="1" spc="50" dirty="0">
                <a:ln w="11430"/>
                <a:solidFill>
                  <a:srgbClr val="006600"/>
                </a:solidFill>
                <a:latin typeface="+mn-ea"/>
                <a:sym typeface="Arial" panose="020B0604020202020204" pitchFamily="34" charset="0"/>
              </a:rPr>
              <a:t>.</a:t>
            </a:r>
            <a:r>
              <a:rPr lang="en-US" altLang="zh-CN" sz="3200" b="1" spc="50" dirty="0">
                <a:ln w="11430"/>
                <a:solidFill>
                  <a:srgbClr val="006600"/>
                </a:solidFill>
                <a:latin typeface="+mn-ea"/>
                <a:sym typeface="Arial" panose="020B0604020202020204" pitchFamily="34" charset="0"/>
              </a:rPr>
              <a:t>9</a:t>
            </a:r>
            <a:r>
              <a:rPr lang="zh-CN" altLang="en-US" sz="3200" b="1" spc="50" dirty="0">
                <a:ln w="11430"/>
                <a:solidFill>
                  <a:srgbClr val="006600"/>
                </a:solidFill>
                <a:latin typeface="+mn-ea"/>
                <a:sym typeface="Arial" panose="020B0604020202020204" pitchFamily="34" charset="0"/>
              </a:rPr>
              <a:t> 排列问题</a:t>
            </a:r>
          </a:p>
        </p:txBody>
      </p:sp>
    </p:spTree>
    <p:extLst>
      <p:ext uri="{BB962C8B-B14F-4D97-AF65-F5344CB8AC3E}">
        <p14:creationId xmlns:p14="http://schemas.microsoft.com/office/powerpoint/2010/main" val="2430039781"/>
      </p:ext>
    </p:extLst>
  </p:cSld>
  <p:clrMapOvr>
    <a:overrideClrMapping bg1="lt1" tx1="dk1" bg2="lt2" tx2="dk2" accent1="accent1" accent2="accent2" accent3="accent3" accent4="accent4" accent5="accent5" accent6="accent6" hlink="hlink" folHlink="folHlink"/>
  </p:clrMapOvr>
  <p:transition/>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7B56D356-8A77-41FE-96DB-734F8C0A93DF}" type="slidenum">
              <a:rPr lang="en-US" altLang="zh-CN" smtClean="0"/>
              <a:pPr>
                <a:defRPr/>
              </a:pPr>
              <a:t>53</a:t>
            </a:fld>
            <a:endParaRPr lang="en-US" altLang="zh-CN"/>
          </a:p>
        </p:txBody>
      </p:sp>
      <p:sp>
        <p:nvSpPr>
          <p:cNvPr id="60419" name="矩形 2"/>
          <p:cNvSpPr>
            <a:spLocks noChangeArrowheads="1"/>
          </p:cNvSpPr>
          <p:nvPr/>
        </p:nvSpPr>
        <p:spPr bwMode="auto">
          <a:xfrm>
            <a:off x="118542" y="1125538"/>
            <a:ext cx="9001000" cy="2248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850" tIns="54425" rIns="108850" bIns="54425">
            <a:spAutoFit/>
          </a:bodyPr>
          <a:lstStyle/>
          <a:p>
            <a:r>
              <a:rPr lang="zh-CN" altLang="en-US" sz="2300" dirty="0">
                <a:latin typeface="宋体" pitchFamily="2" charset="-122"/>
                <a:ea typeface="宋体" pitchFamily="2" charset="-122"/>
              </a:rPr>
              <a:t> </a:t>
            </a:r>
            <a:r>
              <a:rPr lang="zh-CN" altLang="zh-CN" sz="2400" b="1" dirty="0">
                <a:solidFill>
                  <a:srgbClr val="FF0000"/>
                </a:solidFill>
                <a:latin typeface="华文楷体" panose="02010600040101010101" pitchFamily="2" charset="-122"/>
                <a:ea typeface="华文楷体" panose="02010600040101010101" pitchFamily="2" charset="-122"/>
                <a:cs typeface="Consolas" pitchFamily="49" charset="0"/>
              </a:rPr>
              <a:t> 【</a:t>
            </a:r>
            <a:r>
              <a:rPr lang="zh-CN" altLang="en-US" sz="2400" b="1" dirty="0">
                <a:solidFill>
                  <a:srgbClr val="FF0000"/>
                </a:solidFill>
                <a:latin typeface="华文楷体" panose="02010600040101010101" pitchFamily="2" charset="-122"/>
                <a:ea typeface="华文楷体" panose="02010600040101010101" pitchFamily="2" charset="-122"/>
                <a:cs typeface="Consolas" pitchFamily="49" charset="0"/>
              </a:rPr>
              <a:t>问题描述</a:t>
            </a:r>
            <a:r>
              <a:rPr lang="zh-CN" altLang="zh-CN" sz="2400" b="1" dirty="0">
                <a:solidFill>
                  <a:srgbClr val="FF0000"/>
                </a:solidFill>
                <a:latin typeface="华文楷体" panose="02010600040101010101" pitchFamily="2" charset="-122"/>
                <a:ea typeface="华文楷体" panose="02010600040101010101" pitchFamily="2" charset="-122"/>
                <a:cs typeface="Consolas" pitchFamily="49" charset="0"/>
              </a:rPr>
              <a:t>】</a:t>
            </a:r>
            <a:r>
              <a:rPr lang="zh-CN" altLang="en-US" sz="2300" b="1" dirty="0">
                <a:solidFill>
                  <a:srgbClr val="0000FF"/>
                </a:solidFill>
                <a:latin typeface="华文楷体" panose="02010600040101010101" pitchFamily="2" charset="-122"/>
                <a:ea typeface="华文楷体" panose="02010600040101010101" pitchFamily="2" charset="-122"/>
              </a:rPr>
              <a:t>设</a:t>
            </a:r>
            <a:r>
              <a:rPr lang="en-US" altLang="zh-CN" sz="2300" b="1" dirty="0">
                <a:solidFill>
                  <a:srgbClr val="0000FF"/>
                </a:solidFill>
                <a:latin typeface="华文楷体" panose="02010600040101010101" pitchFamily="2" charset="-122"/>
                <a:ea typeface="华文楷体" panose="02010600040101010101" pitchFamily="2" charset="-122"/>
              </a:rPr>
              <a:t>R={r1,r2,...,</a:t>
            </a:r>
            <a:r>
              <a:rPr lang="en-US" altLang="zh-CN" sz="2300" b="1" dirty="0" err="1">
                <a:solidFill>
                  <a:srgbClr val="0000FF"/>
                </a:solidFill>
                <a:latin typeface="华文楷体" panose="02010600040101010101" pitchFamily="2" charset="-122"/>
                <a:ea typeface="华文楷体" panose="02010600040101010101" pitchFamily="2" charset="-122"/>
              </a:rPr>
              <a:t>rn</a:t>
            </a: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是要进行排列的</a:t>
            </a:r>
            <a:r>
              <a:rPr lang="en-US" altLang="zh-CN" sz="2300" b="1" dirty="0">
                <a:solidFill>
                  <a:srgbClr val="0000FF"/>
                </a:solidFill>
                <a:latin typeface="华文楷体" panose="02010600040101010101" pitchFamily="2" charset="-122"/>
                <a:ea typeface="华文楷体" panose="02010600040101010101" pitchFamily="2" charset="-122"/>
              </a:rPr>
              <a:t>n</a:t>
            </a:r>
            <a:r>
              <a:rPr lang="zh-CN" altLang="en-US" sz="2300" b="1" dirty="0">
                <a:solidFill>
                  <a:srgbClr val="0000FF"/>
                </a:solidFill>
                <a:latin typeface="华文楷体" panose="02010600040101010101" pitchFamily="2" charset="-122"/>
                <a:ea typeface="华文楷体" panose="02010600040101010101" pitchFamily="2" charset="-122"/>
              </a:rPr>
              <a:t>个元素，</a:t>
            </a:r>
            <a:r>
              <a:rPr lang="en-US" altLang="zh-CN" sz="2300" b="1" dirty="0">
                <a:solidFill>
                  <a:srgbClr val="0000FF"/>
                </a:solidFill>
                <a:latin typeface="华文楷体" panose="02010600040101010101" pitchFamily="2" charset="-122"/>
                <a:ea typeface="华文楷体" panose="02010600040101010101" pitchFamily="2" charset="-122"/>
              </a:rPr>
              <a:t>Ri=R-{</a:t>
            </a:r>
            <a:r>
              <a:rPr lang="en-US" altLang="zh-CN" sz="2300" b="1" dirty="0" err="1">
                <a:solidFill>
                  <a:srgbClr val="0000FF"/>
                </a:solidFill>
                <a:latin typeface="华文楷体" panose="02010600040101010101" pitchFamily="2" charset="-122"/>
                <a:ea typeface="华文楷体" panose="02010600040101010101" pitchFamily="2" charset="-122"/>
              </a:rPr>
              <a:t>ri</a:t>
            </a: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。集合</a:t>
            </a:r>
            <a:r>
              <a:rPr lang="en-US" altLang="zh-CN" sz="2300" b="1" dirty="0">
                <a:solidFill>
                  <a:srgbClr val="0000FF"/>
                </a:solidFill>
                <a:latin typeface="华文楷体" panose="02010600040101010101" pitchFamily="2" charset="-122"/>
                <a:ea typeface="华文楷体" panose="02010600040101010101" pitchFamily="2" charset="-122"/>
              </a:rPr>
              <a:t>x</a:t>
            </a:r>
            <a:r>
              <a:rPr lang="zh-CN" altLang="en-US" sz="2300" b="1" dirty="0">
                <a:solidFill>
                  <a:srgbClr val="0000FF"/>
                </a:solidFill>
                <a:latin typeface="华文楷体" panose="02010600040101010101" pitchFamily="2" charset="-122"/>
                <a:ea typeface="华文楷体" panose="02010600040101010101" pitchFamily="2" charset="-122"/>
              </a:rPr>
              <a:t>中元素的全排列记为</a:t>
            </a:r>
            <a:r>
              <a:rPr lang="en-US" altLang="zh-CN" sz="2300" b="1" dirty="0">
                <a:solidFill>
                  <a:srgbClr val="0000FF"/>
                </a:solidFill>
                <a:latin typeface="华文楷体" panose="02010600040101010101" pitchFamily="2" charset="-122"/>
                <a:ea typeface="华文楷体" panose="02010600040101010101" pitchFamily="2" charset="-122"/>
              </a:rPr>
              <a:t>Perm(X)</a:t>
            </a:r>
            <a:r>
              <a:rPr lang="zh-CN" altLang="en-US" sz="2300" b="1" dirty="0">
                <a:solidFill>
                  <a:srgbClr val="0000FF"/>
                </a:solidFill>
                <a:latin typeface="华文楷体" panose="02010600040101010101" pitchFamily="2" charset="-122"/>
                <a:ea typeface="华文楷体" panose="02010600040101010101" pitchFamily="2" charset="-122"/>
              </a:rPr>
              <a:t>。</a:t>
            </a:r>
            <a:r>
              <a:rPr lang="en-US" altLang="zh-CN" sz="2300" b="1" dirty="0">
                <a:solidFill>
                  <a:srgbClr val="0000FF"/>
                </a:solidFill>
                <a:latin typeface="华文楷体" panose="02010600040101010101" pitchFamily="2" charset="-122"/>
                <a:ea typeface="华文楷体" panose="02010600040101010101" pitchFamily="2" charset="-122"/>
              </a:rPr>
              <a:t>(</a:t>
            </a:r>
            <a:r>
              <a:rPr lang="en-US" altLang="zh-CN" sz="2300" b="1" dirty="0" err="1">
                <a:solidFill>
                  <a:srgbClr val="0000FF"/>
                </a:solidFill>
                <a:latin typeface="华文楷体" panose="02010600040101010101" pitchFamily="2" charset="-122"/>
                <a:ea typeface="华文楷体" panose="02010600040101010101" pitchFamily="2" charset="-122"/>
              </a:rPr>
              <a:t>ri</a:t>
            </a:r>
            <a:r>
              <a:rPr lang="en-US" altLang="zh-CN" sz="2300" b="1" dirty="0">
                <a:solidFill>
                  <a:srgbClr val="0000FF"/>
                </a:solidFill>
                <a:latin typeface="华文楷体" panose="02010600040101010101" pitchFamily="2" charset="-122"/>
                <a:ea typeface="华文楷体" panose="02010600040101010101" pitchFamily="2" charset="-122"/>
              </a:rPr>
              <a:t>)Perm(X)</a:t>
            </a:r>
            <a:r>
              <a:rPr lang="zh-CN" altLang="en-US" sz="2300" b="1" dirty="0">
                <a:solidFill>
                  <a:srgbClr val="0000FF"/>
                </a:solidFill>
                <a:latin typeface="华文楷体" panose="02010600040101010101" pitchFamily="2" charset="-122"/>
                <a:ea typeface="华文楷体" panose="02010600040101010101" pitchFamily="2" charset="-122"/>
              </a:rPr>
              <a:t>表示在全排列</a:t>
            </a:r>
            <a:r>
              <a:rPr lang="en-US" altLang="zh-CN" sz="2300" b="1" dirty="0">
                <a:solidFill>
                  <a:srgbClr val="0000FF"/>
                </a:solidFill>
                <a:latin typeface="华文楷体" panose="02010600040101010101" pitchFamily="2" charset="-122"/>
                <a:ea typeface="华文楷体" panose="02010600040101010101" pitchFamily="2" charset="-122"/>
              </a:rPr>
              <a:t>Perm(X)</a:t>
            </a:r>
            <a:r>
              <a:rPr lang="zh-CN" altLang="en-US" sz="2300" b="1" dirty="0">
                <a:solidFill>
                  <a:srgbClr val="0000FF"/>
                </a:solidFill>
                <a:latin typeface="华文楷体" panose="02010600040101010101" pitchFamily="2" charset="-122"/>
                <a:ea typeface="华文楷体" panose="02010600040101010101" pitchFamily="2" charset="-122"/>
              </a:rPr>
              <a:t>的每一个排列前加上前缀</a:t>
            </a:r>
            <a:r>
              <a:rPr lang="en-US" altLang="zh-CN" sz="2300" b="1" dirty="0" err="1">
                <a:solidFill>
                  <a:srgbClr val="0000FF"/>
                </a:solidFill>
                <a:latin typeface="华文楷体" panose="02010600040101010101" pitchFamily="2" charset="-122"/>
                <a:ea typeface="华文楷体" panose="02010600040101010101" pitchFamily="2" charset="-122"/>
              </a:rPr>
              <a:t>ri</a:t>
            </a:r>
            <a:r>
              <a:rPr lang="zh-CN" altLang="en-US" sz="2300" b="1" dirty="0">
                <a:solidFill>
                  <a:srgbClr val="0000FF"/>
                </a:solidFill>
                <a:latin typeface="华文楷体" panose="02010600040101010101" pitchFamily="2" charset="-122"/>
                <a:ea typeface="华文楷体" panose="02010600040101010101" pitchFamily="2" charset="-122"/>
              </a:rPr>
              <a:t>得到的排列。</a:t>
            </a:r>
            <a:r>
              <a:rPr lang="en-US" altLang="zh-CN" sz="2300" b="1" dirty="0">
                <a:solidFill>
                  <a:srgbClr val="0000FF"/>
                </a:solidFill>
                <a:latin typeface="华文楷体" panose="02010600040101010101" pitchFamily="2" charset="-122"/>
                <a:ea typeface="华文楷体" panose="02010600040101010101" pitchFamily="2" charset="-122"/>
              </a:rPr>
              <a:t>R</a:t>
            </a:r>
            <a:r>
              <a:rPr lang="zh-CN" altLang="en-US" sz="2300" b="1" dirty="0">
                <a:solidFill>
                  <a:srgbClr val="0000FF"/>
                </a:solidFill>
                <a:latin typeface="华文楷体" panose="02010600040101010101" pitchFamily="2" charset="-122"/>
                <a:ea typeface="华文楷体" panose="02010600040101010101" pitchFamily="2" charset="-122"/>
              </a:rPr>
              <a:t>的全排列可归纳如下：</a:t>
            </a:r>
          </a:p>
          <a:p>
            <a:r>
              <a:rPr lang="zh-CN" altLang="en-US" sz="2300" b="1" dirty="0">
                <a:solidFill>
                  <a:srgbClr val="0000FF"/>
                </a:solidFill>
                <a:latin typeface="华文楷体" panose="02010600040101010101" pitchFamily="2" charset="-122"/>
                <a:ea typeface="华文楷体" panose="02010600040101010101" pitchFamily="2" charset="-122"/>
              </a:rPr>
              <a:t>    当</a:t>
            </a:r>
            <a:r>
              <a:rPr lang="en-US" altLang="zh-CN" sz="2300" b="1" dirty="0">
                <a:solidFill>
                  <a:srgbClr val="0000FF"/>
                </a:solidFill>
                <a:latin typeface="华文楷体" panose="02010600040101010101" pitchFamily="2" charset="-122"/>
                <a:ea typeface="华文楷体" panose="02010600040101010101" pitchFamily="2" charset="-122"/>
              </a:rPr>
              <a:t>n=1</a:t>
            </a:r>
            <a:r>
              <a:rPr lang="zh-CN" altLang="en-US" sz="2300" b="1" dirty="0">
                <a:solidFill>
                  <a:srgbClr val="0000FF"/>
                </a:solidFill>
                <a:latin typeface="华文楷体" panose="02010600040101010101" pitchFamily="2" charset="-122"/>
                <a:ea typeface="华文楷体" panose="02010600040101010101" pitchFamily="2" charset="-122"/>
              </a:rPr>
              <a:t>时，</a:t>
            </a:r>
            <a:r>
              <a:rPr lang="en-US" altLang="zh-CN" sz="2300" b="1" dirty="0">
                <a:solidFill>
                  <a:srgbClr val="0000FF"/>
                </a:solidFill>
                <a:latin typeface="华文楷体" panose="02010600040101010101" pitchFamily="2" charset="-122"/>
                <a:ea typeface="华文楷体" panose="02010600040101010101" pitchFamily="2" charset="-122"/>
              </a:rPr>
              <a:t>Perm(R)=(r)</a:t>
            </a:r>
            <a:r>
              <a:rPr lang="zh-CN" altLang="en-US" sz="2300" b="1" dirty="0">
                <a:solidFill>
                  <a:srgbClr val="0000FF"/>
                </a:solidFill>
                <a:latin typeface="华文楷体" panose="02010600040101010101" pitchFamily="2" charset="-122"/>
                <a:ea typeface="华文楷体" panose="02010600040101010101" pitchFamily="2" charset="-122"/>
              </a:rPr>
              <a:t>，其中</a:t>
            </a:r>
            <a:r>
              <a:rPr lang="en-US" altLang="zh-CN" sz="2300" b="1" dirty="0">
                <a:solidFill>
                  <a:srgbClr val="0000FF"/>
                </a:solidFill>
                <a:latin typeface="华文楷体" panose="02010600040101010101" pitchFamily="2" charset="-122"/>
                <a:ea typeface="华文楷体" panose="02010600040101010101" pitchFamily="2" charset="-122"/>
              </a:rPr>
              <a:t>r</a:t>
            </a:r>
            <a:r>
              <a:rPr lang="zh-CN" altLang="en-US" sz="2300" b="1" dirty="0">
                <a:solidFill>
                  <a:srgbClr val="0000FF"/>
                </a:solidFill>
                <a:latin typeface="华文楷体" panose="02010600040101010101" pitchFamily="2" charset="-122"/>
                <a:ea typeface="华文楷体" panose="02010600040101010101" pitchFamily="2" charset="-122"/>
              </a:rPr>
              <a:t>是集合中唯一的元素；</a:t>
            </a:r>
          </a:p>
          <a:p>
            <a:r>
              <a:rPr lang="zh-CN" altLang="en-US" sz="2300" b="1" dirty="0">
                <a:solidFill>
                  <a:srgbClr val="0000FF"/>
                </a:solidFill>
                <a:latin typeface="华文楷体" panose="02010600040101010101" pitchFamily="2" charset="-122"/>
                <a:ea typeface="华文楷体" panose="02010600040101010101" pitchFamily="2" charset="-122"/>
              </a:rPr>
              <a:t>    当</a:t>
            </a:r>
            <a:r>
              <a:rPr lang="en-US" altLang="zh-CN" sz="2300" b="1" dirty="0">
                <a:solidFill>
                  <a:srgbClr val="0000FF"/>
                </a:solidFill>
                <a:latin typeface="华文楷体" panose="02010600040101010101" pitchFamily="2" charset="-122"/>
                <a:ea typeface="华文楷体" panose="02010600040101010101" pitchFamily="2" charset="-122"/>
              </a:rPr>
              <a:t>n&gt;1</a:t>
            </a:r>
            <a:r>
              <a:rPr lang="zh-CN" altLang="en-US" sz="2300" b="1" dirty="0">
                <a:solidFill>
                  <a:srgbClr val="0000FF"/>
                </a:solidFill>
                <a:latin typeface="华文楷体" panose="02010600040101010101" pitchFamily="2" charset="-122"/>
                <a:ea typeface="华文楷体" panose="02010600040101010101" pitchFamily="2" charset="-122"/>
              </a:rPr>
              <a:t>时，</a:t>
            </a:r>
            <a:r>
              <a:rPr lang="en-US" altLang="zh-CN" sz="2300" b="1" dirty="0">
                <a:solidFill>
                  <a:srgbClr val="0000FF"/>
                </a:solidFill>
                <a:latin typeface="华文楷体" panose="02010600040101010101" pitchFamily="2" charset="-122"/>
                <a:ea typeface="华文楷体" panose="02010600040101010101" pitchFamily="2" charset="-122"/>
              </a:rPr>
              <a:t>Perm(R)</a:t>
            </a:r>
            <a:r>
              <a:rPr lang="zh-CN" altLang="en-US" sz="2300" b="1" dirty="0">
                <a:solidFill>
                  <a:srgbClr val="0000FF"/>
                </a:solidFill>
                <a:latin typeface="华文楷体" panose="02010600040101010101" pitchFamily="2" charset="-122"/>
                <a:ea typeface="华文楷体" panose="02010600040101010101" pitchFamily="2" charset="-122"/>
              </a:rPr>
              <a:t>由</a:t>
            </a:r>
            <a:r>
              <a:rPr lang="en-US" altLang="zh-CN" sz="2300" b="1" dirty="0">
                <a:solidFill>
                  <a:srgbClr val="0000FF"/>
                </a:solidFill>
                <a:latin typeface="华文楷体" panose="02010600040101010101" pitchFamily="2" charset="-122"/>
                <a:ea typeface="华文楷体" panose="02010600040101010101" pitchFamily="2" charset="-122"/>
              </a:rPr>
              <a:t>(r1)Perm(R1),(r2)Perm(R2),(r3)Perm(R3)……(</a:t>
            </a:r>
            <a:r>
              <a:rPr lang="en-US" altLang="zh-CN" sz="2300" b="1" dirty="0" err="1">
                <a:solidFill>
                  <a:srgbClr val="0000FF"/>
                </a:solidFill>
                <a:latin typeface="华文楷体" panose="02010600040101010101" pitchFamily="2" charset="-122"/>
                <a:ea typeface="华文楷体" panose="02010600040101010101" pitchFamily="2" charset="-122"/>
              </a:rPr>
              <a:t>rn</a:t>
            </a:r>
            <a:r>
              <a:rPr lang="en-US" altLang="zh-CN" sz="2300" b="1" dirty="0">
                <a:solidFill>
                  <a:srgbClr val="0000FF"/>
                </a:solidFill>
                <a:latin typeface="华文楷体" panose="02010600040101010101" pitchFamily="2" charset="-122"/>
                <a:ea typeface="华文楷体" panose="02010600040101010101" pitchFamily="2" charset="-122"/>
              </a:rPr>
              <a:t>)Perm(Rn)</a:t>
            </a:r>
            <a:r>
              <a:rPr lang="zh-CN" altLang="en-US" sz="2300" b="1" dirty="0">
                <a:solidFill>
                  <a:srgbClr val="0000FF"/>
                </a:solidFill>
                <a:latin typeface="华文楷体" panose="02010600040101010101" pitchFamily="2" charset="-122"/>
                <a:ea typeface="华文楷体" panose="02010600040101010101" pitchFamily="2" charset="-122"/>
              </a:rPr>
              <a:t>构成。</a:t>
            </a:r>
          </a:p>
        </p:txBody>
      </p:sp>
    </p:spTree>
    <p:extLst>
      <p:ext uri="{BB962C8B-B14F-4D97-AF65-F5344CB8AC3E}">
        <p14:creationId xmlns:p14="http://schemas.microsoft.com/office/powerpoint/2010/main" val="3331431247"/>
      </p:ext>
    </p:extLst>
  </p:cSld>
  <p:clrMapOvr>
    <a:overrideClrMapping bg1="lt1" tx1="dk1" bg2="lt2" tx2="dk2" accent1="accent1" accent2="accent2" accent3="accent3" accent4="accent4" accent5="accent5" accent6="accent6" hlink="hlink" folHlink="folHlink"/>
  </p:clrMapOvr>
  <p:transition/>
</p:sld>
</file>

<file path=ppt/slides/slide54.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4E6FB0A8-147E-4920-8494-46E3DDA4C0F7}" type="slidenum">
              <a:rPr lang="en-US" altLang="zh-CN" smtClean="0"/>
              <a:pPr>
                <a:defRPr/>
              </a:pPr>
              <a:t>54</a:t>
            </a:fld>
            <a:endParaRPr lang="en-US" altLang="zh-CN"/>
          </a:p>
        </p:txBody>
      </p:sp>
      <p:sp>
        <p:nvSpPr>
          <p:cNvPr id="61443" name="矩形 2"/>
          <p:cNvSpPr>
            <a:spLocks noChangeArrowheads="1"/>
          </p:cNvSpPr>
          <p:nvPr/>
        </p:nvSpPr>
        <p:spPr bwMode="auto">
          <a:xfrm>
            <a:off x="203173" y="837506"/>
            <a:ext cx="11360945" cy="5926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850" tIns="54425" rIns="108850" bIns="54425">
            <a:spAutoFit/>
          </a:bodyPr>
          <a:lstStyle/>
          <a:p>
            <a:r>
              <a:rPr lang="en-US" altLang="zh-CN" sz="1800" b="1" dirty="0">
                <a:solidFill>
                  <a:srgbClr val="0000FF"/>
                </a:solidFill>
              </a:rPr>
              <a:t>void Perm(Type list[],</a:t>
            </a:r>
            <a:r>
              <a:rPr lang="en-US" altLang="zh-CN" sz="1800" b="1" dirty="0" err="1">
                <a:solidFill>
                  <a:srgbClr val="0000FF"/>
                </a:solidFill>
              </a:rPr>
              <a:t>int</a:t>
            </a:r>
            <a:r>
              <a:rPr lang="en-US" altLang="zh-CN" sz="1800" b="1" dirty="0">
                <a:solidFill>
                  <a:srgbClr val="0000FF"/>
                </a:solidFill>
              </a:rPr>
              <a:t> </a:t>
            </a:r>
            <a:r>
              <a:rPr lang="en-US" altLang="zh-CN" sz="1800" b="1" dirty="0" err="1">
                <a:solidFill>
                  <a:srgbClr val="0000FF"/>
                </a:solidFill>
              </a:rPr>
              <a:t>k,int</a:t>
            </a:r>
            <a:r>
              <a:rPr lang="en-US" altLang="zh-CN" sz="1800" b="1" dirty="0">
                <a:solidFill>
                  <a:srgbClr val="0000FF"/>
                </a:solidFill>
              </a:rPr>
              <a:t> m)  </a:t>
            </a:r>
          </a:p>
          <a:p>
            <a:r>
              <a:rPr lang="en-US" altLang="zh-CN" sz="1800" b="1" dirty="0">
                <a:solidFill>
                  <a:srgbClr val="0000FF"/>
                </a:solidFill>
              </a:rPr>
              <a:t>{  </a:t>
            </a:r>
          </a:p>
          <a:p>
            <a:r>
              <a:rPr lang="en-US" altLang="zh-CN" sz="1800" b="1" dirty="0">
                <a:solidFill>
                  <a:srgbClr val="0000FF"/>
                </a:solidFill>
              </a:rPr>
              <a:t>    //</a:t>
            </a:r>
            <a:r>
              <a:rPr lang="zh-CN" altLang="en-US" sz="1800" b="1" dirty="0">
                <a:solidFill>
                  <a:srgbClr val="0000FF"/>
                </a:solidFill>
              </a:rPr>
              <a:t>只剩下一个元素  </a:t>
            </a:r>
          </a:p>
          <a:p>
            <a:r>
              <a:rPr lang="zh-CN" altLang="en-US" sz="1800" b="1" dirty="0">
                <a:solidFill>
                  <a:srgbClr val="0000FF"/>
                </a:solidFill>
              </a:rPr>
              <a:t>    </a:t>
            </a:r>
            <a:r>
              <a:rPr lang="en-US" altLang="zh-CN" sz="1800" b="1" dirty="0">
                <a:solidFill>
                  <a:srgbClr val="0000FF"/>
                </a:solidFill>
              </a:rPr>
              <a:t>if(k == m){  </a:t>
            </a:r>
          </a:p>
          <a:p>
            <a:r>
              <a:rPr lang="en-US" altLang="zh-CN" sz="1800" b="1" dirty="0">
                <a:solidFill>
                  <a:srgbClr val="0000FF"/>
                </a:solidFill>
              </a:rPr>
              <a:t>        for(</a:t>
            </a:r>
            <a:r>
              <a:rPr lang="en-US" altLang="zh-CN" sz="1800" b="1" dirty="0" err="1">
                <a:solidFill>
                  <a:srgbClr val="0000FF"/>
                </a:solidFill>
              </a:rPr>
              <a:t>int</a:t>
            </a:r>
            <a:r>
              <a:rPr lang="en-US" altLang="zh-CN" sz="1800" b="1" dirty="0">
                <a:solidFill>
                  <a:srgbClr val="0000FF"/>
                </a:solidFill>
              </a:rPr>
              <a:t> i=0; i&lt;=m; i++)  </a:t>
            </a:r>
          </a:p>
          <a:p>
            <a:r>
              <a:rPr lang="en-US" altLang="zh-CN" sz="1800" b="1" dirty="0">
                <a:solidFill>
                  <a:srgbClr val="0000FF"/>
                </a:solidFill>
              </a:rPr>
              <a:t>        {  </a:t>
            </a:r>
          </a:p>
          <a:p>
            <a:r>
              <a:rPr lang="en-US" altLang="zh-CN" sz="1800" b="1" dirty="0">
                <a:solidFill>
                  <a:srgbClr val="0000FF"/>
                </a:solidFill>
              </a:rPr>
              <a:t>            </a:t>
            </a:r>
            <a:r>
              <a:rPr lang="en-US" altLang="zh-CN" sz="1800" b="1" dirty="0" err="1">
                <a:solidFill>
                  <a:srgbClr val="0000FF"/>
                </a:solidFill>
              </a:rPr>
              <a:t>cout</a:t>
            </a:r>
            <a:r>
              <a:rPr lang="en-US" altLang="zh-CN" sz="1800" b="1" dirty="0">
                <a:solidFill>
                  <a:srgbClr val="0000FF"/>
                </a:solidFill>
              </a:rPr>
              <a:t>&lt;&lt;list[i]&lt;&lt;" ";  </a:t>
            </a:r>
          </a:p>
          <a:p>
            <a:r>
              <a:rPr lang="en-US" altLang="zh-CN" sz="1800" b="1" dirty="0">
                <a:solidFill>
                  <a:srgbClr val="0000FF"/>
                </a:solidFill>
              </a:rPr>
              <a:t>        }  </a:t>
            </a:r>
          </a:p>
          <a:p>
            <a:r>
              <a:rPr lang="en-US" altLang="zh-CN" sz="1800" b="1" dirty="0">
                <a:solidFill>
                  <a:srgbClr val="0000FF"/>
                </a:solidFill>
              </a:rPr>
              <a:t>        </a:t>
            </a:r>
            <a:r>
              <a:rPr lang="en-US" altLang="zh-CN" sz="1800" b="1" dirty="0" err="1">
                <a:solidFill>
                  <a:srgbClr val="0000FF"/>
                </a:solidFill>
              </a:rPr>
              <a:t>cout</a:t>
            </a:r>
            <a:r>
              <a:rPr lang="en-US" altLang="zh-CN" sz="1800" b="1" dirty="0">
                <a:solidFill>
                  <a:srgbClr val="0000FF"/>
                </a:solidFill>
              </a:rPr>
              <a:t>&lt;&lt;</a:t>
            </a:r>
            <a:r>
              <a:rPr lang="en-US" altLang="zh-CN" sz="1800" b="1" dirty="0" err="1">
                <a:solidFill>
                  <a:srgbClr val="0000FF"/>
                </a:solidFill>
              </a:rPr>
              <a:t>endl</a:t>
            </a:r>
            <a:r>
              <a:rPr lang="en-US" altLang="zh-CN" sz="1800" b="1" dirty="0">
                <a:solidFill>
                  <a:srgbClr val="0000FF"/>
                </a:solidFill>
              </a:rPr>
              <a:t>;  </a:t>
            </a:r>
          </a:p>
          <a:p>
            <a:r>
              <a:rPr lang="en-US" altLang="zh-CN" sz="1800" b="1" dirty="0">
                <a:solidFill>
                  <a:srgbClr val="0000FF"/>
                </a:solidFill>
              </a:rPr>
              <a:t>    }  </a:t>
            </a:r>
          </a:p>
          <a:p>
            <a:r>
              <a:rPr lang="en-US" altLang="zh-CN" sz="1800" b="1" dirty="0">
                <a:solidFill>
                  <a:srgbClr val="0000FF"/>
                </a:solidFill>
              </a:rPr>
              <a:t>    else  </a:t>
            </a:r>
          </a:p>
          <a:p>
            <a:r>
              <a:rPr lang="en-US" altLang="zh-CN" sz="1800" b="1" dirty="0">
                <a:solidFill>
                  <a:srgbClr val="0000FF"/>
                </a:solidFill>
              </a:rPr>
              <a:t>    {  </a:t>
            </a:r>
          </a:p>
          <a:p>
            <a:r>
              <a:rPr lang="en-US" altLang="zh-CN" sz="1800" b="1" dirty="0">
                <a:solidFill>
                  <a:srgbClr val="0000FF"/>
                </a:solidFill>
              </a:rPr>
              <a:t>        //</a:t>
            </a:r>
            <a:r>
              <a:rPr lang="zh-CN" altLang="en-US" sz="1800" b="1" dirty="0">
                <a:solidFill>
                  <a:srgbClr val="0000FF"/>
                </a:solidFill>
              </a:rPr>
              <a:t>将</a:t>
            </a:r>
            <a:r>
              <a:rPr lang="en-US" altLang="zh-CN" sz="1800" b="1" dirty="0">
                <a:solidFill>
                  <a:srgbClr val="0000FF"/>
                </a:solidFill>
              </a:rPr>
              <a:t>list[</a:t>
            </a:r>
            <a:r>
              <a:rPr lang="en-US" altLang="zh-CN" sz="1800" b="1" dirty="0" err="1">
                <a:solidFill>
                  <a:srgbClr val="0000FF"/>
                </a:solidFill>
              </a:rPr>
              <a:t>k:m</a:t>
            </a:r>
            <a:r>
              <a:rPr lang="en-US" altLang="zh-CN" sz="1800" b="1" dirty="0">
                <a:solidFill>
                  <a:srgbClr val="0000FF"/>
                </a:solidFill>
              </a:rPr>
              <a:t>}</a:t>
            </a:r>
            <a:r>
              <a:rPr lang="zh-CN" altLang="en-US" sz="1800" b="1" dirty="0">
                <a:solidFill>
                  <a:srgbClr val="0000FF"/>
                </a:solidFill>
              </a:rPr>
              <a:t>中的每一个元素分别与</a:t>
            </a:r>
            <a:r>
              <a:rPr lang="en-US" altLang="zh-CN" sz="1800" b="1" dirty="0">
                <a:solidFill>
                  <a:srgbClr val="0000FF"/>
                </a:solidFill>
              </a:rPr>
              <a:t>list[k]</a:t>
            </a:r>
            <a:r>
              <a:rPr lang="zh-CN" altLang="en-US" sz="1800" b="1" dirty="0">
                <a:solidFill>
                  <a:srgbClr val="0000FF"/>
                </a:solidFill>
              </a:rPr>
              <a:t>中的元素交换  </a:t>
            </a:r>
          </a:p>
          <a:p>
            <a:r>
              <a:rPr lang="zh-CN" altLang="en-US" sz="1800" b="1" dirty="0">
                <a:solidFill>
                  <a:srgbClr val="0000FF"/>
                </a:solidFill>
              </a:rPr>
              <a:t>        </a:t>
            </a:r>
            <a:r>
              <a:rPr lang="en-US" altLang="zh-CN" sz="1800" b="1" dirty="0">
                <a:solidFill>
                  <a:srgbClr val="0000FF"/>
                </a:solidFill>
              </a:rPr>
              <a:t>//</a:t>
            </a:r>
            <a:r>
              <a:rPr lang="zh-CN" altLang="en-US" sz="1800" b="1" dirty="0">
                <a:solidFill>
                  <a:srgbClr val="0000FF"/>
                </a:solidFill>
              </a:rPr>
              <a:t>然后递归计算</a:t>
            </a:r>
            <a:r>
              <a:rPr lang="en-US" altLang="zh-CN" sz="1800" b="1" dirty="0">
                <a:solidFill>
                  <a:srgbClr val="0000FF"/>
                </a:solidFill>
              </a:rPr>
              <a:t>list[k+1:m]</a:t>
            </a:r>
            <a:r>
              <a:rPr lang="zh-CN" altLang="en-US" sz="1800" b="1" dirty="0">
                <a:solidFill>
                  <a:srgbClr val="0000FF"/>
                </a:solidFill>
              </a:rPr>
              <a:t>的全排列，将计算结果作为</a:t>
            </a:r>
            <a:r>
              <a:rPr lang="en-US" altLang="zh-CN" sz="1800" b="1" dirty="0">
                <a:solidFill>
                  <a:srgbClr val="0000FF"/>
                </a:solidFill>
              </a:rPr>
              <a:t>list[0:k]</a:t>
            </a:r>
            <a:r>
              <a:rPr lang="zh-CN" altLang="en-US" sz="1800" b="1" dirty="0">
                <a:solidFill>
                  <a:srgbClr val="0000FF"/>
                </a:solidFill>
              </a:rPr>
              <a:t>后缀  </a:t>
            </a:r>
          </a:p>
          <a:p>
            <a:r>
              <a:rPr lang="zh-CN" altLang="en-US" sz="1800" b="1" dirty="0">
                <a:solidFill>
                  <a:srgbClr val="0000FF"/>
                </a:solidFill>
              </a:rPr>
              <a:t>        </a:t>
            </a:r>
            <a:r>
              <a:rPr lang="en-US" altLang="zh-CN" sz="1800" b="1" dirty="0">
                <a:solidFill>
                  <a:srgbClr val="0000FF"/>
                </a:solidFill>
              </a:rPr>
              <a:t>for(</a:t>
            </a:r>
            <a:r>
              <a:rPr lang="en-US" altLang="zh-CN" sz="1800" b="1" dirty="0" err="1">
                <a:solidFill>
                  <a:srgbClr val="0000FF"/>
                </a:solidFill>
              </a:rPr>
              <a:t>int</a:t>
            </a:r>
            <a:r>
              <a:rPr lang="en-US" altLang="zh-CN" sz="1800" b="1" dirty="0">
                <a:solidFill>
                  <a:srgbClr val="0000FF"/>
                </a:solidFill>
              </a:rPr>
              <a:t> i=k; i&lt;=</a:t>
            </a:r>
            <a:r>
              <a:rPr lang="en-US" altLang="zh-CN" sz="1800" b="1" dirty="0" err="1">
                <a:solidFill>
                  <a:srgbClr val="0000FF"/>
                </a:solidFill>
              </a:rPr>
              <a:t>m;i</a:t>
            </a:r>
            <a:r>
              <a:rPr lang="en-US" altLang="zh-CN" sz="1800" b="1" dirty="0">
                <a:solidFill>
                  <a:srgbClr val="0000FF"/>
                </a:solidFill>
              </a:rPr>
              <a:t>++){  </a:t>
            </a:r>
          </a:p>
          <a:p>
            <a:r>
              <a:rPr lang="en-US" altLang="zh-CN" sz="1800" b="1" dirty="0">
                <a:solidFill>
                  <a:srgbClr val="0000FF"/>
                </a:solidFill>
              </a:rPr>
              <a:t>            Swap(list[k],list[i]);  </a:t>
            </a:r>
          </a:p>
          <a:p>
            <a:r>
              <a:rPr lang="en-US" altLang="zh-CN" sz="1800" b="1" dirty="0">
                <a:solidFill>
                  <a:srgbClr val="0000FF"/>
                </a:solidFill>
              </a:rPr>
              <a:t>            Perm(list,k+1,m);  </a:t>
            </a:r>
          </a:p>
          <a:p>
            <a:r>
              <a:rPr lang="en-US" altLang="zh-CN" sz="1800" b="1" dirty="0">
                <a:solidFill>
                  <a:srgbClr val="0000FF"/>
                </a:solidFill>
              </a:rPr>
              <a:t>            Swap(list[k],list[i]);  </a:t>
            </a:r>
          </a:p>
          <a:p>
            <a:r>
              <a:rPr lang="en-US" altLang="zh-CN" sz="1800" b="1" dirty="0">
                <a:solidFill>
                  <a:srgbClr val="0000FF"/>
                </a:solidFill>
              </a:rPr>
              <a:t>        }  </a:t>
            </a:r>
          </a:p>
          <a:p>
            <a:r>
              <a:rPr lang="en-US" altLang="zh-CN" sz="1800" b="1" dirty="0">
                <a:solidFill>
                  <a:srgbClr val="0000FF"/>
                </a:solidFill>
              </a:rPr>
              <a:t>    }  </a:t>
            </a:r>
          </a:p>
          <a:p>
            <a:r>
              <a:rPr lang="en-US" altLang="zh-CN" sz="1800" b="1" dirty="0">
                <a:solidFill>
                  <a:srgbClr val="0000FF"/>
                </a:solidFill>
              </a:rPr>
              <a:t>}  </a:t>
            </a:r>
          </a:p>
        </p:txBody>
      </p:sp>
      <p:pic>
        <p:nvPicPr>
          <p:cNvPr id="5122" name="Picture 2" descr="https://imgconvert.csdnimg.cn/aHR0cDovL2hpLmNzZG4ubmV0L2F0dGFjaG1lbnQvMjAxMTEyLzE1LzBfMTMyMzkzODI0MWZvaVouZ2l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1150" y="291643"/>
            <a:ext cx="5549178" cy="3258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5244612"/>
      </p:ext>
    </p:extLst>
  </p:cSld>
  <p:clrMapOvr>
    <a:overrideClrMapping bg1="lt1" tx1="dk1" bg2="lt2" tx2="dk2" accent1="accent1" accent2="accent2" accent3="accent3" accent4="accent4" accent5="accent5" accent6="accent6" hlink="hlink" folHlink="folHlink"/>
  </p:clrMapOvr>
  <p:transition/>
</p:sld>
</file>

<file path=ppt/slides/slide55.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62468" name="Rectangle 3"/>
          <p:cNvSpPr>
            <a:spLocks noGrp="1" noChangeArrowheads="1"/>
          </p:cNvSpPr>
          <p:nvPr>
            <p:ph idx="1"/>
          </p:nvPr>
        </p:nvSpPr>
        <p:spPr>
          <a:xfrm>
            <a:off x="262559" y="1413570"/>
            <a:ext cx="9505056" cy="4684209"/>
          </a:xfrm>
        </p:spPr>
        <p:txBody>
          <a:bodyPr>
            <a:normAutofit/>
          </a:bodyPr>
          <a:lstStyle/>
          <a:p>
            <a:pPr marL="0" indent="0">
              <a:buNone/>
            </a:pPr>
            <a:r>
              <a:rPr lang="zh-CN" altLang="zh-CN" sz="2400" b="1" dirty="0">
                <a:solidFill>
                  <a:srgbClr val="FF0000"/>
                </a:solidFill>
                <a:latin typeface="华文楷体" panose="02010600040101010101" pitchFamily="2" charset="-122"/>
                <a:ea typeface="华文楷体" panose="02010600040101010101" pitchFamily="2" charset="-122"/>
                <a:cs typeface="Consolas" pitchFamily="49" charset="0"/>
              </a:rPr>
              <a:t>【</a:t>
            </a:r>
            <a:r>
              <a:rPr lang="zh-CN" altLang="en-US" sz="2400" b="1" dirty="0">
                <a:solidFill>
                  <a:srgbClr val="FF0000"/>
                </a:solidFill>
                <a:latin typeface="华文楷体" panose="02010600040101010101" pitchFamily="2" charset="-122"/>
                <a:ea typeface="华文楷体" panose="02010600040101010101" pitchFamily="2" charset="-122"/>
                <a:cs typeface="Consolas" pitchFamily="49" charset="0"/>
              </a:rPr>
              <a:t>问题描述</a:t>
            </a:r>
            <a:r>
              <a:rPr lang="zh-CN" altLang="zh-CN" sz="2400" b="1" dirty="0">
                <a:solidFill>
                  <a:srgbClr val="FF0000"/>
                </a:solidFill>
                <a:latin typeface="华文楷体" panose="02010600040101010101" pitchFamily="2" charset="-122"/>
                <a:ea typeface="华文楷体" panose="02010600040101010101" pitchFamily="2" charset="-122"/>
                <a:cs typeface="Consolas" pitchFamily="49" charset="0"/>
              </a:rPr>
              <a:t>】</a:t>
            </a:r>
            <a:endParaRPr lang="en-US" altLang="zh-CN" sz="2300" b="1" dirty="0">
              <a:solidFill>
                <a:srgbClr val="0000FF"/>
              </a:solidFill>
              <a:latin typeface="华文楷体" panose="02010600040101010101" pitchFamily="2" charset="-122"/>
              <a:ea typeface="华文楷体" panose="02010600040101010101" pitchFamily="2" charset="-122"/>
            </a:endParaRPr>
          </a:p>
          <a:p>
            <a:pPr marL="725668" indent="-725668"/>
            <a:r>
              <a:rPr lang="zh-CN" altLang="en-US" sz="2300" b="1" dirty="0">
                <a:solidFill>
                  <a:srgbClr val="0000FF"/>
                </a:solidFill>
                <a:latin typeface="华文楷体" panose="02010600040101010101" pitchFamily="2" charset="-122"/>
                <a:ea typeface="华文楷体" panose="02010600040101010101" pitchFamily="2" charset="-122"/>
              </a:rPr>
              <a:t>把从</a:t>
            </a:r>
            <a:r>
              <a:rPr lang="en-US" altLang="zh-CN" sz="2300" b="1" dirty="0">
                <a:solidFill>
                  <a:srgbClr val="0000FF"/>
                </a:solidFill>
                <a:latin typeface="华文楷体" panose="02010600040101010101" pitchFamily="2" charset="-122"/>
                <a:ea typeface="华文楷体" panose="02010600040101010101" pitchFamily="2" charset="-122"/>
              </a:rPr>
              <a:t>1</a:t>
            </a:r>
            <a:r>
              <a:rPr lang="zh-CN" altLang="en-US" sz="2300" b="1" dirty="0">
                <a:solidFill>
                  <a:srgbClr val="0000FF"/>
                </a:solidFill>
                <a:latin typeface="华文楷体" panose="02010600040101010101" pitchFamily="2" charset="-122"/>
                <a:ea typeface="华文楷体" panose="02010600040101010101" pitchFamily="2" charset="-122"/>
              </a:rPr>
              <a:t>到</a:t>
            </a:r>
            <a:r>
              <a:rPr lang="en-US" altLang="zh-CN" sz="2300" b="1" dirty="0">
                <a:solidFill>
                  <a:srgbClr val="0000FF"/>
                </a:solidFill>
                <a:latin typeface="华文楷体" panose="02010600040101010101" pitchFamily="2" charset="-122"/>
                <a:ea typeface="华文楷体" panose="02010600040101010101" pitchFamily="2" charset="-122"/>
              </a:rPr>
              <a:t>20</a:t>
            </a:r>
            <a:r>
              <a:rPr lang="zh-CN" altLang="en-US" sz="2300" b="1" dirty="0">
                <a:solidFill>
                  <a:srgbClr val="0000FF"/>
                </a:solidFill>
                <a:latin typeface="华文楷体" panose="02010600040101010101" pitchFamily="2" charset="-122"/>
                <a:ea typeface="华文楷体" panose="02010600040101010101" pitchFamily="2" charset="-122"/>
              </a:rPr>
              <a:t>这</a:t>
            </a:r>
            <a:r>
              <a:rPr lang="en-US" altLang="zh-CN" sz="2300" b="1" dirty="0">
                <a:solidFill>
                  <a:srgbClr val="0000FF"/>
                </a:solidFill>
                <a:latin typeface="华文楷体" panose="02010600040101010101" pitchFamily="2" charset="-122"/>
                <a:ea typeface="华文楷体" panose="02010600040101010101" pitchFamily="2" charset="-122"/>
              </a:rPr>
              <a:t>20</a:t>
            </a:r>
            <a:r>
              <a:rPr lang="zh-CN" altLang="en-US" sz="2300" b="1" dirty="0">
                <a:solidFill>
                  <a:srgbClr val="0000FF"/>
                </a:solidFill>
                <a:latin typeface="华文楷体" panose="02010600040101010101" pitchFamily="2" charset="-122"/>
                <a:ea typeface="华文楷体" panose="02010600040101010101" pitchFamily="2" charset="-122"/>
              </a:rPr>
              <a:t>个数摆成一个环，要求相邻的两个数的和是一个素数。</a:t>
            </a:r>
          </a:p>
          <a:p>
            <a:pPr marL="725668" indent="-725668"/>
            <a:r>
              <a:rPr lang="zh-CN" altLang="en-US" sz="2300" b="1" dirty="0">
                <a:solidFill>
                  <a:srgbClr val="0000FF"/>
                </a:solidFill>
                <a:latin typeface="华文楷体" panose="02010600040101010101" pitchFamily="2" charset="-122"/>
                <a:ea typeface="华文楷体" panose="02010600040101010101" pitchFamily="2" charset="-122"/>
              </a:rPr>
              <a:t>分析：用回溯算法，考察所有可能的排列。</a:t>
            </a:r>
          </a:p>
        </p:txBody>
      </p:sp>
      <p:sp>
        <p:nvSpPr>
          <p:cNvPr id="4" name="灯片编号占位符 5"/>
          <p:cNvSpPr>
            <a:spLocks noGrp="1"/>
          </p:cNvSpPr>
          <p:nvPr>
            <p:ph type="sldNum" sz="quarter" idx="12"/>
          </p:nvPr>
        </p:nvSpPr>
        <p:spPr/>
        <p:txBody>
          <a:bodyPr/>
          <a:lstStyle/>
          <a:p>
            <a:pPr>
              <a:defRPr/>
            </a:pPr>
            <a:fld id="{DCE1CAC9-EF7F-466E-B32A-AE5D24A7ADBC}" type="slidenum">
              <a:rPr lang="zh-CN" altLang="en-US"/>
              <a:pPr>
                <a:defRPr/>
              </a:pPr>
              <a:t>55</a:t>
            </a:fld>
            <a:endParaRPr lang="en-US" altLang="zh-CN"/>
          </a:p>
        </p:txBody>
      </p:sp>
      <p:sp>
        <p:nvSpPr>
          <p:cNvPr id="9" name="基础扎实 / Strong Preparation">
            <a:extLst>
              <a:ext uri="{FF2B5EF4-FFF2-40B4-BE49-F238E27FC236}">
                <a16:creationId xmlns:a16="http://schemas.microsoft.com/office/drawing/2014/main" id="{71AA5F04-A365-8A82-79E9-BC913E3CDA89}"/>
              </a:ext>
            </a:extLst>
          </p:cNvPr>
          <p:cNvSpPr txBox="1"/>
          <p:nvPr/>
        </p:nvSpPr>
        <p:spPr>
          <a:xfrm>
            <a:off x="2603627" y="367980"/>
            <a:ext cx="5870237" cy="561660"/>
          </a:xfrm>
          <a:prstGeom prst="rect">
            <a:avLst/>
          </a:prstGeom>
          <a:noFill/>
          <a:ln>
            <a:noFill/>
          </a:ln>
        </p:spPr>
        <p:txBody>
          <a:bodyPr wrap="square" lIns="68549" tIns="34274" rIns="68549" bIns="34274" rtlCol="0">
            <a:spAutoFit/>
          </a:bodyPr>
          <a:lstStyle/>
          <a:p>
            <a:pPr algn="ctr" defTabSz="950595">
              <a:buClr>
                <a:prstClr val="white"/>
              </a:buClr>
              <a:buSzTx/>
              <a:buFontTx/>
              <a:defRPr/>
            </a:pPr>
            <a:r>
              <a:rPr lang="en-US" altLang="zh-CN" sz="3200" b="1" spc="50" dirty="0">
                <a:ln w="11430"/>
                <a:solidFill>
                  <a:srgbClr val="006600"/>
                </a:solidFill>
                <a:latin typeface="+mn-ea"/>
                <a:sym typeface="Arial" panose="020B0604020202020204" pitchFamily="34" charset="0"/>
              </a:rPr>
              <a:t>3</a:t>
            </a:r>
            <a:r>
              <a:rPr lang="zh-CN" altLang="en-US" sz="3200" b="1" spc="50" dirty="0">
                <a:ln w="11430"/>
                <a:solidFill>
                  <a:srgbClr val="006600"/>
                </a:solidFill>
                <a:latin typeface="+mn-ea"/>
                <a:sym typeface="Arial" panose="020B0604020202020204" pitchFamily="34" charset="0"/>
              </a:rPr>
              <a:t>.</a:t>
            </a:r>
            <a:r>
              <a:rPr lang="en-US" altLang="zh-CN" sz="3200" b="1" spc="50" dirty="0">
                <a:ln w="11430"/>
                <a:solidFill>
                  <a:srgbClr val="006600"/>
                </a:solidFill>
                <a:latin typeface="+mn-ea"/>
                <a:sym typeface="Arial" panose="020B0604020202020204" pitchFamily="34" charset="0"/>
              </a:rPr>
              <a:t>10</a:t>
            </a:r>
            <a:r>
              <a:rPr lang="zh-CN" altLang="en-US" sz="3200" b="1" spc="50" dirty="0">
                <a:ln w="11430"/>
                <a:solidFill>
                  <a:srgbClr val="006600"/>
                </a:solidFill>
                <a:latin typeface="+mn-ea"/>
                <a:sym typeface="Arial" panose="020B0604020202020204" pitchFamily="34" charset="0"/>
              </a:rPr>
              <a:t> 素数环问题</a:t>
            </a:r>
          </a:p>
        </p:txBody>
      </p:sp>
    </p:spTree>
    <p:extLst>
      <p:ext uri="{BB962C8B-B14F-4D97-AF65-F5344CB8AC3E}">
        <p14:creationId xmlns:p14="http://schemas.microsoft.com/office/powerpoint/2010/main" val="3783332672"/>
      </p:ext>
    </p:extLst>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63491" name="Rectangle 3"/>
          <p:cNvSpPr>
            <a:spLocks noGrp="1" noChangeArrowheads="1"/>
          </p:cNvSpPr>
          <p:nvPr>
            <p:ph idx="1"/>
          </p:nvPr>
        </p:nvSpPr>
        <p:spPr>
          <a:xfrm>
            <a:off x="814811" y="1197252"/>
            <a:ext cx="10361851" cy="4115753"/>
          </a:xfrm>
        </p:spPr>
        <p:txBody>
          <a:bodyPr>
            <a:normAutofit/>
          </a:bodyPr>
          <a:lstStyle/>
          <a:p>
            <a:pPr eaLnBrk="1" hangingPunct="1">
              <a:buFontTx/>
              <a:buNone/>
            </a:pPr>
            <a:r>
              <a:rPr lang="en-US" altLang="zh-CN" sz="2300" b="1" dirty="0">
                <a:solidFill>
                  <a:srgbClr val="0000FF"/>
                </a:solidFill>
                <a:latin typeface="Consolas" panose="020B0609020204030204" pitchFamily="49" charset="0"/>
              </a:rPr>
              <a:t>int main()</a:t>
            </a:r>
          </a:p>
          <a:p>
            <a:pPr eaLnBrk="1" hangingPunct="1">
              <a:buFontTx/>
              <a:buNone/>
            </a:pPr>
            <a:r>
              <a:rPr lang="en-US" altLang="zh-CN" sz="2300" b="1" dirty="0">
                <a:solidFill>
                  <a:srgbClr val="0000FF"/>
                </a:solidFill>
                <a:latin typeface="Consolas" panose="020B0609020204030204" pitchFamily="49" charset="0"/>
              </a:rPr>
              <a:t>{</a:t>
            </a:r>
          </a:p>
          <a:p>
            <a:pPr eaLnBrk="1" hangingPunct="1">
              <a:buFontTx/>
              <a:buNone/>
            </a:pPr>
            <a:r>
              <a:rPr lang="en-US" altLang="zh-CN" sz="2300" b="1" dirty="0">
                <a:solidFill>
                  <a:srgbClr val="0000FF"/>
                </a:solidFill>
                <a:latin typeface="Consolas" panose="020B0609020204030204" pitchFamily="49" charset="0"/>
              </a:rPr>
              <a:t>		int b[12], a[21];</a:t>
            </a:r>
          </a:p>
          <a:p>
            <a:pPr eaLnBrk="1" hangingPunct="1">
              <a:buFontTx/>
              <a:buNone/>
            </a:pPr>
            <a:r>
              <a:rPr lang="en-US" altLang="zh-CN" sz="2300" b="1" dirty="0">
                <a:solidFill>
                  <a:srgbClr val="0000FF"/>
                </a:solidFill>
                <a:latin typeface="Consolas" panose="020B0609020204030204" pitchFamily="49" charset="0"/>
              </a:rPr>
              <a:t>   	</a:t>
            </a:r>
            <a:r>
              <a:rPr lang="en-US" altLang="zh-CN" sz="2300" b="1" dirty="0" err="1">
                <a:solidFill>
                  <a:srgbClr val="0000FF"/>
                </a:solidFill>
                <a:latin typeface="Consolas" panose="020B0609020204030204" pitchFamily="49" charset="0"/>
              </a:rPr>
              <a:t>init</a:t>
            </a:r>
            <a:r>
              <a:rPr lang="en-US" altLang="zh-CN" sz="2300" b="1" dirty="0">
                <a:solidFill>
                  <a:srgbClr val="0000FF"/>
                </a:solidFill>
                <a:latin typeface="Consolas" panose="020B0609020204030204" pitchFamily="49" charset="0"/>
              </a:rPr>
              <a:t>();</a:t>
            </a:r>
          </a:p>
          <a:p>
            <a:pPr eaLnBrk="1" hangingPunct="1">
              <a:buFontTx/>
              <a:buNone/>
            </a:pPr>
            <a:r>
              <a:rPr lang="en-US" altLang="zh-CN" sz="2300" b="1" dirty="0">
                <a:solidFill>
                  <a:srgbClr val="0000FF"/>
                </a:solidFill>
                <a:latin typeface="Consolas" panose="020B0609020204030204" pitchFamily="49" charset="0"/>
              </a:rPr>
              <a:t>		search(2);            //</a:t>
            </a:r>
            <a:r>
              <a:rPr lang="zh-CN" altLang="en-US" sz="2300" b="1" dirty="0">
                <a:solidFill>
                  <a:srgbClr val="0000FF"/>
                </a:solidFill>
                <a:latin typeface="Consolas" panose="020B0609020204030204" pitchFamily="49" charset="0"/>
              </a:rPr>
              <a:t>递归搜索</a:t>
            </a:r>
          </a:p>
          <a:p>
            <a:pPr eaLnBrk="1" hangingPunct="1">
              <a:buFontTx/>
              <a:buNone/>
            </a:pPr>
            <a:r>
              <a:rPr lang="en-US" altLang="zh-CN" sz="2300" b="1" dirty="0">
                <a:solidFill>
                  <a:srgbClr val="0000FF"/>
                </a:solidFill>
                <a:latin typeface="Consolas" panose="020B0609020204030204" pitchFamily="49" charset="0"/>
              </a:rPr>
              <a:t>}</a:t>
            </a:r>
            <a:endParaRPr lang="zh-CN" altLang="en-US" sz="2300" b="1" dirty="0">
              <a:solidFill>
                <a:srgbClr val="0000FF"/>
              </a:solidFill>
              <a:latin typeface="Consolas" panose="020B0609020204030204" pitchFamily="49" charset="0"/>
            </a:endParaRPr>
          </a:p>
        </p:txBody>
      </p:sp>
      <p:sp>
        <p:nvSpPr>
          <p:cNvPr id="3" name="灯片编号占位符 5"/>
          <p:cNvSpPr>
            <a:spLocks noGrp="1"/>
          </p:cNvSpPr>
          <p:nvPr>
            <p:ph type="sldNum" sz="quarter" idx="12"/>
          </p:nvPr>
        </p:nvSpPr>
        <p:spPr/>
        <p:txBody>
          <a:bodyPr/>
          <a:lstStyle/>
          <a:p>
            <a:pPr>
              <a:defRPr/>
            </a:pPr>
            <a:fld id="{0ABF1A09-B928-4E23-B6D4-436DBE041C59}" type="slidenum">
              <a:rPr lang="zh-CN" altLang="en-US"/>
              <a:pPr>
                <a:defRPr/>
              </a:pPr>
              <a:t>56</a:t>
            </a:fld>
            <a:endParaRPr lang="en-US" altLang="zh-CN"/>
          </a:p>
        </p:txBody>
      </p:sp>
    </p:spTree>
    <p:extLst>
      <p:ext uri="{BB962C8B-B14F-4D97-AF65-F5344CB8AC3E}">
        <p14:creationId xmlns:p14="http://schemas.microsoft.com/office/powerpoint/2010/main" val="1293844617"/>
      </p:ext>
    </p:extLst>
  </p:cSld>
  <p:clrMapOvr>
    <a:overrideClrMapping bg1="lt1" tx1="dk1" bg2="lt2" tx2="dk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64515" name="Rectangle 3"/>
          <p:cNvSpPr>
            <a:spLocks noGrp="1" noChangeArrowheads="1"/>
          </p:cNvSpPr>
          <p:nvPr>
            <p:ph idx="1"/>
          </p:nvPr>
        </p:nvSpPr>
        <p:spPr>
          <a:xfrm>
            <a:off x="838622" y="1269554"/>
            <a:ext cx="10361851" cy="5116109"/>
          </a:xfrm>
        </p:spPr>
        <p:txBody>
          <a:bodyPr>
            <a:normAutofit/>
          </a:bodyPr>
          <a:lstStyle/>
          <a:p>
            <a:pPr eaLnBrk="1" hangingPunct="1">
              <a:lnSpc>
                <a:spcPct val="90000"/>
              </a:lnSpc>
              <a:buFontTx/>
              <a:buNone/>
            </a:pPr>
            <a:r>
              <a:rPr lang="en-US" altLang="zh-CN" sz="2300" b="1" dirty="0">
                <a:solidFill>
                  <a:srgbClr val="0000FF"/>
                </a:solidFill>
                <a:latin typeface="Consolas" panose="020B0609020204030204" pitchFamily="49" charset="0"/>
              </a:rPr>
              <a:t>int </a:t>
            </a:r>
            <a:r>
              <a:rPr lang="en-US" altLang="zh-CN" sz="2300" b="1" dirty="0" err="1">
                <a:solidFill>
                  <a:srgbClr val="0000FF"/>
                </a:solidFill>
                <a:latin typeface="Consolas" panose="020B0609020204030204" pitchFamily="49" charset="0"/>
              </a:rPr>
              <a:t>isprime</a:t>
            </a:r>
            <a:r>
              <a:rPr lang="en-US" altLang="zh-CN" sz="2300" b="1" dirty="0">
                <a:solidFill>
                  <a:srgbClr val="0000FF"/>
                </a:solidFill>
                <a:latin typeface="Consolas" panose="020B0609020204030204" pitchFamily="49" charset="0"/>
              </a:rPr>
              <a:t>(int num)</a:t>
            </a:r>
          </a:p>
          <a:p>
            <a:pPr eaLnBrk="1" hangingPunct="1">
              <a:lnSpc>
                <a:spcPct val="90000"/>
              </a:lnSpc>
              <a:buFontTx/>
              <a:buNone/>
            </a:pPr>
            <a:r>
              <a:rPr lang="en-US" altLang="zh-CN" sz="2300" b="1" dirty="0">
                <a:solidFill>
                  <a:srgbClr val="0000FF"/>
                </a:solidFill>
                <a:latin typeface="Consolas" panose="020B0609020204030204" pitchFamily="49" charset="0"/>
              </a:rPr>
              <a:t>{</a:t>
            </a:r>
          </a:p>
          <a:p>
            <a:pPr eaLnBrk="1" hangingPunct="1">
              <a:lnSpc>
                <a:spcPct val="90000"/>
              </a:lnSpc>
              <a:buFontTx/>
              <a:buNone/>
            </a:pPr>
            <a:r>
              <a:rPr lang="en-US" altLang="zh-CN" sz="2300" b="1" dirty="0">
                <a:solidFill>
                  <a:srgbClr val="0000FF"/>
                </a:solidFill>
                <a:latin typeface="Consolas" panose="020B0609020204030204" pitchFamily="49" charset="0"/>
              </a:rPr>
              <a:t>		int </a:t>
            </a:r>
            <a:r>
              <a:rPr lang="en-US" altLang="zh-CN" sz="2300" b="1" dirty="0" err="1">
                <a:solidFill>
                  <a:srgbClr val="0000FF"/>
                </a:solidFill>
                <a:latin typeface="Consolas" panose="020B0609020204030204" pitchFamily="49" charset="0"/>
              </a:rPr>
              <a:t>i,k</a:t>
            </a:r>
            <a:r>
              <a:rPr lang="en-US" altLang="zh-CN" sz="2300" b="1" dirty="0">
                <a:solidFill>
                  <a:srgbClr val="0000FF"/>
                </a:solidFill>
                <a:latin typeface="Consolas" panose="020B0609020204030204" pitchFamily="49" charset="0"/>
              </a:rPr>
              <a:t>;</a:t>
            </a:r>
          </a:p>
          <a:p>
            <a:pPr eaLnBrk="1" hangingPunct="1">
              <a:lnSpc>
                <a:spcPct val="90000"/>
              </a:lnSpc>
              <a:buFontTx/>
              <a:buNone/>
            </a:pPr>
            <a:r>
              <a:rPr lang="en-US" altLang="zh-CN" sz="2300" b="1" dirty="0">
                <a:solidFill>
                  <a:srgbClr val="0000FF"/>
                </a:solidFill>
                <a:latin typeface="Consolas" panose="020B0609020204030204" pitchFamily="49" charset="0"/>
              </a:rPr>
              <a:t>		k=sqrt(num);</a:t>
            </a:r>
          </a:p>
          <a:p>
            <a:pPr eaLnBrk="1" hangingPunct="1">
              <a:lnSpc>
                <a:spcPct val="90000"/>
              </a:lnSpc>
              <a:buFontTx/>
              <a:buNone/>
            </a:pPr>
            <a:r>
              <a:rPr lang="en-US" altLang="zh-CN" sz="2300" b="1" dirty="0">
                <a:solidFill>
                  <a:srgbClr val="0000FF"/>
                </a:solidFill>
                <a:latin typeface="Consolas" panose="020B0609020204030204" pitchFamily="49" charset="0"/>
              </a:rPr>
              <a:t>		for(</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=2;i&lt;=</a:t>
            </a:r>
            <a:r>
              <a:rPr lang="en-US" altLang="zh-CN" sz="2300" b="1" dirty="0" err="1">
                <a:solidFill>
                  <a:srgbClr val="0000FF"/>
                </a:solidFill>
                <a:latin typeface="Consolas" panose="020B0609020204030204" pitchFamily="49" charset="0"/>
              </a:rPr>
              <a:t>k;i</a:t>
            </a:r>
            <a:r>
              <a:rPr lang="en-US" altLang="zh-CN" sz="2300" b="1" dirty="0">
                <a:solidFill>
                  <a:srgbClr val="0000FF"/>
                </a:solidFill>
                <a:latin typeface="Consolas" panose="020B0609020204030204" pitchFamily="49" charset="0"/>
              </a:rPr>
              <a:t>++)</a:t>
            </a:r>
          </a:p>
          <a:p>
            <a:pPr eaLnBrk="1" hangingPunct="1">
              <a:lnSpc>
                <a:spcPct val="90000"/>
              </a:lnSpc>
              <a:buFontTx/>
              <a:buNone/>
            </a:pPr>
            <a:r>
              <a:rPr lang="en-US" altLang="zh-CN" sz="2300" b="1" dirty="0">
                <a:solidFill>
                  <a:srgbClr val="0000FF"/>
                </a:solidFill>
                <a:latin typeface="Consolas" panose="020B0609020204030204" pitchFamily="49" charset="0"/>
              </a:rPr>
              <a:t>			if(</a:t>
            </a:r>
            <a:r>
              <a:rPr lang="en-US" altLang="zh-CN" sz="2300" b="1" dirty="0" err="1">
                <a:solidFill>
                  <a:srgbClr val="0000FF"/>
                </a:solidFill>
                <a:latin typeface="Consolas" panose="020B0609020204030204" pitchFamily="49" charset="0"/>
              </a:rPr>
              <a:t>num%i</a:t>
            </a:r>
            <a:r>
              <a:rPr lang="en-US" altLang="zh-CN" sz="2300" b="1" dirty="0">
                <a:solidFill>
                  <a:srgbClr val="0000FF"/>
                </a:solidFill>
                <a:latin typeface="Consolas" panose="020B0609020204030204" pitchFamily="49" charset="0"/>
              </a:rPr>
              <a:t>==0)</a:t>
            </a:r>
          </a:p>
          <a:p>
            <a:pPr eaLnBrk="1" hangingPunct="1">
              <a:lnSpc>
                <a:spcPct val="90000"/>
              </a:lnSpc>
              <a:buFontTx/>
              <a:buNone/>
            </a:pPr>
            <a:r>
              <a:rPr lang="en-US" altLang="zh-CN" sz="2300" b="1" dirty="0">
                <a:solidFill>
                  <a:srgbClr val="0000FF"/>
                </a:solidFill>
                <a:latin typeface="Consolas" panose="020B0609020204030204" pitchFamily="49" charset="0"/>
              </a:rPr>
              <a:t>				return(0);</a:t>
            </a:r>
          </a:p>
          <a:p>
            <a:pPr eaLnBrk="1" hangingPunct="1">
              <a:lnSpc>
                <a:spcPct val="90000"/>
              </a:lnSpc>
              <a:buFontTx/>
              <a:buNone/>
            </a:pPr>
            <a:r>
              <a:rPr lang="en-US" altLang="zh-CN" sz="2300" b="1" dirty="0">
                <a:solidFill>
                  <a:srgbClr val="0000FF"/>
                </a:solidFill>
                <a:latin typeface="Consolas" panose="020B0609020204030204" pitchFamily="49" charset="0"/>
              </a:rPr>
              <a:t>		return(1);</a:t>
            </a:r>
          </a:p>
          <a:p>
            <a:pPr eaLnBrk="1" hangingPunct="1">
              <a:lnSpc>
                <a:spcPct val="90000"/>
              </a:lnSpc>
              <a:buFontTx/>
              <a:buNone/>
            </a:pPr>
            <a:r>
              <a:rPr lang="en-US" altLang="zh-CN" sz="2300" b="1" dirty="0">
                <a:solidFill>
                  <a:srgbClr val="0000FF"/>
                </a:solidFill>
                <a:latin typeface="Consolas" panose="020B0609020204030204" pitchFamily="49" charset="0"/>
              </a:rPr>
              <a:t>}</a:t>
            </a:r>
            <a:endParaRPr lang="zh-CN" altLang="en-US" sz="2300" b="1" dirty="0">
              <a:solidFill>
                <a:srgbClr val="0000FF"/>
              </a:solidFill>
              <a:latin typeface="Consolas" panose="020B0609020204030204" pitchFamily="49" charset="0"/>
            </a:endParaRPr>
          </a:p>
        </p:txBody>
      </p:sp>
      <p:sp>
        <p:nvSpPr>
          <p:cNvPr id="3" name="灯片编号占位符 5"/>
          <p:cNvSpPr>
            <a:spLocks noGrp="1"/>
          </p:cNvSpPr>
          <p:nvPr>
            <p:ph type="sldNum" sz="quarter" idx="12"/>
          </p:nvPr>
        </p:nvSpPr>
        <p:spPr/>
        <p:txBody>
          <a:bodyPr/>
          <a:lstStyle/>
          <a:p>
            <a:pPr>
              <a:defRPr/>
            </a:pPr>
            <a:fld id="{304EF638-53A6-433B-B0B2-82FACFE57FE4}" type="slidenum">
              <a:rPr lang="zh-CN" altLang="en-US"/>
              <a:pPr>
                <a:defRPr/>
              </a:pPr>
              <a:t>57</a:t>
            </a:fld>
            <a:endParaRPr lang="en-US" altLang="zh-CN"/>
          </a:p>
        </p:txBody>
      </p:sp>
    </p:spTree>
    <p:extLst>
      <p:ext uri="{BB962C8B-B14F-4D97-AF65-F5344CB8AC3E}">
        <p14:creationId xmlns:p14="http://schemas.microsoft.com/office/powerpoint/2010/main" val="539061684"/>
      </p:ext>
    </p:extLst>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65539" name="Rectangle 3"/>
          <p:cNvSpPr>
            <a:spLocks noGrp="1" noChangeArrowheads="1"/>
          </p:cNvSpPr>
          <p:nvPr>
            <p:ph idx="1"/>
          </p:nvPr>
        </p:nvSpPr>
        <p:spPr>
          <a:xfrm>
            <a:off x="353983" y="1269554"/>
            <a:ext cx="7469416" cy="5256584"/>
          </a:xfrm>
        </p:spPr>
        <p:txBody>
          <a:bodyPr>
            <a:normAutofit/>
          </a:bodyPr>
          <a:lstStyle/>
          <a:p>
            <a:pPr eaLnBrk="1" hangingPunct="1">
              <a:lnSpc>
                <a:spcPct val="80000"/>
              </a:lnSpc>
              <a:buFontTx/>
              <a:buNone/>
            </a:pPr>
            <a:r>
              <a:rPr lang="en-US" altLang="zh-CN" sz="2300" b="1" dirty="0">
                <a:solidFill>
                  <a:srgbClr val="0000FF"/>
                </a:solidFill>
                <a:latin typeface="Consolas" panose="020B0609020204030204" pitchFamily="49" charset="0"/>
              </a:rPr>
              <a:t>void </a:t>
            </a:r>
            <a:r>
              <a:rPr lang="en-US" altLang="zh-CN" sz="2300" b="1" dirty="0" err="1">
                <a:solidFill>
                  <a:srgbClr val="0000FF"/>
                </a:solidFill>
                <a:latin typeface="Consolas" panose="020B0609020204030204" pitchFamily="49" charset="0"/>
              </a:rPr>
              <a:t>getb</a:t>
            </a:r>
            <a:r>
              <a:rPr lang="en-US" altLang="zh-CN" sz="2300" b="1" dirty="0">
                <a:solidFill>
                  <a:srgbClr val="0000FF"/>
                </a:solidFill>
                <a:latin typeface="Consolas" panose="020B0609020204030204" pitchFamily="49" charset="0"/>
              </a:rPr>
              <a:t>()</a:t>
            </a:r>
          </a:p>
          <a:p>
            <a:pPr eaLnBrk="1" hangingPunct="1">
              <a:lnSpc>
                <a:spcPct val="80000"/>
              </a:lnSpc>
              <a:buFontTx/>
              <a:buNone/>
            </a:pPr>
            <a:r>
              <a:rPr lang="en-US" altLang="zh-CN" sz="2300" b="1" dirty="0">
                <a:solidFill>
                  <a:srgbClr val="0000FF"/>
                </a:solidFill>
                <a:latin typeface="Consolas" panose="020B0609020204030204" pitchFamily="49" charset="0"/>
              </a:rPr>
              <a:t>{	</a:t>
            </a:r>
          </a:p>
          <a:p>
            <a:pPr eaLnBrk="1" hangingPunct="1">
              <a:lnSpc>
                <a:spcPct val="80000"/>
              </a:lnSpc>
              <a:buFontTx/>
              <a:buNone/>
            </a:pPr>
            <a:r>
              <a:rPr lang="en-US" altLang="zh-CN" sz="2300" b="1" dirty="0">
                <a:solidFill>
                  <a:srgbClr val="0000FF"/>
                </a:solidFill>
                <a:latin typeface="Consolas" panose="020B0609020204030204" pitchFamily="49" charset="0"/>
              </a:rPr>
              <a:t>		int </a:t>
            </a:r>
            <a:r>
              <a:rPr lang="en-US" altLang="zh-CN" sz="2300" b="1" dirty="0" err="1">
                <a:solidFill>
                  <a:srgbClr val="0000FF"/>
                </a:solidFill>
                <a:latin typeface="Consolas" panose="020B0609020204030204" pitchFamily="49" charset="0"/>
              </a:rPr>
              <a:t>i,k</a:t>
            </a:r>
            <a:r>
              <a:rPr lang="en-US" altLang="zh-CN" sz="2300" b="1" dirty="0">
                <a:solidFill>
                  <a:srgbClr val="0000FF"/>
                </a:solidFill>
                <a:latin typeface="Consolas" panose="020B0609020204030204" pitchFamily="49" charset="0"/>
              </a:rPr>
              <a:t>=0,j,flag;</a:t>
            </a:r>
          </a:p>
          <a:p>
            <a:pPr eaLnBrk="1" hangingPunct="1">
              <a:lnSpc>
                <a:spcPct val="80000"/>
              </a:lnSpc>
              <a:buFontTx/>
              <a:buNone/>
            </a:pPr>
            <a:r>
              <a:rPr lang="en-US" altLang="zh-CN" sz="2300" b="1" dirty="0">
                <a:solidFill>
                  <a:srgbClr val="0000FF"/>
                </a:solidFill>
                <a:latin typeface="Consolas" panose="020B0609020204030204" pitchFamily="49" charset="0"/>
              </a:rPr>
              <a:t>		for(</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=2;i&lt;=39;i++)</a:t>
            </a:r>
          </a:p>
          <a:p>
            <a:pPr eaLnBrk="1" hangingPunct="1">
              <a:lnSpc>
                <a:spcPct val="80000"/>
              </a:lnSpc>
              <a:buFontTx/>
              <a:buNone/>
            </a:pPr>
            <a:r>
              <a:rPr lang="en-US" altLang="zh-CN" sz="2300" b="1" dirty="0">
                <a:solidFill>
                  <a:srgbClr val="0000FF"/>
                </a:solidFill>
                <a:latin typeface="Consolas" panose="020B0609020204030204" pitchFamily="49" charset="0"/>
              </a:rPr>
              <a:t>		{	flag=1;</a:t>
            </a:r>
          </a:p>
          <a:p>
            <a:pPr eaLnBrk="1" hangingPunct="1">
              <a:lnSpc>
                <a:spcPct val="80000"/>
              </a:lnSpc>
              <a:buFontTx/>
              <a:buNone/>
            </a:pPr>
            <a:r>
              <a:rPr lang="en-US" altLang="zh-CN" sz="2300" b="1" dirty="0">
                <a:solidFill>
                  <a:srgbClr val="0000FF"/>
                </a:solidFill>
                <a:latin typeface="Consolas" panose="020B0609020204030204" pitchFamily="49" charset="0"/>
              </a:rPr>
              <a:t>			for(j=2;j&lt;=sqrt(</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a:t>
            </a:r>
            <a:r>
              <a:rPr lang="en-US" altLang="zh-CN" sz="2300" b="1" dirty="0" err="1">
                <a:solidFill>
                  <a:srgbClr val="0000FF"/>
                </a:solidFill>
                <a:latin typeface="Consolas" panose="020B0609020204030204" pitchFamily="49" charset="0"/>
              </a:rPr>
              <a:t>j++</a:t>
            </a:r>
            <a:r>
              <a:rPr lang="en-US" altLang="zh-CN" sz="2300" b="1" dirty="0">
                <a:solidFill>
                  <a:srgbClr val="0000FF"/>
                </a:solidFill>
                <a:latin typeface="Consolas" panose="020B0609020204030204" pitchFamily="49" charset="0"/>
              </a:rPr>
              <a:t>)</a:t>
            </a:r>
          </a:p>
          <a:p>
            <a:pPr eaLnBrk="1" hangingPunct="1">
              <a:lnSpc>
                <a:spcPct val="80000"/>
              </a:lnSpc>
              <a:buFontTx/>
              <a:buNone/>
            </a:pPr>
            <a:r>
              <a:rPr lang="en-US" altLang="zh-CN" sz="2300" b="1" dirty="0">
                <a:solidFill>
                  <a:srgbClr val="0000FF"/>
                </a:solidFill>
                <a:latin typeface="Consolas" panose="020B0609020204030204" pitchFamily="49" charset="0"/>
              </a:rPr>
              <a:t>				if(</a:t>
            </a:r>
            <a:r>
              <a:rPr lang="en-US" altLang="zh-CN" sz="2300" b="1" dirty="0" err="1">
                <a:solidFill>
                  <a:srgbClr val="0000FF"/>
                </a:solidFill>
                <a:latin typeface="Consolas" panose="020B0609020204030204" pitchFamily="49" charset="0"/>
              </a:rPr>
              <a:t>i%j</a:t>
            </a:r>
            <a:r>
              <a:rPr lang="en-US" altLang="zh-CN" sz="2300" b="1" dirty="0">
                <a:solidFill>
                  <a:srgbClr val="0000FF"/>
                </a:solidFill>
                <a:latin typeface="Consolas" panose="020B0609020204030204" pitchFamily="49" charset="0"/>
              </a:rPr>
              <a:t>==0)</a:t>
            </a:r>
          </a:p>
          <a:p>
            <a:pPr eaLnBrk="1" hangingPunct="1">
              <a:lnSpc>
                <a:spcPct val="80000"/>
              </a:lnSpc>
              <a:buFontTx/>
              <a:buNone/>
            </a:pPr>
            <a:r>
              <a:rPr lang="en-US" altLang="zh-CN" sz="2300" b="1" dirty="0">
                <a:solidFill>
                  <a:srgbClr val="0000FF"/>
                </a:solidFill>
                <a:latin typeface="Consolas" panose="020B0609020204030204" pitchFamily="49" charset="0"/>
              </a:rPr>
              <a:t>				{</a:t>
            </a:r>
          </a:p>
          <a:p>
            <a:pPr eaLnBrk="1" hangingPunct="1">
              <a:lnSpc>
                <a:spcPct val="80000"/>
              </a:lnSpc>
              <a:buFontTx/>
              <a:buNone/>
            </a:pPr>
            <a:r>
              <a:rPr lang="en-US" altLang="zh-CN" sz="2300" b="1" dirty="0">
                <a:solidFill>
                  <a:srgbClr val="0000FF"/>
                </a:solidFill>
                <a:latin typeface="Consolas" panose="020B0609020204030204" pitchFamily="49" charset="0"/>
              </a:rPr>
              <a:t>					flag=0;break;</a:t>
            </a:r>
          </a:p>
          <a:p>
            <a:pPr eaLnBrk="1" hangingPunct="1">
              <a:lnSpc>
                <a:spcPct val="80000"/>
              </a:lnSpc>
              <a:buFontTx/>
              <a:buNone/>
            </a:pPr>
            <a:r>
              <a:rPr lang="en-US" altLang="zh-CN" sz="2300" b="1" dirty="0">
                <a:solidFill>
                  <a:srgbClr val="0000FF"/>
                </a:solidFill>
                <a:latin typeface="Consolas" panose="020B0609020204030204" pitchFamily="49" charset="0"/>
              </a:rPr>
              <a:t>				}</a:t>
            </a:r>
          </a:p>
          <a:p>
            <a:pPr eaLnBrk="1" hangingPunct="1">
              <a:lnSpc>
                <a:spcPct val="80000"/>
              </a:lnSpc>
              <a:buFontTx/>
              <a:buNone/>
            </a:pPr>
            <a:r>
              <a:rPr lang="en-US" altLang="zh-CN" sz="2300" b="1" dirty="0">
                <a:solidFill>
                  <a:srgbClr val="0000FF"/>
                </a:solidFill>
                <a:latin typeface="Consolas" panose="020B0609020204030204" pitchFamily="49" charset="0"/>
              </a:rPr>
              <a:t>			if(flag==1)</a:t>
            </a:r>
          </a:p>
          <a:p>
            <a:pPr eaLnBrk="1" hangingPunct="1">
              <a:lnSpc>
                <a:spcPct val="80000"/>
              </a:lnSpc>
              <a:buFontTx/>
              <a:buNone/>
            </a:pPr>
            <a:r>
              <a:rPr lang="en-US" altLang="zh-CN" sz="2300" b="1" dirty="0">
                <a:solidFill>
                  <a:srgbClr val="0000FF"/>
                </a:solidFill>
                <a:latin typeface="Consolas" panose="020B0609020204030204" pitchFamily="49" charset="0"/>
              </a:rPr>
              <a:t>				b[k++]=</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a:t>
            </a:r>
          </a:p>
          <a:p>
            <a:pPr eaLnBrk="1" hangingPunct="1">
              <a:lnSpc>
                <a:spcPct val="80000"/>
              </a:lnSpc>
              <a:buFontTx/>
              <a:buNone/>
            </a:pPr>
            <a:r>
              <a:rPr lang="en-US" altLang="zh-CN" sz="2300" b="1" dirty="0">
                <a:solidFill>
                  <a:srgbClr val="0000FF"/>
                </a:solidFill>
                <a:latin typeface="Consolas" panose="020B0609020204030204" pitchFamily="49" charset="0"/>
              </a:rPr>
              <a:t>		}</a:t>
            </a:r>
          </a:p>
          <a:p>
            <a:pPr eaLnBrk="1" hangingPunct="1">
              <a:lnSpc>
                <a:spcPct val="80000"/>
              </a:lnSpc>
              <a:buFontTx/>
              <a:buNone/>
            </a:pPr>
            <a:r>
              <a:rPr lang="en-US" altLang="zh-CN" sz="2300" b="1" dirty="0">
                <a:solidFill>
                  <a:srgbClr val="0000FF"/>
                </a:solidFill>
                <a:latin typeface="Consolas" panose="020B0609020204030204" pitchFamily="49" charset="0"/>
              </a:rPr>
              <a:t>}		</a:t>
            </a:r>
            <a:r>
              <a:rPr lang="en-US" altLang="zh-CN" sz="2300" dirty="0">
                <a:latin typeface="Consolas" panose="020B0609020204030204" pitchFamily="49" charset="0"/>
              </a:rPr>
              <a:t>	</a:t>
            </a:r>
          </a:p>
        </p:txBody>
      </p:sp>
      <p:sp>
        <p:nvSpPr>
          <p:cNvPr id="3" name="灯片编号占位符 5"/>
          <p:cNvSpPr>
            <a:spLocks noGrp="1"/>
          </p:cNvSpPr>
          <p:nvPr>
            <p:ph type="sldNum" sz="quarter" idx="12"/>
          </p:nvPr>
        </p:nvSpPr>
        <p:spPr/>
        <p:txBody>
          <a:bodyPr/>
          <a:lstStyle/>
          <a:p>
            <a:pPr>
              <a:defRPr/>
            </a:pPr>
            <a:fld id="{13F95A0B-2AA3-4C2C-BD36-AE9DBE889B49}" type="slidenum">
              <a:rPr lang="zh-CN" altLang="en-US"/>
              <a:pPr>
                <a:defRPr/>
              </a:pPr>
              <a:t>58</a:t>
            </a:fld>
            <a:endParaRPr lang="en-US" altLang="zh-CN"/>
          </a:p>
        </p:txBody>
      </p:sp>
    </p:spTree>
    <p:extLst>
      <p:ext uri="{BB962C8B-B14F-4D97-AF65-F5344CB8AC3E}">
        <p14:creationId xmlns:p14="http://schemas.microsoft.com/office/powerpoint/2010/main" val="3608281658"/>
      </p:ext>
    </p:extLst>
  </p:cSld>
  <p:clrMapOvr>
    <a:overrideClrMapping bg1="lt1" tx1="dk1" bg2="lt2" tx2="dk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66563" name="Rectangle 3"/>
          <p:cNvSpPr>
            <a:spLocks noGrp="1" noChangeArrowheads="1"/>
          </p:cNvSpPr>
          <p:nvPr>
            <p:ph idx="1"/>
          </p:nvPr>
        </p:nvSpPr>
        <p:spPr>
          <a:xfrm>
            <a:off x="624336" y="1341749"/>
            <a:ext cx="10361851" cy="4115753"/>
          </a:xfrm>
        </p:spPr>
        <p:txBody>
          <a:bodyPr>
            <a:normAutofit/>
          </a:bodyPr>
          <a:lstStyle/>
          <a:p>
            <a:pPr eaLnBrk="1" hangingPunct="1">
              <a:buFontTx/>
              <a:buNone/>
            </a:pPr>
            <a:r>
              <a:rPr lang="en-US" altLang="zh-CN" sz="2300" b="1" dirty="0">
                <a:solidFill>
                  <a:srgbClr val="0000FF"/>
                </a:solidFill>
                <a:latin typeface="Consolas" panose="020B0609020204030204" pitchFamily="49" charset="0"/>
              </a:rPr>
              <a:t>int </a:t>
            </a:r>
            <a:r>
              <a:rPr lang="en-US" altLang="zh-CN" sz="2300" b="1" dirty="0" err="1">
                <a:solidFill>
                  <a:srgbClr val="0000FF"/>
                </a:solidFill>
                <a:latin typeface="Consolas" panose="020B0609020204030204" pitchFamily="49" charset="0"/>
              </a:rPr>
              <a:t>isprime</a:t>
            </a:r>
            <a:r>
              <a:rPr lang="en-US" altLang="zh-CN" sz="2300" b="1" dirty="0">
                <a:solidFill>
                  <a:srgbClr val="0000FF"/>
                </a:solidFill>
                <a:latin typeface="Consolas" panose="020B0609020204030204" pitchFamily="49" charset="0"/>
              </a:rPr>
              <a:t>(int num)</a:t>
            </a:r>
          </a:p>
          <a:p>
            <a:pPr eaLnBrk="1" hangingPunct="1">
              <a:buFontTx/>
              <a:buNone/>
            </a:pPr>
            <a:r>
              <a:rPr lang="en-US" altLang="zh-CN" sz="2300" b="1" dirty="0">
                <a:solidFill>
                  <a:srgbClr val="0000FF"/>
                </a:solidFill>
                <a:latin typeface="Consolas" panose="020B0609020204030204" pitchFamily="49" charset="0"/>
              </a:rPr>
              <a:t>{</a:t>
            </a:r>
          </a:p>
          <a:p>
            <a:pPr eaLnBrk="1" hangingPunct="1">
              <a:buFontTx/>
              <a:buNone/>
            </a:pPr>
            <a:r>
              <a:rPr lang="en-US" altLang="zh-CN" sz="2300" b="1" dirty="0">
                <a:solidFill>
                  <a:srgbClr val="0000FF"/>
                </a:solidFill>
                <a:latin typeface="Consolas" panose="020B0609020204030204" pitchFamily="49" charset="0"/>
              </a:rPr>
              <a:t>		int </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a:t>
            </a:r>
          </a:p>
          <a:p>
            <a:pPr eaLnBrk="1" hangingPunct="1">
              <a:buFontTx/>
              <a:buNone/>
            </a:pPr>
            <a:r>
              <a:rPr lang="en-US" altLang="zh-CN" sz="2300" b="1" dirty="0">
                <a:solidFill>
                  <a:srgbClr val="0000FF"/>
                </a:solidFill>
                <a:latin typeface="Consolas" panose="020B0609020204030204" pitchFamily="49" charset="0"/>
              </a:rPr>
              <a:t>		for(</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=0;i&lt;12;i++)</a:t>
            </a:r>
          </a:p>
          <a:p>
            <a:pPr eaLnBrk="1" hangingPunct="1">
              <a:buFontTx/>
              <a:buNone/>
            </a:pPr>
            <a:r>
              <a:rPr lang="en-US" altLang="zh-CN" sz="2300" b="1" dirty="0">
                <a:solidFill>
                  <a:srgbClr val="0000FF"/>
                </a:solidFill>
                <a:latin typeface="Consolas" panose="020B0609020204030204" pitchFamily="49" charset="0"/>
              </a:rPr>
              <a:t>			if(num==b[</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 return 1;</a:t>
            </a:r>
          </a:p>
          <a:p>
            <a:pPr eaLnBrk="1" hangingPunct="1">
              <a:buFontTx/>
              <a:buNone/>
            </a:pPr>
            <a:r>
              <a:rPr lang="en-US" altLang="zh-CN" sz="2300" b="1" dirty="0">
                <a:solidFill>
                  <a:srgbClr val="0000FF"/>
                </a:solidFill>
                <a:latin typeface="Consolas" panose="020B0609020204030204" pitchFamily="49" charset="0"/>
              </a:rPr>
              <a:t>	    return 0;</a:t>
            </a:r>
          </a:p>
          <a:p>
            <a:pPr eaLnBrk="1" hangingPunct="1">
              <a:buFontTx/>
              <a:buNone/>
            </a:pPr>
            <a:r>
              <a:rPr lang="en-US" altLang="zh-CN" sz="2300" b="1" dirty="0">
                <a:solidFill>
                  <a:srgbClr val="0000FF"/>
                </a:solidFill>
                <a:latin typeface="Consolas" panose="020B0609020204030204" pitchFamily="49" charset="0"/>
              </a:rPr>
              <a:t>}</a:t>
            </a:r>
            <a:endParaRPr lang="zh-CN" altLang="en-US" sz="2300" b="1" dirty="0">
              <a:solidFill>
                <a:srgbClr val="0000FF"/>
              </a:solidFill>
              <a:latin typeface="Consolas" panose="020B0609020204030204" pitchFamily="49" charset="0"/>
            </a:endParaRPr>
          </a:p>
          <a:p>
            <a:pPr marL="0" indent="0" eaLnBrk="1" hangingPunct="1">
              <a:buNone/>
            </a:pPr>
            <a:endParaRPr lang="zh-CN" altLang="en-US" sz="2300" dirty="0">
              <a:latin typeface="Consolas" panose="020B0609020204030204" pitchFamily="49" charset="0"/>
            </a:endParaRPr>
          </a:p>
        </p:txBody>
      </p:sp>
      <p:sp>
        <p:nvSpPr>
          <p:cNvPr id="3" name="灯片编号占位符 5"/>
          <p:cNvSpPr>
            <a:spLocks noGrp="1"/>
          </p:cNvSpPr>
          <p:nvPr>
            <p:ph type="sldNum" sz="quarter" idx="12"/>
          </p:nvPr>
        </p:nvSpPr>
        <p:spPr/>
        <p:txBody>
          <a:bodyPr/>
          <a:lstStyle/>
          <a:p>
            <a:pPr>
              <a:defRPr/>
            </a:pPr>
            <a:fld id="{4AF2F01E-B01F-4771-8A9A-4E1241DFBC1B}" type="slidenum">
              <a:rPr lang="zh-CN" altLang="en-US"/>
              <a:pPr>
                <a:defRPr/>
              </a:pPr>
              <a:t>59</a:t>
            </a:fld>
            <a:endParaRPr lang="en-US" altLang="zh-CN"/>
          </a:p>
        </p:txBody>
      </p:sp>
    </p:spTree>
    <p:extLst>
      <p:ext uri="{BB962C8B-B14F-4D97-AF65-F5344CB8AC3E}">
        <p14:creationId xmlns:p14="http://schemas.microsoft.com/office/powerpoint/2010/main" val="2918300493"/>
      </p:ext>
    </p:extLst>
  </p:cSld>
  <p:clrMapOvr>
    <a:overrideClrMapping bg1="lt1" tx1="dk1" bg2="lt2" tx2="dk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67587" name="Rectangle 3"/>
          <p:cNvSpPr>
            <a:spLocks noGrp="1" noChangeArrowheads="1"/>
          </p:cNvSpPr>
          <p:nvPr>
            <p:ph idx="1"/>
          </p:nvPr>
        </p:nvSpPr>
        <p:spPr>
          <a:xfrm>
            <a:off x="914281" y="1268707"/>
            <a:ext cx="10361851" cy="4828705"/>
          </a:xfrm>
        </p:spPr>
        <p:txBody>
          <a:bodyPr>
            <a:normAutofit/>
          </a:bodyPr>
          <a:lstStyle/>
          <a:p>
            <a:pPr eaLnBrk="1" hangingPunct="1">
              <a:buFontTx/>
              <a:buNone/>
            </a:pPr>
            <a:r>
              <a:rPr lang="en-US" altLang="zh-CN" sz="2300" b="1" dirty="0">
                <a:solidFill>
                  <a:srgbClr val="0000FF"/>
                </a:solidFill>
                <a:latin typeface="Consolas" panose="020B0609020204030204" pitchFamily="49" charset="0"/>
              </a:rPr>
              <a:t>void </a:t>
            </a:r>
            <a:r>
              <a:rPr lang="en-US" altLang="zh-CN" sz="2300" b="1" dirty="0" err="1">
                <a:solidFill>
                  <a:srgbClr val="0000FF"/>
                </a:solidFill>
                <a:latin typeface="Consolas" panose="020B0609020204030204" pitchFamily="49" charset="0"/>
              </a:rPr>
              <a:t>init</a:t>
            </a:r>
            <a:r>
              <a:rPr lang="en-US" altLang="zh-CN" sz="2300" b="1" dirty="0">
                <a:solidFill>
                  <a:srgbClr val="0000FF"/>
                </a:solidFill>
                <a:latin typeface="Consolas" panose="020B0609020204030204" pitchFamily="49" charset="0"/>
              </a:rPr>
              <a:t>()</a:t>
            </a:r>
          </a:p>
          <a:p>
            <a:pPr eaLnBrk="1" hangingPunct="1">
              <a:buFontTx/>
              <a:buNone/>
            </a:pPr>
            <a:r>
              <a:rPr lang="en-US" altLang="zh-CN" sz="2300" b="1" dirty="0">
                <a:solidFill>
                  <a:srgbClr val="0000FF"/>
                </a:solidFill>
                <a:latin typeface="Consolas" panose="020B0609020204030204" pitchFamily="49" charset="0"/>
              </a:rPr>
              <a:t>{</a:t>
            </a:r>
          </a:p>
          <a:p>
            <a:pPr eaLnBrk="1" hangingPunct="1">
              <a:buFontTx/>
              <a:buNone/>
            </a:pPr>
            <a:r>
              <a:rPr lang="en-US" altLang="zh-CN" sz="2300" b="1" dirty="0">
                <a:solidFill>
                  <a:srgbClr val="0000FF"/>
                </a:solidFill>
                <a:latin typeface="Consolas" panose="020B0609020204030204" pitchFamily="49" charset="0"/>
              </a:rPr>
              <a:t>		int </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a:t>
            </a:r>
          </a:p>
          <a:p>
            <a:pPr eaLnBrk="1" hangingPunct="1">
              <a:buFontTx/>
              <a:buNone/>
            </a:pPr>
            <a:r>
              <a:rPr lang="en-US" altLang="zh-CN" sz="2300" b="1" dirty="0">
                <a:solidFill>
                  <a:srgbClr val="0000FF"/>
                </a:solidFill>
                <a:latin typeface="Consolas" panose="020B0609020204030204" pitchFamily="49" charset="0"/>
              </a:rPr>
              <a:t>		for(</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=0;i&lt;21;i++)</a:t>
            </a:r>
          </a:p>
          <a:p>
            <a:pPr eaLnBrk="1" hangingPunct="1">
              <a:buFontTx/>
              <a:buNone/>
            </a:pPr>
            <a:r>
              <a:rPr lang="en-US" altLang="zh-CN" sz="2300" b="1" dirty="0">
                <a:solidFill>
                  <a:srgbClr val="0000FF"/>
                </a:solidFill>
                <a:latin typeface="Consolas" panose="020B0609020204030204" pitchFamily="49" charset="0"/>
              </a:rPr>
              <a:t>			a[</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a:t>
            </a:r>
          </a:p>
          <a:p>
            <a:pPr eaLnBrk="1" hangingPunct="1">
              <a:buFontTx/>
              <a:buNone/>
            </a:pPr>
            <a:r>
              <a:rPr lang="en-US" altLang="zh-CN" sz="2300" b="1" dirty="0">
                <a:solidFill>
                  <a:srgbClr val="0000FF"/>
                </a:solidFill>
                <a:latin typeface="Consolas" panose="020B0609020204030204" pitchFamily="49" charset="0"/>
              </a:rPr>
              <a:t>   	</a:t>
            </a:r>
            <a:r>
              <a:rPr lang="en-US" altLang="zh-CN" sz="2300" b="1" dirty="0" err="1">
                <a:solidFill>
                  <a:srgbClr val="0000FF"/>
                </a:solidFill>
                <a:latin typeface="Consolas" panose="020B0609020204030204" pitchFamily="49" charset="0"/>
              </a:rPr>
              <a:t>getb</a:t>
            </a:r>
            <a:r>
              <a:rPr lang="en-US" altLang="zh-CN" sz="2300" b="1" dirty="0">
                <a:solidFill>
                  <a:srgbClr val="0000FF"/>
                </a:solidFill>
                <a:latin typeface="Consolas" panose="020B0609020204030204" pitchFamily="49" charset="0"/>
              </a:rPr>
              <a:t>();</a:t>
            </a:r>
          </a:p>
          <a:p>
            <a:pPr eaLnBrk="1" hangingPunct="1">
              <a:buFontTx/>
              <a:buNone/>
            </a:pPr>
            <a:r>
              <a:rPr lang="en-US" altLang="zh-CN" sz="2300" b="1" dirty="0">
                <a:solidFill>
                  <a:srgbClr val="0000FF"/>
                </a:solidFill>
                <a:latin typeface="Consolas" panose="020B0609020204030204" pitchFamily="49" charset="0"/>
              </a:rPr>
              <a:t>}</a:t>
            </a:r>
            <a:endParaRPr lang="zh-CN" altLang="en-US" sz="2300" b="1" dirty="0">
              <a:solidFill>
                <a:srgbClr val="0000FF"/>
              </a:solidFill>
              <a:latin typeface="Consolas" panose="020B0609020204030204" pitchFamily="49" charset="0"/>
            </a:endParaRPr>
          </a:p>
        </p:txBody>
      </p:sp>
      <p:sp>
        <p:nvSpPr>
          <p:cNvPr id="3" name="灯片编号占位符 5"/>
          <p:cNvSpPr>
            <a:spLocks noGrp="1"/>
          </p:cNvSpPr>
          <p:nvPr>
            <p:ph type="sldNum" sz="quarter" idx="12"/>
          </p:nvPr>
        </p:nvSpPr>
        <p:spPr/>
        <p:txBody>
          <a:bodyPr/>
          <a:lstStyle/>
          <a:p>
            <a:pPr>
              <a:defRPr/>
            </a:pPr>
            <a:fld id="{BB14AA8E-7B1A-45CF-AA60-DA2B1D57D986}" type="slidenum">
              <a:rPr lang="zh-CN" altLang="en-US"/>
              <a:pPr>
                <a:defRPr/>
              </a:pPr>
              <a:t>60</a:t>
            </a:fld>
            <a:endParaRPr lang="en-US" altLang="zh-CN"/>
          </a:p>
        </p:txBody>
      </p:sp>
    </p:spTree>
    <p:extLst>
      <p:ext uri="{BB962C8B-B14F-4D97-AF65-F5344CB8AC3E}">
        <p14:creationId xmlns:p14="http://schemas.microsoft.com/office/powerpoint/2010/main" val="1533531869"/>
      </p:ext>
    </p:extLst>
  </p:cSld>
  <p:clrMapOvr>
    <a:overrideClrMapping bg1="lt1" tx1="dk1" bg2="lt2" tx2="dk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68611" name="Rectangle 3"/>
          <p:cNvSpPr>
            <a:spLocks noGrp="1" noChangeArrowheads="1"/>
          </p:cNvSpPr>
          <p:nvPr>
            <p:ph idx="1"/>
          </p:nvPr>
        </p:nvSpPr>
        <p:spPr>
          <a:xfrm>
            <a:off x="224507" y="671833"/>
            <a:ext cx="11758669" cy="6049776"/>
          </a:xfrm>
        </p:spPr>
        <p:txBody>
          <a:bodyPr>
            <a:normAutofit fontScale="92500" lnSpcReduction="10000"/>
          </a:bodyPr>
          <a:lstStyle/>
          <a:p>
            <a:pPr eaLnBrk="1" hangingPunct="1">
              <a:lnSpc>
                <a:spcPct val="80000"/>
              </a:lnSpc>
              <a:buFontTx/>
              <a:buNone/>
            </a:pPr>
            <a:r>
              <a:rPr lang="en-US" altLang="zh-CN" sz="2300" b="1" dirty="0">
                <a:solidFill>
                  <a:srgbClr val="0000FF"/>
                </a:solidFill>
                <a:latin typeface="Consolas" panose="020B0609020204030204" pitchFamily="49" charset="0"/>
              </a:rPr>
              <a:t>void search(int m)</a:t>
            </a:r>
          </a:p>
          <a:p>
            <a:pPr eaLnBrk="1" hangingPunct="1">
              <a:lnSpc>
                <a:spcPct val="80000"/>
              </a:lnSpc>
              <a:buFontTx/>
              <a:buNone/>
            </a:pPr>
            <a:r>
              <a:rPr lang="en-US" altLang="zh-CN" sz="2300" b="1" dirty="0">
                <a:solidFill>
                  <a:srgbClr val="0000FF"/>
                </a:solidFill>
                <a:latin typeface="Consolas" panose="020B0609020204030204" pitchFamily="49" charset="0"/>
              </a:rPr>
              <a:t>{</a:t>
            </a:r>
          </a:p>
          <a:p>
            <a:pPr eaLnBrk="1" hangingPunct="1">
              <a:lnSpc>
                <a:spcPct val="80000"/>
              </a:lnSpc>
              <a:buFontTx/>
              <a:buNone/>
            </a:pPr>
            <a:r>
              <a:rPr lang="en-US" altLang="zh-CN" sz="2300" b="1" dirty="0">
                <a:solidFill>
                  <a:srgbClr val="0000FF"/>
                </a:solidFill>
                <a:latin typeface="Consolas" panose="020B0609020204030204" pitchFamily="49" charset="0"/>
              </a:rPr>
              <a:t>  	int </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a:t>
            </a:r>
          </a:p>
          <a:p>
            <a:pPr eaLnBrk="1" hangingPunct="1">
              <a:lnSpc>
                <a:spcPct val="80000"/>
              </a:lnSpc>
              <a:buFontTx/>
              <a:buNone/>
            </a:pPr>
            <a:r>
              <a:rPr lang="en-US" altLang="zh-CN" sz="2300" b="1" dirty="0">
                <a:solidFill>
                  <a:srgbClr val="0000FF"/>
                </a:solidFill>
                <a:latin typeface="Consolas" panose="020B0609020204030204" pitchFamily="49" charset="0"/>
              </a:rPr>
              <a:t>  	if(m&gt;20) //</a:t>
            </a:r>
            <a:r>
              <a:rPr lang="zh-CN" altLang="en-US" sz="2300" b="1" dirty="0">
                <a:solidFill>
                  <a:srgbClr val="0000FF"/>
                </a:solidFill>
                <a:latin typeface="Consolas" panose="020B0609020204030204" pitchFamily="49" charset="0"/>
              </a:rPr>
              <a:t>当已经搜索到叶结点时</a:t>
            </a:r>
          </a:p>
          <a:p>
            <a:pPr eaLnBrk="1" hangingPunct="1">
              <a:lnSpc>
                <a:spcPct val="80000"/>
              </a:lnSpc>
              <a:buFontTx/>
              <a:buNone/>
            </a:pPr>
            <a:r>
              <a:rPr lang="en-US" altLang="zh-CN" sz="2300" b="1" dirty="0">
                <a:solidFill>
                  <a:srgbClr val="0000FF"/>
                </a:solidFill>
                <a:latin typeface="Consolas" panose="020B0609020204030204" pitchFamily="49" charset="0"/>
              </a:rPr>
              <a:t>  	{</a:t>
            </a:r>
          </a:p>
          <a:p>
            <a:pPr eaLnBrk="1" hangingPunct="1">
              <a:lnSpc>
                <a:spcPct val="80000"/>
              </a:lnSpc>
              <a:buFontTx/>
              <a:buNone/>
            </a:pPr>
            <a:r>
              <a:rPr lang="en-US" altLang="zh-CN" sz="2300" b="1" dirty="0">
                <a:solidFill>
                  <a:srgbClr val="0000FF"/>
                </a:solidFill>
                <a:latin typeface="Consolas" panose="020B0609020204030204" pitchFamily="49" charset="0"/>
              </a:rPr>
              <a:t>	 		if(</a:t>
            </a:r>
            <a:r>
              <a:rPr lang="en-US" altLang="zh-CN" sz="2300" b="1" dirty="0" err="1">
                <a:solidFill>
                  <a:srgbClr val="0000FF"/>
                </a:solidFill>
                <a:latin typeface="Consolas" panose="020B0609020204030204" pitchFamily="49" charset="0"/>
              </a:rPr>
              <a:t>isprime</a:t>
            </a:r>
            <a:r>
              <a:rPr lang="en-US" altLang="zh-CN" sz="2300" b="1" dirty="0">
                <a:solidFill>
                  <a:srgbClr val="0000FF"/>
                </a:solidFill>
                <a:latin typeface="Consolas" panose="020B0609020204030204" pitchFamily="49" charset="0"/>
              </a:rPr>
              <a:t>(a[1]+a[20]))     //</a:t>
            </a:r>
            <a:r>
              <a:rPr lang="zh-CN" altLang="en-US" sz="2300" b="1" dirty="0">
                <a:solidFill>
                  <a:srgbClr val="0000FF"/>
                </a:solidFill>
                <a:latin typeface="Consolas" panose="020B0609020204030204" pitchFamily="49" charset="0"/>
              </a:rPr>
              <a:t>如果</a:t>
            </a:r>
            <a:r>
              <a:rPr lang="en-US" altLang="zh-CN" sz="2300" b="1" dirty="0">
                <a:solidFill>
                  <a:srgbClr val="0000FF"/>
                </a:solidFill>
                <a:latin typeface="Consolas" panose="020B0609020204030204" pitchFamily="49" charset="0"/>
              </a:rPr>
              <a:t>a[1]+a[20]</a:t>
            </a:r>
            <a:r>
              <a:rPr lang="zh-CN" altLang="en-US" sz="2300" b="1" dirty="0">
                <a:solidFill>
                  <a:srgbClr val="0000FF"/>
                </a:solidFill>
                <a:latin typeface="Consolas" panose="020B0609020204030204" pitchFamily="49" charset="0"/>
              </a:rPr>
              <a:t>也是素数</a:t>
            </a:r>
          </a:p>
          <a:p>
            <a:pPr eaLnBrk="1" hangingPunct="1">
              <a:lnSpc>
                <a:spcPct val="80000"/>
              </a:lnSpc>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			</a:t>
            </a:r>
            <a:r>
              <a:rPr lang="en-US" altLang="zh-CN" sz="2300" b="1" dirty="0" err="1">
                <a:solidFill>
                  <a:srgbClr val="0000FF"/>
                </a:solidFill>
                <a:latin typeface="Consolas" panose="020B0609020204030204" pitchFamily="49" charset="0"/>
              </a:rPr>
              <a:t>printresult</a:t>
            </a:r>
            <a:r>
              <a:rPr lang="en-US" altLang="zh-CN" sz="2300" b="1" dirty="0">
                <a:solidFill>
                  <a:srgbClr val="0000FF"/>
                </a:solidFill>
                <a:latin typeface="Consolas" panose="020B0609020204030204" pitchFamily="49" charset="0"/>
              </a:rPr>
              <a:t>();        //</a:t>
            </a:r>
            <a:r>
              <a:rPr lang="zh-CN" altLang="en-US" sz="2300" b="1" dirty="0">
                <a:solidFill>
                  <a:srgbClr val="0000FF"/>
                </a:solidFill>
                <a:latin typeface="Consolas" panose="020B0609020204030204" pitchFamily="49" charset="0"/>
              </a:rPr>
              <a:t>输出当前解</a:t>
            </a:r>
          </a:p>
          <a:p>
            <a:pPr eaLnBrk="1" hangingPunct="1">
              <a:lnSpc>
                <a:spcPct val="80000"/>
              </a:lnSpc>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		return;</a:t>
            </a:r>
          </a:p>
          <a:p>
            <a:pPr eaLnBrk="1" hangingPunct="1">
              <a:lnSpc>
                <a:spcPct val="80000"/>
              </a:lnSpc>
              <a:buFontTx/>
              <a:buNone/>
            </a:pPr>
            <a:r>
              <a:rPr lang="en-US" altLang="zh-CN" sz="2300" b="1" dirty="0">
                <a:solidFill>
                  <a:srgbClr val="0000FF"/>
                </a:solidFill>
                <a:latin typeface="Consolas" panose="020B0609020204030204" pitchFamily="49" charset="0"/>
              </a:rPr>
              <a:t>  	}</a:t>
            </a:r>
          </a:p>
          <a:p>
            <a:pPr eaLnBrk="1" hangingPunct="1">
              <a:lnSpc>
                <a:spcPct val="80000"/>
              </a:lnSpc>
              <a:buFontTx/>
              <a:buNone/>
            </a:pPr>
            <a:r>
              <a:rPr lang="en-US" altLang="zh-CN" sz="2300" b="1" dirty="0">
                <a:solidFill>
                  <a:srgbClr val="0000FF"/>
                </a:solidFill>
                <a:latin typeface="Consolas" panose="020B0609020204030204" pitchFamily="49" charset="0"/>
              </a:rPr>
              <a:t>	else</a:t>
            </a:r>
          </a:p>
          <a:p>
            <a:pPr eaLnBrk="1" hangingPunct="1">
              <a:lnSpc>
                <a:spcPct val="80000"/>
              </a:lnSpc>
              <a:buFontTx/>
              <a:buNone/>
            </a:pPr>
            <a:r>
              <a:rPr lang="en-US" altLang="zh-CN" sz="2300" b="1" dirty="0">
                <a:solidFill>
                  <a:srgbClr val="0000FF"/>
                </a:solidFill>
                <a:latin typeface="Consolas" panose="020B0609020204030204" pitchFamily="49" charset="0"/>
              </a:rPr>
              <a:t>  {</a:t>
            </a:r>
          </a:p>
          <a:p>
            <a:pPr eaLnBrk="1" hangingPunct="1">
              <a:lnSpc>
                <a:spcPct val="80000"/>
              </a:lnSpc>
              <a:buFontTx/>
              <a:buNone/>
            </a:pPr>
            <a:r>
              <a:rPr lang="en-US" altLang="zh-CN" sz="2300" b="1" dirty="0">
                <a:solidFill>
                  <a:srgbClr val="0000FF"/>
                </a:solidFill>
                <a:latin typeface="Consolas" panose="020B0609020204030204" pitchFamily="49" charset="0"/>
              </a:rPr>
              <a:t>		for(</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a:t>
            </a:r>
            <a:r>
              <a:rPr lang="en-US" altLang="zh-CN" sz="2300" b="1" dirty="0" err="1">
                <a:solidFill>
                  <a:srgbClr val="0000FF"/>
                </a:solidFill>
                <a:latin typeface="Consolas" panose="020B0609020204030204" pitchFamily="49" charset="0"/>
              </a:rPr>
              <a:t>m;i</a:t>
            </a:r>
            <a:r>
              <a:rPr lang="en-US" altLang="zh-CN" sz="2300" b="1" dirty="0">
                <a:solidFill>
                  <a:srgbClr val="0000FF"/>
                </a:solidFill>
                <a:latin typeface="Consolas" panose="020B0609020204030204" pitchFamily="49" charset="0"/>
              </a:rPr>
              <a:t>&lt;=20;i++)       //(</a:t>
            </a:r>
            <a:r>
              <a:rPr lang="zh-CN" altLang="en-US" sz="2300" b="1" dirty="0">
                <a:solidFill>
                  <a:srgbClr val="0000FF"/>
                </a:solidFill>
                <a:latin typeface="Consolas" panose="020B0609020204030204" pitchFamily="49" charset="0"/>
              </a:rPr>
              <a:t>排列树</a:t>
            </a:r>
            <a:r>
              <a:rPr lang="en-US" altLang="zh-CN" sz="2300" b="1" dirty="0">
                <a:solidFill>
                  <a:srgbClr val="0000FF"/>
                </a:solidFill>
                <a:latin typeface="Consolas" panose="020B0609020204030204" pitchFamily="49" charset="0"/>
              </a:rPr>
              <a:t>)</a:t>
            </a:r>
          </a:p>
          <a:p>
            <a:pPr eaLnBrk="1" hangingPunct="1">
              <a:lnSpc>
                <a:spcPct val="80000"/>
              </a:lnSpc>
              <a:buFontTx/>
              <a:buNone/>
            </a:pPr>
            <a:r>
              <a:rPr lang="en-US" altLang="zh-CN" sz="2300" b="1" dirty="0">
                <a:solidFill>
                  <a:srgbClr val="0000FF"/>
                </a:solidFill>
                <a:latin typeface="Consolas" panose="020B0609020204030204" pitchFamily="49" charset="0"/>
              </a:rPr>
              <a:t>		{</a:t>
            </a:r>
          </a:p>
          <a:p>
            <a:pPr eaLnBrk="1" hangingPunct="1">
              <a:lnSpc>
                <a:spcPct val="80000"/>
              </a:lnSpc>
              <a:buFontTx/>
              <a:buNone/>
            </a:pPr>
            <a:r>
              <a:rPr lang="en-US" altLang="zh-CN" sz="2300" b="1" dirty="0">
                <a:solidFill>
                  <a:srgbClr val="0000FF"/>
                </a:solidFill>
                <a:latin typeface="Consolas" panose="020B0609020204030204" pitchFamily="49" charset="0"/>
              </a:rPr>
              <a:t>			swap(</a:t>
            </a:r>
            <a:r>
              <a:rPr lang="en-US" altLang="zh-CN" sz="2300" b="1" dirty="0" err="1">
                <a:solidFill>
                  <a:srgbClr val="0000FF"/>
                </a:solidFill>
                <a:latin typeface="Consolas" panose="020B0609020204030204" pitchFamily="49" charset="0"/>
              </a:rPr>
              <a:t>m,i</a:t>
            </a:r>
            <a:r>
              <a:rPr lang="en-US" altLang="zh-CN" sz="2300" b="1" dirty="0">
                <a:solidFill>
                  <a:srgbClr val="0000FF"/>
                </a:solidFill>
                <a:latin typeface="Consolas" panose="020B0609020204030204" pitchFamily="49" charset="0"/>
              </a:rPr>
              <a:t>);           //</a:t>
            </a:r>
            <a:r>
              <a:rPr lang="zh-CN" altLang="en-US" sz="2300" b="1" dirty="0">
                <a:solidFill>
                  <a:srgbClr val="0000FF"/>
                </a:solidFill>
                <a:latin typeface="Consolas" panose="020B0609020204030204" pitchFamily="49" charset="0"/>
              </a:rPr>
              <a:t>交换</a:t>
            </a:r>
            <a:r>
              <a:rPr lang="en-US" altLang="zh-CN" sz="2300" b="1" dirty="0">
                <a:solidFill>
                  <a:srgbClr val="0000FF"/>
                </a:solidFill>
                <a:latin typeface="Consolas" panose="020B0609020204030204" pitchFamily="49" charset="0"/>
              </a:rPr>
              <a:t>a[m]</a:t>
            </a:r>
            <a:r>
              <a:rPr lang="zh-CN" altLang="en-US" sz="2300" b="1" dirty="0">
                <a:solidFill>
                  <a:srgbClr val="0000FF"/>
                </a:solidFill>
                <a:latin typeface="Consolas" panose="020B0609020204030204" pitchFamily="49" charset="0"/>
              </a:rPr>
              <a:t>和</a:t>
            </a:r>
            <a:r>
              <a:rPr lang="en-US" altLang="zh-CN" sz="2300" b="1" dirty="0">
                <a:solidFill>
                  <a:srgbClr val="0000FF"/>
                </a:solidFill>
                <a:latin typeface="Consolas" panose="020B0609020204030204" pitchFamily="49" charset="0"/>
              </a:rPr>
              <a:t>a[</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a:t>
            </a:r>
          </a:p>
          <a:p>
            <a:pPr eaLnBrk="1" hangingPunct="1">
              <a:lnSpc>
                <a:spcPct val="80000"/>
              </a:lnSpc>
              <a:buFontTx/>
              <a:buNone/>
            </a:pPr>
            <a:r>
              <a:rPr lang="en-US" altLang="zh-CN" sz="2300" b="1" dirty="0">
                <a:solidFill>
                  <a:srgbClr val="0000FF"/>
                </a:solidFill>
                <a:latin typeface="Consolas" panose="020B0609020204030204" pitchFamily="49" charset="0"/>
              </a:rPr>
              <a:t>			if(</a:t>
            </a:r>
            <a:r>
              <a:rPr lang="en-US" altLang="zh-CN" sz="2300" b="1" dirty="0" err="1">
                <a:solidFill>
                  <a:srgbClr val="0000FF"/>
                </a:solidFill>
                <a:latin typeface="Consolas" panose="020B0609020204030204" pitchFamily="49" charset="0"/>
              </a:rPr>
              <a:t>isprime</a:t>
            </a:r>
            <a:r>
              <a:rPr lang="en-US" altLang="zh-CN" sz="2300" b="1" dirty="0">
                <a:solidFill>
                  <a:srgbClr val="0000FF"/>
                </a:solidFill>
                <a:latin typeface="Consolas" panose="020B0609020204030204" pitchFamily="49" charset="0"/>
              </a:rPr>
              <a:t>(a[m-1]+a[m])) 	//</a:t>
            </a:r>
            <a:r>
              <a:rPr lang="zh-CN" altLang="en-US" sz="2300" b="1" dirty="0">
                <a:solidFill>
                  <a:srgbClr val="0000FF"/>
                </a:solidFill>
                <a:latin typeface="Consolas" panose="020B0609020204030204" pitchFamily="49" charset="0"/>
              </a:rPr>
              <a:t>判断</a:t>
            </a:r>
            <a:r>
              <a:rPr lang="en-US" altLang="zh-CN" sz="2300" b="1" dirty="0">
                <a:solidFill>
                  <a:srgbClr val="0000FF"/>
                </a:solidFill>
                <a:latin typeface="Consolas" panose="020B0609020204030204" pitchFamily="49" charset="0"/>
              </a:rPr>
              <a:t>a[m-1]+a[m]</a:t>
            </a:r>
            <a:r>
              <a:rPr lang="zh-CN" altLang="en-US" sz="2300" b="1" dirty="0">
                <a:solidFill>
                  <a:srgbClr val="0000FF"/>
                </a:solidFill>
                <a:latin typeface="Consolas" panose="020B0609020204030204" pitchFamily="49" charset="0"/>
              </a:rPr>
              <a:t>是否是素数</a:t>
            </a:r>
          </a:p>
          <a:p>
            <a:pPr eaLnBrk="1" hangingPunct="1">
              <a:lnSpc>
                <a:spcPct val="80000"/>
              </a:lnSpc>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		search(m+1);     //</a:t>
            </a:r>
            <a:r>
              <a:rPr lang="zh-CN" altLang="en-US" sz="2300" b="1" dirty="0">
                <a:solidFill>
                  <a:srgbClr val="0000FF"/>
                </a:solidFill>
                <a:latin typeface="Consolas" panose="020B0609020204030204" pitchFamily="49" charset="0"/>
              </a:rPr>
              <a:t>递归搜索下一个位置</a:t>
            </a:r>
          </a:p>
          <a:p>
            <a:pPr eaLnBrk="1" hangingPunct="1">
              <a:lnSpc>
                <a:spcPct val="80000"/>
              </a:lnSpc>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	swap(</a:t>
            </a:r>
            <a:r>
              <a:rPr lang="en-US" altLang="zh-CN" sz="2300" b="1" dirty="0" err="1">
                <a:solidFill>
                  <a:srgbClr val="0000FF"/>
                </a:solidFill>
                <a:latin typeface="Consolas" panose="020B0609020204030204" pitchFamily="49" charset="0"/>
              </a:rPr>
              <a:t>m,i</a:t>
            </a:r>
            <a:r>
              <a:rPr lang="en-US" altLang="zh-CN" sz="2300" b="1" dirty="0">
                <a:solidFill>
                  <a:srgbClr val="0000FF"/>
                </a:solidFill>
                <a:latin typeface="Consolas" panose="020B0609020204030204" pitchFamily="49" charset="0"/>
              </a:rPr>
              <a:t>);           //</a:t>
            </a:r>
            <a:r>
              <a:rPr lang="zh-CN" altLang="en-US" sz="2300" b="1" dirty="0">
                <a:solidFill>
                  <a:srgbClr val="0000FF"/>
                </a:solidFill>
                <a:latin typeface="Consolas" panose="020B0609020204030204" pitchFamily="49" charset="0"/>
              </a:rPr>
              <a:t>把</a:t>
            </a:r>
            <a:r>
              <a:rPr lang="en-US" altLang="zh-CN" sz="2300" b="1" dirty="0">
                <a:solidFill>
                  <a:srgbClr val="0000FF"/>
                </a:solidFill>
                <a:latin typeface="Consolas" panose="020B0609020204030204" pitchFamily="49" charset="0"/>
              </a:rPr>
              <a:t>a[m]</a:t>
            </a:r>
            <a:r>
              <a:rPr lang="zh-CN" altLang="en-US" sz="2300" b="1" dirty="0">
                <a:solidFill>
                  <a:srgbClr val="0000FF"/>
                </a:solidFill>
                <a:latin typeface="Consolas" panose="020B0609020204030204" pitchFamily="49" charset="0"/>
              </a:rPr>
              <a:t>和</a:t>
            </a:r>
            <a:r>
              <a:rPr lang="en-US" altLang="zh-CN" sz="2300" b="1" dirty="0">
                <a:solidFill>
                  <a:srgbClr val="0000FF"/>
                </a:solidFill>
                <a:latin typeface="Consolas" panose="020B0609020204030204" pitchFamily="49" charset="0"/>
              </a:rPr>
              <a:t>a[</a:t>
            </a:r>
            <a:r>
              <a:rPr lang="en-US" altLang="zh-CN" sz="2300" b="1" dirty="0" err="1">
                <a:solidFill>
                  <a:srgbClr val="0000FF"/>
                </a:solidFill>
                <a:latin typeface="Consolas" panose="020B0609020204030204" pitchFamily="49" charset="0"/>
              </a:rPr>
              <a:t>i</a:t>
            </a:r>
            <a:r>
              <a:rPr lang="en-US" altLang="zh-CN" sz="2300" b="1" dirty="0">
                <a:solidFill>
                  <a:srgbClr val="0000FF"/>
                </a:solidFill>
                <a:latin typeface="Consolas" panose="020B0609020204030204" pitchFamily="49" charset="0"/>
              </a:rPr>
              <a:t>]</a:t>
            </a:r>
            <a:r>
              <a:rPr lang="zh-CN" altLang="en-US" sz="2300" b="1" dirty="0">
                <a:solidFill>
                  <a:srgbClr val="0000FF"/>
                </a:solidFill>
                <a:latin typeface="Consolas" panose="020B0609020204030204" pitchFamily="49" charset="0"/>
              </a:rPr>
              <a:t>换回来</a:t>
            </a:r>
          </a:p>
          <a:p>
            <a:pPr eaLnBrk="1" hangingPunct="1">
              <a:lnSpc>
                <a:spcPct val="80000"/>
              </a:lnSpc>
              <a:buFontTx/>
              <a:buNone/>
            </a:pPr>
            <a:r>
              <a:rPr lang="zh-CN" altLang="en-US" sz="2300" b="1" dirty="0">
                <a:solidFill>
                  <a:srgbClr val="0000FF"/>
                </a:solidFill>
                <a:latin typeface="Consolas" panose="020B0609020204030204" pitchFamily="49" charset="0"/>
              </a:rPr>
              <a:t>	</a:t>
            </a:r>
            <a:r>
              <a:rPr lang="en-US" altLang="zh-CN" sz="2300" b="1" dirty="0">
                <a:solidFill>
                  <a:srgbClr val="0000FF"/>
                </a:solidFill>
                <a:latin typeface="Consolas" panose="020B0609020204030204" pitchFamily="49" charset="0"/>
              </a:rPr>
              <a:t>	}</a:t>
            </a:r>
          </a:p>
          <a:p>
            <a:pPr eaLnBrk="1" hangingPunct="1">
              <a:lnSpc>
                <a:spcPct val="80000"/>
              </a:lnSpc>
              <a:buFontTx/>
              <a:buNone/>
            </a:pPr>
            <a:r>
              <a:rPr lang="en-US" altLang="zh-CN" sz="2300" b="1" dirty="0">
                <a:solidFill>
                  <a:srgbClr val="0000FF"/>
                </a:solidFill>
                <a:latin typeface="Consolas" panose="020B0609020204030204" pitchFamily="49" charset="0"/>
              </a:rPr>
              <a:t>   }</a:t>
            </a:r>
          </a:p>
          <a:p>
            <a:pPr eaLnBrk="1" hangingPunct="1">
              <a:lnSpc>
                <a:spcPct val="80000"/>
              </a:lnSpc>
              <a:buFontTx/>
              <a:buNone/>
            </a:pPr>
            <a:r>
              <a:rPr lang="en-US" altLang="zh-CN" sz="2300" b="1" dirty="0">
                <a:solidFill>
                  <a:srgbClr val="0000FF"/>
                </a:solidFill>
                <a:latin typeface="Consolas" panose="020B0609020204030204" pitchFamily="49" charset="0"/>
              </a:rPr>
              <a:t>}</a:t>
            </a:r>
            <a:endParaRPr lang="zh-CN" altLang="en-US" sz="2300" b="1" dirty="0">
              <a:solidFill>
                <a:srgbClr val="0000FF"/>
              </a:solidFill>
              <a:latin typeface="Consolas" panose="020B0609020204030204" pitchFamily="49" charset="0"/>
            </a:endParaRPr>
          </a:p>
          <a:p>
            <a:pPr eaLnBrk="1" hangingPunct="1">
              <a:lnSpc>
                <a:spcPct val="80000"/>
              </a:lnSpc>
              <a:buFontTx/>
              <a:buNone/>
            </a:pPr>
            <a:endParaRPr lang="zh-CN" altLang="en-US" sz="2300" dirty="0">
              <a:solidFill>
                <a:srgbClr val="0000FF"/>
              </a:solidFill>
              <a:latin typeface="Consolas" panose="020B0609020204030204" pitchFamily="49" charset="0"/>
            </a:endParaRPr>
          </a:p>
        </p:txBody>
      </p:sp>
      <p:sp>
        <p:nvSpPr>
          <p:cNvPr id="3" name="灯片编号占位符 5"/>
          <p:cNvSpPr>
            <a:spLocks noGrp="1"/>
          </p:cNvSpPr>
          <p:nvPr>
            <p:ph type="sldNum" sz="quarter" idx="12"/>
          </p:nvPr>
        </p:nvSpPr>
        <p:spPr/>
        <p:txBody>
          <a:bodyPr/>
          <a:lstStyle/>
          <a:p>
            <a:pPr>
              <a:defRPr/>
            </a:pPr>
            <a:fld id="{F0938B5E-5347-464A-AFE9-D5B59A16E99D}" type="slidenum">
              <a:rPr lang="zh-CN" altLang="en-US"/>
              <a:pPr>
                <a:defRPr/>
              </a:pPr>
              <a:t>61</a:t>
            </a:fld>
            <a:endParaRPr lang="en-US" altLang="zh-CN"/>
          </a:p>
        </p:txBody>
      </p:sp>
    </p:spTree>
    <p:extLst>
      <p:ext uri="{BB962C8B-B14F-4D97-AF65-F5344CB8AC3E}">
        <p14:creationId xmlns:p14="http://schemas.microsoft.com/office/powerpoint/2010/main" val="3569712047"/>
      </p:ext>
    </p:extLst>
  </p:cSld>
  <p:clrMapOvr>
    <a:overrideClrMapping bg1="lt1" tx1="dk1" bg2="lt2" tx2="dk2" accent1="accent1" accent2="accent2" accent3="accent3" accent4="accent4" accent5="accent5" accent6="accent6" hlink="hlink" folHlink="folHlink"/>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00AE0161-35D0-4446-8A5D-A07AD0CC069A}" type="slidenum">
              <a:rPr lang="zh-CN" altLang="en-US" smtClean="0"/>
              <a:pPr>
                <a:defRPr/>
              </a:pPr>
              <a:t>62</a:t>
            </a:fld>
            <a:endParaRPr lang="en-US" altLang="zh-CN"/>
          </a:p>
        </p:txBody>
      </p:sp>
      <p:sp>
        <p:nvSpPr>
          <p:cNvPr id="70660" name="矩形 5"/>
          <p:cNvSpPr>
            <a:spLocks noChangeArrowheads="1"/>
          </p:cNvSpPr>
          <p:nvPr/>
        </p:nvSpPr>
        <p:spPr bwMode="auto">
          <a:xfrm>
            <a:off x="428569" y="1341562"/>
            <a:ext cx="8762982" cy="1187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850" tIns="54425" rIns="108850" bIns="54425">
            <a:spAutoFit/>
          </a:bodyPr>
          <a:lstStyle/>
          <a:p>
            <a:r>
              <a:rPr lang="zh-CN" altLang="zh-CN" sz="2400" b="1" dirty="0">
                <a:solidFill>
                  <a:srgbClr val="FF0000"/>
                </a:solidFill>
                <a:latin typeface="华文楷体" panose="02010600040101010101" pitchFamily="2" charset="-122"/>
                <a:ea typeface="华文楷体" panose="02010600040101010101" pitchFamily="2" charset="-122"/>
                <a:cs typeface="Consolas" pitchFamily="49" charset="0"/>
              </a:rPr>
              <a:t>【</a:t>
            </a:r>
            <a:r>
              <a:rPr lang="zh-CN" altLang="en-US" sz="2400" b="1" dirty="0">
                <a:solidFill>
                  <a:srgbClr val="FF0000"/>
                </a:solidFill>
                <a:latin typeface="华文楷体" panose="02010600040101010101" pitchFamily="2" charset="-122"/>
                <a:ea typeface="华文楷体" panose="02010600040101010101" pitchFamily="2" charset="-122"/>
                <a:cs typeface="Consolas" pitchFamily="49" charset="0"/>
              </a:rPr>
              <a:t>问题描述</a:t>
            </a:r>
            <a:r>
              <a:rPr lang="zh-CN" altLang="zh-CN" sz="2400" b="1" dirty="0">
                <a:solidFill>
                  <a:srgbClr val="FF0000"/>
                </a:solidFill>
                <a:latin typeface="华文楷体" panose="02010600040101010101" pitchFamily="2" charset="-122"/>
                <a:ea typeface="华文楷体" panose="02010600040101010101" pitchFamily="2" charset="-122"/>
                <a:cs typeface="Consolas" pitchFamily="49" charset="0"/>
              </a:rPr>
              <a:t>】</a:t>
            </a:r>
            <a:r>
              <a:rPr lang="zh-CN" altLang="en-US" sz="2300" dirty="0">
                <a:solidFill>
                  <a:srgbClr val="0000FF"/>
                </a:solidFill>
                <a:latin typeface="华文楷体" panose="02010600040101010101" pitchFamily="2" charset="-122"/>
                <a:ea typeface="华文楷体" panose="02010600040101010101" pitchFamily="2" charset="-122"/>
              </a:rPr>
              <a:t>某售货员要到若干城市去推销商品，已知各城市之间的路程（旅费），他要选定一条从驻地出发，经过每个城市一遍，最后回到驻地的路线，使总的路程（总旅费）最小。</a:t>
            </a:r>
          </a:p>
        </p:txBody>
      </p:sp>
      <p:sp>
        <p:nvSpPr>
          <p:cNvPr id="5" name="基础扎实 / Strong Preparation">
            <a:extLst>
              <a:ext uri="{FF2B5EF4-FFF2-40B4-BE49-F238E27FC236}">
                <a16:creationId xmlns:a16="http://schemas.microsoft.com/office/drawing/2014/main" id="{BAA500BF-4FC7-4493-9533-3658F4809DF4}"/>
              </a:ext>
            </a:extLst>
          </p:cNvPr>
          <p:cNvSpPr txBox="1"/>
          <p:nvPr/>
        </p:nvSpPr>
        <p:spPr>
          <a:xfrm>
            <a:off x="2603627" y="367980"/>
            <a:ext cx="5870237" cy="561660"/>
          </a:xfrm>
          <a:prstGeom prst="rect">
            <a:avLst/>
          </a:prstGeom>
          <a:noFill/>
          <a:ln>
            <a:noFill/>
          </a:ln>
        </p:spPr>
        <p:txBody>
          <a:bodyPr wrap="square" lIns="68549" tIns="34274" rIns="68549" bIns="34274" rtlCol="0">
            <a:spAutoFit/>
          </a:bodyPr>
          <a:lstStyle/>
          <a:p>
            <a:pPr algn="ctr" defTabSz="950595">
              <a:buClr>
                <a:prstClr val="white"/>
              </a:buClr>
              <a:buSzTx/>
              <a:buFontTx/>
              <a:defRPr/>
            </a:pPr>
            <a:r>
              <a:rPr lang="en-US" altLang="zh-CN" sz="3200" b="1" spc="50" dirty="0">
                <a:ln w="11430"/>
                <a:solidFill>
                  <a:srgbClr val="006600"/>
                </a:solidFill>
                <a:latin typeface="+mn-ea"/>
                <a:sym typeface="Arial" panose="020B0604020202020204" pitchFamily="34" charset="0"/>
              </a:rPr>
              <a:t>3</a:t>
            </a:r>
            <a:r>
              <a:rPr lang="zh-CN" altLang="en-US" sz="3200" b="1" spc="50" dirty="0">
                <a:ln w="11430"/>
                <a:solidFill>
                  <a:srgbClr val="006600"/>
                </a:solidFill>
                <a:latin typeface="+mn-ea"/>
                <a:sym typeface="Arial" panose="020B0604020202020204" pitchFamily="34" charset="0"/>
              </a:rPr>
              <a:t>.</a:t>
            </a:r>
            <a:r>
              <a:rPr lang="en-US" altLang="zh-CN" sz="3200" b="1" spc="50" dirty="0">
                <a:ln w="11430"/>
                <a:solidFill>
                  <a:srgbClr val="006600"/>
                </a:solidFill>
                <a:latin typeface="+mn-ea"/>
                <a:sym typeface="Arial" panose="020B0604020202020204" pitchFamily="34" charset="0"/>
              </a:rPr>
              <a:t>11</a:t>
            </a:r>
            <a:r>
              <a:rPr lang="zh-CN" altLang="en-US" sz="3200" b="1" spc="50" dirty="0">
                <a:ln w="11430"/>
                <a:solidFill>
                  <a:srgbClr val="006600"/>
                </a:solidFill>
                <a:latin typeface="+mn-ea"/>
                <a:sym typeface="Arial" panose="020B0604020202020204" pitchFamily="34" charset="0"/>
              </a:rPr>
              <a:t> 旅行商问题</a:t>
            </a:r>
          </a:p>
        </p:txBody>
      </p:sp>
    </p:spTree>
    <p:extLst>
      <p:ext uri="{BB962C8B-B14F-4D97-AF65-F5344CB8AC3E}">
        <p14:creationId xmlns:p14="http://schemas.microsoft.com/office/powerpoint/2010/main" val="4229280245"/>
      </p:ext>
    </p:extLst>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5AC18BC8-73CD-45BB-BE46-D73C38D55C7E}" type="slidenum">
              <a:rPr lang="zh-CN" altLang="en-US" smtClean="0"/>
              <a:pPr>
                <a:defRPr/>
              </a:pPr>
              <a:t>63</a:t>
            </a:fld>
            <a:endParaRPr lang="en-US" altLang="zh-CN"/>
          </a:p>
        </p:txBody>
      </p:sp>
      <p:sp>
        <p:nvSpPr>
          <p:cNvPr id="71683" name="矩形 4"/>
          <p:cNvSpPr>
            <a:spLocks noChangeArrowheads="1"/>
          </p:cNvSpPr>
          <p:nvPr/>
        </p:nvSpPr>
        <p:spPr bwMode="auto">
          <a:xfrm>
            <a:off x="478582" y="1341562"/>
            <a:ext cx="8715362" cy="4711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8850" tIns="54425" rIns="108850" bIns="54425">
            <a:spAutoFit/>
          </a:bodyPr>
          <a:lstStyle/>
          <a:p>
            <a:r>
              <a:rPr lang="en-US" altLang="zh-CN" sz="2300" b="1" dirty="0">
                <a:solidFill>
                  <a:srgbClr val="FF0000"/>
                </a:solidFill>
                <a:latin typeface="华文楷体" panose="02010600040101010101" pitchFamily="2" charset="-122"/>
                <a:ea typeface="华文楷体" panose="02010600040101010101" pitchFamily="2" charset="-122"/>
              </a:rPr>
              <a:t>【</a:t>
            </a:r>
            <a:r>
              <a:rPr lang="zh-CN" altLang="en-US" sz="2300" b="1" dirty="0">
                <a:solidFill>
                  <a:srgbClr val="FF0000"/>
                </a:solidFill>
                <a:latin typeface="华文楷体" panose="02010600040101010101" pitchFamily="2" charset="-122"/>
              </a:rPr>
              <a:t>问题分析</a:t>
            </a:r>
            <a:r>
              <a:rPr lang="en-US" altLang="zh-CN" sz="2300" b="1" dirty="0">
                <a:solidFill>
                  <a:srgbClr val="FF0000"/>
                </a:solidFill>
                <a:latin typeface="华文楷体" panose="02010600040101010101" pitchFamily="2" charset="-122"/>
                <a:ea typeface="华文楷体" panose="02010600040101010101" pitchFamily="2" charset="-122"/>
              </a:rPr>
              <a:t>】</a:t>
            </a:r>
            <a:endParaRPr lang="zh-CN" altLang="en-US" sz="2300" dirty="0">
              <a:solidFill>
                <a:srgbClr val="FF0000"/>
              </a:solidFill>
              <a:latin typeface="华文楷体" panose="02010600040101010101" pitchFamily="2" charset="-122"/>
              <a:ea typeface="华文楷体" panose="02010600040101010101" pitchFamily="2" charset="-122"/>
            </a:endParaRPr>
          </a:p>
          <a:p>
            <a:r>
              <a:rPr lang="zh-CN" altLang="en-US" sz="2300" b="1" dirty="0">
                <a:solidFill>
                  <a:srgbClr val="0000FF"/>
                </a:solidFill>
                <a:latin typeface="华文楷体" panose="02010600040101010101" pitchFamily="2" charset="-122"/>
                <a:ea typeface="华文楷体" panose="02010600040101010101" pitchFamily="2" charset="-122"/>
              </a:rPr>
              <a:t>     </a:t>
            </a:r>
            <a:r>
              <a:rPr lang="zh-CN" altLang="en-US" sz="2300" dirty="0">
                <a:solidFill>
                  <a:srgbClr val="0000FF"/>
                </a:solidFill>
                <a:latin typeface="华文楷体" panose="02010600040101010101" pitchFamily="2" charset="-122"/>
                <a:ea typeface="华文楷体" panose="02010600040101010101" pitchFamily="2" charset="-122"/>
              </a:rPr>
              <a:t>旅行售货员问题的解空间是一棵排列树。对于排列树的回溯法与生成</a:t>
            </a:r>
            <a:r>
              <a:rPr lang="en-US" altLang="zh-CN" sz="2300" dirty="0">
                <a:solidFill>
                  <a:srgbClr val="0000FF"/>
                </a:solidFill>
                <a:latin typeface="华文楷体" panose="02010600040101010101" pitchFamily="2" charset="-122"/>
                <a:ea typeface="华文楷体" panose="02010600040101010101" pitchFamily="2" charset="-122"/>
              </a:rPr>
              <a:t>1,2,……n</a:t>
            </a:r>
            <a:r>
              <a:rPr lang="zh-CN" altLang="en-US" sz="2300" dirty="0">
                <a:solidFill>
                  <a:srgbClr val="0000FF"/>
                </a:solidFill>
                <a:latin typeface="华文楷体" panose="02010600040101010101" pitchFamily="2" charset="-122"/>
                <a:ea typeface="华文楷体" panose="02010600040101010101" pitchFamily="2" charset="-122"/>
              </a:rPr>
              <a:t>的所有排列的递归算法</a:t>
            </a:r>
            <a:r>
              <a:rPr lang="en-US" altLang="zh-CN" sz="2300" dirty="0">
                <a:solidFill>
                  <a:srgbClr val="0000FF"/>
                </a:solidFill>
                <a:latin typeface="华文楷体" panose="02010600040101010101" pitchFamily="2" charset="-122"/>
                <a:ea typeface="华文楷体" panose="02010600040101010101" pitchFamily="2" charset="-122"/>
              </a:rPr>
              <a:t>Perm</a:t>
            </a:r>
            <a:r>
              <a:rPr lang="zh-CN" altLang="en-US" sz="2300" dirty="0">
                <a:solidFill>
                  <a:srgbClr val="0000FF"/>
                </a:solidFill>
                <a:latin typeface="华文楷体" panose="02010600040101010101" pitchFamily="2" charset="-122"/>
                <a:ea typeface="华文楷体" panose="02010600040101010101" pitchFamily="2" charset="-122"/>
              </a:rPr>
              <a:t>类似。开始时</a:t>
            </a:r>
            <a:r>
              <a:rPr lang="en-US" altLang="zh-CN" sz="2300" dirty="0">
                <a:solidFill>
                  <a:srgbClr val="0000FF"/>
                </a:solidFill>
                <a:latin typeface="华文楷体" panose="02010600040101010101" pitchFamily="2" charset="-122"/>
                <a:ea typeface="华文楷体" panose="02010600040101010101" pitchFamily="2" charset="-122"/>
              </a:rPr>
              <a:t>x=[1,2,……n],</a:t>
            </a:r>
            <a:r>
              <a:rPr lang="zh-CN" altLang="en-US" sz="2300" dirty="0">
                <a:solidFill>
                  <a:srgbClr val="0000FF"/>
                </a:solidFill>
                <a:latin typeface="华文楷体" panose="02010600040101010101" pitchFamily="2" charset="-122"/>
                <a:ea typeface="华文楷体" panose="02010600040101010101" pitchFamily="2" charset="-122"/>
              </a:rPr>
              <a:t>则相应的排列树有</a:t>
            </a:r>
            <a:r>
              <a:rPr lang="en-US" altLang="zh-CN" sz="2300" dirty="0">
                <a:solidFill>
                  <a:srgbClr val="0000FF"/>
                </a:solidFill>
                <a:latin typeface="华文楷体" panose="02010600040101010101" pitchFamily="2" charset="-122"/>
                <a:ea typeface="华文楷体" panose="02010600040101010101" pitchFamily="2" charset="-122"/>
              </a:rPr>
              <a:t>x[1:n]</a:t>
            </a:r>
            <a:r>
              <a:rPr lang="zh-CN" altLang="en-US" sz="2300" dirty="0">
                <a:solidFill>
                  <a:srgbClr val="0000FF"/>
                </a:solidFill>
                <a:latin typeface="华文楷体" panose="02010600040101010101" pitchFamily="2" charset="-122"/>
                <a:ea typeface="华文楷体" panose="02010600040101010101" pitchFamily="2" charset="-122"/>
              </a:rPr>
              <a:t>的所有排列构成。</a:t>
            </a:r>
          </a:p>
          <a:p>
            <a:r>
              <a:rPr lang="zh-CN" altLang="en-US" sz="2300" dirty="0">
                <a:solidFill>
                  <a:srgbClr val="0000FF"/>
                </a:solidFill>
                <a:latin typeface="华文楷体" panose="02010600040101010101" pitchFamily="2" charset="-122"/>
                <a:ea typeface="华文楷体" panose="02010600040101010101" pitchFamily="2" charset="-122"/>
              </a:rPr>
              <a:t>     在递归算法</a:t>
            </a:r>
            <a:r>
              <a:rPr lang="en-US" altLang="zh-CN" sz="2300" dirty="0">
                <a:solidFill>
                  <a:srgbClr val="0000FF"/>
                </a:solidFill>
                <a:latin typeface="华文楷体" panose="02010600040101010101" pitchFamily="2" charset="-122"/>
                <a:ea typeface="华文楷体" panose="02010600040101010101" pitchFamily="2" charset="-122"/>
              </a:rPr>
              <a:t>Backtrack</a:t>
            </a:r>
            <a:r>
              <a:rPr lang="zh-CN" altLang="en-US" sz="2300" dirty="0">
                <a:solidFill>
                  <a:srgbClr val="0000FF"/>
                </a:solidFill>
                <a:latin typeface="华文楷体" panose="02010600040101010101" pitchFamily="2" charset="-122"/>
                <a:ea typeface="华文楷体" panose="02010600040101010101" pitchFamily="2" charset="-122"/>
              </a:rPr>
              <a:t>中，当</a:t>
            </a:r>
            <a:r>
              <a:rPr lang="en-US" altLang="zh-CN" sz="2300" dirty="0" err="1">
                <a:solidFill>
                  <a:srgbClr val="0000FF"/>
                </a:solidFill>
                <a:latin typeface="华文楷体" panose="02010600040101010101" pitchFamily="2" charset="-122"/>
                <a:ea typeface="华文楷体" panose="02010600040101010101" pitchFamily="2" charset="-122"/>
              </a:rPr>
              <a:t>i</a:t>
            </a:r>
            <a:r>
              <a:rPr lang="en-US" altLang="zh-CN" sz="2300" dirty="0">
                <a:solidFill>
                  <a:srgbClr val="0000FF"/>
                </a:solidFill>
                <a:latin typeface="华文楷体" panose="02010600040101010101" pitchFamily="2" charset="-122"/>
                <a:ea typeface="华文楷体" panose="02010600040101010101" pitchFamily="2" charset="-122"/>
              </a:rPr>
              <a:t>=n</a:t>
            </a:r>
            <a:r>
              <a:rPr lang="zh-CN" altLang="en-US" sz="2300" dirty="0">
                <a:solidFill>
                  <a:srgbClr val="0000FF"/>
                </a:solidFill>
                <a:latin typeface="华文楷体" panose="02010600040101010101" pitchFamily="2" charset="-122"/>
                <a:ea typeface="华文楷体" panose="02010600040101010101" pitchFamily="2" charset="-122"/>
              </a:rPr>
              <a:t>时，当前扩展节点是排列树的叶节点的父节点。此时算法</a:t>
            </a:r>
            <a:r>
              <a:rPr lang="zh-CN" altLang="en-US" sz="2300" b="1" i="1" dirty="0">
                <a:solidFill>
                  <a:srgbClr val="0000FF"/>
                </a:solidFill>
                <a:latin typeface="华文楷体" panose="02010600040101010101" pitchFamily="2" charset="-122"/>
                <a:ea typeface="华文楷体" panose="02010600040101010101" pitchFamily="2" charset="-122"/>
              </a:rPr>
              <a:t>检测图</a:t>
            </a:r>
            <a:r>
              <a:rPr lang="en-US" altLang="zh-CN" sz="2300" b="1" i="1" dirty="0">
                <a:solidFill>
                  <a:srgbClr val="0000FF"/>
                </a:solidFill>
                <a:latin typeface="华文楷体" panose="02010600040101010101" pitchFamily="2" charset="-122"/>
                <a:ea typeface="华文楷体" panose="02010600040101010101" pitchFamily="2" charset="-122"/>
              </a:rPr>
              <a:t>G</a:t>
            </a:r>
            <a:r>
              <a:rPr lang="zh-CN" altLang="en-US" sz="2300" b="1" i="1" dirty="0">
                <a:solidFill>
                  <a:srgbClr val="0000FF"/>
                </a:solidFill>
                <a:latin typeface="华文楷体" panose="02010600040101010101" pitchFamily="2" charset="-122"/>
                <a:ea typeface="华文楷体" panose="02010600040101010101" pitchFamily="2" charset="-122"/>
              </a:rPr>
              <a:t>是否存在一条从顶点</a:t>
            </a:r>
            <a:r>
              <a:rPr lang="en-US" altLang="zh-CN" sz="2300" b="1" i="1" dirty="0">
                <a:solidFill>
                  <a:srgbClr val="0000FF"/>
                </a:solidFill>
                <a:latin typeface="华文楷体" panose="02010600040101010101" pitchFamily="2" charset="-122"/>
                <a:ea typeface="华文楷体" panose="02010600040101010101" pitchFamily="2" charset="-122"/>
              </a:rPr>
              <a:t>x[n-1]</a:t>
            </a:r>
            <a:r>
              <a:rPr lang="zh-CN" altLang="en-US" sz="2300" b="1" i="1" dirty="0">
                <a:solidFill>
                  <a:srgbClr val="0000FF"/>
                </a:solidFill>
                <a:latin typeface="华文楷体" panose="02010600040101010101" pitchFamily="2" charset="-122"/>
                <a:ea typeface="华文楷体" panose="02010600040101010101" pitchFamily="2" charset="-122"/>
              </a:rPr>
              <a:t>到顶点</a:t>
            </a:r>
            <a:r>
              <a:rPr lang="en-US" altLang="zh-CN" sz="2300" b="1" i="1" dirty="0">
                <a:solidFill>
                  <a:srgbClr val="0000FF"/>
                </a:solidFill>
                <a:latin typeface="华文楷体" panose="02010600040101010101" pitchFamily="2" charset="-122"/>
                <a:ea typeface="华文楷体" panose="02010600040101010101" pitchFamily="2" charset="-122"/>
              </a:rPr>
              <a:t>x[n]</a:t>
            </a:r>
            <a:r>
              <a:rPr lang="zh-CN" altLang="en-US" sz="2300" b="1" i="1" dirty="0">
                <a:solidFill>
                  <a:srgbClr val="0000FF"/>
                </a:solidFill>
                <a:latin typeface="华文楷体" panose="02010600040101010101" pitchFamily="2" charset="-122"/>
                <a:ea typeface="华文楷体" panose="02010600040101010101" pitchFamily="2" charset="-122"/>
              </a:rPr>
              <a:t>的边和一条从顶点</a:t>
            </a:r>
            <a:r>
              <a:rPr lang="en-US" altLang="zh-CN" sz="2300" b="1" i="1" dirty="0">
                <a:solidFill>
                  <a:srgbClr val="0000FF"/>
                </a:solidFill>
                <a:latin typeface="华文楷体" panose="02010600040101010101" pitchFamily="2" charset="-122"/>
                <a:ea typeface="华文楷体" panose="02010600040101010101" pitchFamily="2" charset="-122"/>
              </a:rPr>
              <a:t>x[n]</a:t>
            </a:r>
            <a:r>
              <a:rPr lang="zh-CN" altLang="en-US" sz="2300" b="1" i="1" dirty="0">
                <a:solidFill>
                  <a:srgbClr val="0000FF"/>
                </a:solidFill>
                <a:latin typeface="华文楷体" panose="02010600040101010101" pitchFamily="2" charset="-122"/>
                <a:ea typeface="华文楷体" panose="02010600040101010101" pitchFamily="2" charset="-122"/>
              </a:rPr>
              <a:t>到顶点</a:t>
            </a:r>
            <a:r>
              <a:rPr lang="en-US" altLang="zh-CN" sz="2300" b="1" i="1" dirty="0">
                <a:solidFill>
                  <a:srgbClr val="0000FF"/>
                </a:solidFill>
                <a:latin typeface="华文楷体" panose="02010600040101010101" pitchFamily="2" charset="-122"/>
                <a:ea typeface="华文楷体" panose="02010600040101010101" pitchFamily="2" charset="-122"/>
              </a:rPr>
              <a:t>1</a:t>
            </a:r>
            <a:r>
              <a:rPr lang="zh-CN" altLang="en-US" sz="2300" b="1" i="1" dirty="0">
                <a:solidFill>
                  <a:srgbClr val="0000FF"/>
                </a:solidFill>
                <a:latin typeface="华文楷体" panose="02010600040101010101" pitchFamily="2" charset="-122"/>
                <a:ea typeface="华文楷体" panose="02010600040101010101" pitchFamily="2" charset="-122"/>
              </a:rPr>
              <a:t>的边</a:t>
            </a:r>
            <a:r>
              <a:rPr lang="zh-CN" altLang="en-US" sz="2300" dirty="0">
                <a:solidFill>
                  <a:srgbClr val="0000FF"/>
                </a:solidFill>
                <a:latin typeface="华文楷体" panose="02010600040101010101" pitchFamily="2" charset="-122"/>
                <a:ea typeface="华文楷体" panose="02010600040101010101" pitchFamily="2" charset="-122"/>
              </a:rPr>
              <a:t>。如果这两条边都存在，则找到一条旅行员售货回路。此时，算法还需要判断这条回路的费用是否优于已找到的当前最优回流的费用</a:t>
            </a:r>
            <a:r>
              <a:rPr lang="en-US" altLang="zh-CN" sz="2300" dirty="0" err="1">
                <a:solidFill>
                  <a:srgbClr val="0000FF"/>
                </a:solidFill>
                <a:latin typeface="华文楷体" panose="02010600040101010101" pitchFamily="2" charset="-122"/>
                <a:ea typeface="华文楷体" panose="02010600040101010101" pitchFamily="2" charset="-122"/>
              </a:rPr>
              <a:t>bestc</a:t>
            </a:r>
            <a:r>
              <a:rPr lang="zh-CN" altLang="en-US" sz="2300" dirty="0">
                <a:solidFill>
                  <a:srgbClr val="0000FF"/>
                </a:solidFill>
                <a:latin typeface="华文楷体" panose="02010600040101010101" pitchFamily="2" charset="-122"/>
                <a:ea typeface="华文楷体" panose="02010600040101010101" pitchFamily="2" charset="-122"/>
              </a:rPr>
              <a:t>。如果是，则必须更新当前最优值</a:t>
            </a:r>
            <a:r>
              <a:rPr lang="en-US" altLang="zh-CN" sz="2300" dirty="0" err="1">
                <a:solidFill>
                  <a:srgbClr val="0000FF"/>
                </a:solidFill>
                <a:latin typeface="华文楷体" panose="02010600040101010101" pitchFamily="2" charset="-122"/>
                <a:ea typeface="华文楷体" panose="02010600040101010101" pitchFamily="2" charset="-122"/>
              </a:rPr>
              <a:t>bestc</a:t>
            </a:r>
            <a:r>
              <a:rPr lang="zh-CN" altLang="en-US" sz="2300" dirty="0">
                <a:solidFill>
                  <a:srgbClr val="0000FF"/>
                </a:solidFill>
                <a:latin typeface="华文楷体" panose="02010600040101010101" pitchFamily="2" charset="-122"/>
                <a:ea typeface="华文楷体" panose="02010600040101010101" pitchFamily="2" charset="-122"/>
              </a:rPr>
              <a:t>和当前最优解</a:t>
            </a:r>
            <a:r>
              <a:rPr lang="en-US" altLang="zh-CN" sz="2300" dirty="0" err="1">
                <a:solidFill>
                  <a:srgbClr val="0000FF"/>
                </a:solidFill>
                <a:latin typeface="华文楷体" panose="02010600040101010101" pitchFamily="2" charset="-122"/>
                <a:ea typeface="华文楷体" panose="02010600040101010101" pitchFamily="2" charset="-122"/>
              </a:rPr>
              <a:t>bestx</a:t>
            </a:r>
            <a:r>
              <a:rPr lang="zh-CN" altLang="en-US" sz="2300" dirty="0">
                <a:solidFill>
                  <a:srgbClr val="0000FF"/>
                </a:solidFill>
                <a:latin typeface="华文楷体" panose="02010600040101010101" pitchFamily="2" charset="-122"/>
                <a:ea typeface="华文楷体" panose="02010600040101010101" pitchFamily="2" charset="-122"/>
              </a:rPr>
              <a:t>。</a:t>
            </a:r>
          </a:p>
          <a:p>
            <a:r>
              <a:rPr lang="zh-CN" altLang="en-US" sz="2300" dirty="0">
                <a:solidFill>
                  <a:srgbClr val="0000FF"/>
                </a:solidFill>
                <a:latin typeface="华文楷体" panose="02010600040101010101" pitchFamily="2" charset="-122"/>
                <a:ea typeface="华文楷体" panose="02010600040101010101" pitchFamily="2" charset="-122"/>
              </a:rPr>
              <a:t>     当</a:t>
            </a:r>
            <a:r>
              <a:rPr lang="en-US" altLang="zh-CN" sz="2300" dirty="0" err="1">
                <a:solidFill>
                  <a:srgbClr val="0000FF"/>
                </a:solidFill>
                <a:latin typeface="华文楷体" panose="02010600040101010101" pitchFamily="2" charset="-122"/>
                <a:ea typeface="华文楷体" panose="02010600040101010101" pitchFamily="2" charset="-122"/>
              </a:rPr>
              <a:t>i</a:t>
            </a:r>
            <a:r>
              <a:rPr lang="en-US" altLang="zh-CN" sz="2300" dirty="0">
                <a:solidFill>
                  <a:srgbClr val="0000FF"/>
                </a:solidFill>
                <a:latin typeface="华文楷体" panose="02010600040101010101" pitchFamily="2" charset="-122"/>
                <a:ea typeface="华文楷体" panose="02010600040101010101" pitchFamily="2" charset="-122"/>
              </a:rPr>
              <a:t>&lt;n</a:t>
            </a:r>
            <a:r>
              <a:rPr lang="zh-CN" altLang="en-US" sz="2300" dirty="0">
                <a:solidFill>
                  <a:srgbClr val="0000FF"/>
                </a:solidFill>
                <a:latin typeface="华文楷体" panose="02010600040101010101" pitchFamily="2" charset="-122"/>
                <a:ea typeface="华文楷体" panose="02010600040101010101" pitchFamily="2" charset="-122"/>
              </a:rPr>
              <a:t>时，当前扩展节点位于排列树的第</a:t>
            </a:r>
            <a:r>
              <a:rPr lang="en-US" altLang="zh-CN" sz="2300" dirty="0">
                <a:solidFill>
                  <a:srgbClr val="0000FF"/>
                </a:solidFill>
                <a:latin typeface="华文楷体" panose="02010600040101010101" pitchFamily="2" charset="-122"/>
                <a:ea typeface="华文楷体" panose="02010600040101010101" pitchFamily="2" charset="-122"/>
              </a:rPr>
              <a:t>i-1</a:t>
            </a:r>
            <a:r>
              <a:rPr lang="zh-CN" altLang="en-US" sz="2300" dirty="0">
                <a:solidFill>
                  <a:srgbClr val="0000FF"/>
                </a:solidFill>
                <a:latin typeface="华文楷体" panose="02010600040101010101" pitchFamily="2" charset="-122"/>
                <a:ea typeface="华文楷体" panose="02010600040101010101" pitchFamily="2" charset="-122"/>
              </a:rPr>
              <a:t>层。</a:t>
            </a:r>
            <a:r>
              <a:rPr lang="zh-CN" altLang="en-US" sz="2300" b="1" i="1" dirty="0">
                <a:solidFill>
                  <a:srgbClr val="0000FF"/>
                </a:solidFill>
                <a:latin typeface="华文楷体" panose="02010600040101010101" pitchFamily="2" charset="-122"/>
                <a:ea typeface="华文楷体" panose="02010600040101010101" pitchFamily="2" charset="-122"/>
              </a:rPr>
              <a:t>图</a:t>
            </a:r>
            <a:r>
              <a:rPr lang="en-US" altLang="zh-CN" sz="2300" b="1" i="1" dirty="0">
                <a:solidFill>
                  <a:srgbClr val="0000FF"/>
                </a:solidFill>
                <a:latin typeface="华文楷体" panose="02010600040101010101" pitchFamily="2" charset="-122"/>
                <a:ea typeface="华文楷体" panose="02010600040101010101" pitchFamily="2" charset="-122"/>
              </a:rPr>
              <a:t>G</a:t>
            </a:r>
            <a:r>
              <a:rPr lang="zh-CN" altLang="en-US" sz="2300" b="1" i="1" dirty="0">
                <a:solidFill>
                  <a:srgbClr val="0000FF"/>
                </a:solidFill>
                <a:latin typeface="华文楷体" panose="02010600040101010101" pitchFamily="2" charset="-122"/>
                <a:ea typeface="华文楷体" panose="02010600040101010101" pitchFamily="2" charset="-122"/>
              </a:rPr>
              <a:t>中存在从顶点</a:t>
            </a:r>
            <a:r>
              <a:rPr lang="en-US" altLang="zh-CN" sz="2300" b="1" i="1" dirty="0">
                <a:solidFill>
                  <a:srgbClr val="0000FF"/>
                </a:solidFill>
                <a:latin typeface="华文楷体" panose="02010600040101010101" pitchFamily="2" charset="-122"/>
                <a:ea typeface="华文楷体" panose="02010600040101010101" pitchFamily="2" charset="-122"/>
              </a:rPr>
              <a:t>x[i-1]</a:t>
            </a:r>
            <a:r>
              <a:rPr lang="zh-CN" altLang="en-US" sz="2300" b="1" i="1" dirty="0">
                <a:solidFill>
                  <a:srgbClr val="0000FF"/>
                </a:solidFill>
                <a:latin typeface="华文楷体" panose="02010600040101010101" pitchFamily="2" charset="-122"/>
                <a:ea typeface="华文楷体" panose="02010600040101010101" pitchFamily="2" charset="-122"/>
              </a:rPr>
              <a:t>到顶点</a:t>
            </a:r>
            <a:r>
              <a:rPr lang="en-US" altLang="zh-CN" sz="2300" b="1" i="1" dirty="0">
                <a:solidFill>
                  <a:srgbClr val="0000FF"/>
                </a:solidFill>
                <a:latin typeface="华文楷体" panose="02010600040101010101" pitchFamily="2" charset="-122"/>
                <a:ea typeface="华文楷体" panose="02010600040101010101" pitchFamily="2" charset="-122"/>
              </a:rPr>
              <a:t>x[</a:t>
            </a:r>
            <a:r>
              <a:rPr lang="en-US" altLang="zh-CN" sz="2300" b="1" i="1" dirty="0" err="1">
                <a:solidFill>
                  <a:srgbClr val="0000FF"/>
                </a:solidFill>
                <a:latin typeface="华文楷体" panose="02010600040101010101" pitchFamily="2" charset="-122"/>
                <a:ea typeface="华文楷体" panose="02010600040101010101" pitchFamily="2" charset="-122"/>
              </a:rPr>
              <a:t>i</a:t>
            </a:r>
            <a:r>
              <a:rPr lang="en-US" altLang="zh-CN" sz="2300" b="1" i="1" dirty="0">
                <a:solidFill>
                  <a:srgbClr val="0000FF"/>
                </a:solidFill>
                <a:latin typeface="华文楷体" panose="02010600040101010101" pitchFamily="2" charset="-122"/>
                <a:ea typeface="华文楷体" panose="02010600040101010101" pitchFamily="2" charset="-122"/>
              </a:rPr>
              <a:t>]</a:t>
            </a:r>
            <a:r>
              <a:rPr lang="zh-CN" altLang="en-US" sz="2300" b="1" i="1" dirty="0">
                <a:solidFill>
                  <a:srgbClr val="0000FF"/>
                </a:solidFill>
                <a:latin typeface="华文楷体" panose="02010600040101010101" pitchFamily="2" charset="-122"/>
                <a:ea typeface="华文楷体" panose="02010600040101010101" pitchFamily="2" charset="-122"/>
              </a:rPr>
              <a:t>的边时，</a:t>
            </a:r>
            <a:r>
              <a:rPr lang="en-US" altLang="zh-CN" sz="2300" b="1" i="1" dirty="0">
                <a:solidFill>
                  <a:srgbClr val="0000FF"/>
                </a:solidFill>
                <a:latin typeface="华文楷体" panose="02010600040101010101" pitchFamily="2" charset="-122"/>
                <a:ea typeface="华文楷体" panose="02010600040101010101" pitchFamily="2" charset="-122"/>
              </a:rPr>
              <a:t>x[1:i]</a:t>
            </a:r>
            <a:r>
              <a:rPr lang="zh-CN" altLang="en-US" sz="2300" b="1" i="1" dirty="0">
                <a:solidFill>
                  <a:srgbClr val="0000FF"/>
                </a:solidFill>
                <a:latin typeface="华文楷体" panose="02010600040101010101" pitchFamily="2" charset="-122"/>
                <a:ea typeface="华文楷体" panose="02010600040101010101" pitchFamily="2" charset="-122"/>
              </a:rPr>
              <a:t>构成图</a:t>
            </a:r>
            <a:r>
              <a:rPr lang="en-US" altLang="zh-CN" sz="2300" b="1" i="1" dirty="0">
                <a:solidFill>
                  <a:srgbClr val="0000FF"/>
                </a:solidFill>
                <a:latin typeface="华文楷体" panose="02010600040101010101" pitchFamily="2" charset="-122"/>
                <a:ea typeface="华文楷体" panose="02010600040101010101" pitchFamily="2" charset="-122"/>
              </a:rPr>
              <a:t>G</a:t>
            </a:r>
            <a:r>
              <a:rPr lang="zh-CN" altLang="en-US" sz="2300" b="1" i="1" dirty="0">
                <a:solidFill>
                  <a:srgbClr val="0000FF"/>
                </a:solidFill>
                <a:latin typeface="华文楷体" panose="02010600040101010101" pitchFamily="2" charset="-122"/>
                <a:ea typeface="华文楷体" panose="02010600040101010101" pitchFamily="2" charset="-122"/>
              </a:rPr>
              <a:t>的一条路径，且当</a:t>
            </a:r>
            <a:r>
              <a:rPr lang="en-US" altLang="zh-CN" sz="2300" b="1" i="1" dirty="0">
                <a:solidFill>
                  <a:srgbClr val="0000FF"/>
                </a:solidFill>
                <a:latin typeface="华文楷体" panose="02010600040101010101" pitchFamily="2" charset="-122"/>
                <a:ea typeface="华文楷体" panose="02010600040101010101" pitchFamily="2" charset="-122"/>
              </a:rPr>
              <a:t>x[1:i]</a:t>
            </a:r>
            <a:r>
              <a:rPr lang="zh-CN" altLang="en-US" sz="2300" b="1" i="1" dirty="0">
                <a:solidFill>
                  <a:srgbClr val="0000FF"/>
                </a:solidFill>
                <a:latin typeface="华文楷体" panose="02010600040101010101" pitchFamily="2" charset="-122"/>
                <a:ea typeface="华文楷体" panose="02010600040101010101" pitchFamily="2" charset="-122"/>
              </a:rPr>
              <a:t>的费用小于当前最优值时算法进入树的第</a:t>
            </a:r>
            <a:r>
              <a:rPr lang="en-US" altLang="zh-CN" sz="2300" b="1" i="1" dirty="0" err="1">
                <a:solidFill>
                  <a:srgbClr val="0000FF"/>
                </a:solidFill>
                <a:latin typeface="华文楷体" panose="02010600040101010101" pitchFamily="2" charset="-122"/>
                <a:ea typeface="华文楷体" panose="02010600040101010101" pitchFamily="2" charset="-122"/>
              </a:rPr>
              <a:t>i</a:t>
            </a:r>
            <a:r>
              <a:rPr lang="zh-CN" altLang="en-US" sz="2300" b="1" i="1" dirty="0">
                <a:solidFill>
                  <a:srgbClr val="0000FF"/>
                </a:solidFill>
                <a:latin typeface="华文楷体" panose="02010600040101010101" pitchFamily="2" charset="-122"/>
                <a:ea typeface="华文楷体" panose="02010600040101010101" pitchFamily="2" charset="-122"/>
              </a:rPr>
              <a:t>层</a:t>
            </a:r>
            <a:r>
              <a:rPr lang="zh-CN" altLang="en-US" sz="2300" dirty="0">
                <a:solidFill>
                  <a:srgbClr val="0000FF"/>
                </a:solidFill>
                <a:latin typeface="华文楷体" panose="02010600040101010101" pitchFamily="2" charset="-122"/>
                <a:ea typeface="华文楷体" panose="02010600040101010101" pitchFamily="2" charset="-122"/>
              </a:rPr>
              <a:t>，否则将剪去相应的子树。</a:t>
            </a:r>
          </a:p>
        </p:txBody>
      </p:sp>
    </p:spTree>
    <p:extLst>
      <p:ext uri="{BB962C8B-B14F-4D97-AF65-F5344CB8AC3E}">
        <p14:creationId xmlns:p14="http://schemas.microsoft.com/office/powerpoint/2010/main" val="1726095045"/>
      </p:ext>
    </p:extLst>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D5D7018E-402C-4B4F-8E36-03AA132C012C}" type="slidenum">
              <a:rPr lang="zh-CN" altLang="en-US"/>
              <a:pPr>
                <a:defRPr/>
              </a:pPr>
              <a:t>64</a:t>
            </a:fld>
            <a:endParaRPr lang="en-US" altLang="zh-CN"/>
          </a:p>
        </p:txBody>
      </p:sp>
      <p:sp>
        <p:nvSpPr>
          <p:cNvPr id="72708" name="Text Box 4"/>
          <p:cNvSpPr txBox="1">
            <a:spLocks noChangeArrowheads="1"/>
          </p:cNvSpPr>
          <p:nvPr/>
        </p:nvSpPr>
        <p:spPr bwMode="auto">
          <a:xfrm>
            <a:off x="32081" y="981522"/>
            <a:ext cx="11951095" cy="5957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square"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en-US" altLang="zh-CN" sz="1900" dirty="0">
                <a:solidFill>
                  <a:srgbClr val="0000FF"/>
                </a:solidFill>
                <a:latin typeface="Consolas" panose="020B0609020204030204" pitchFamily="49" charset="0"/>
              </a:rPr>
              <a:t>private static void </a:t>
            </a:r>
            <a:r>
              <a:rPr lang="en-US" altLang="zh-CN" sz="1900" b="1" dirty="0">
                <a:solidFill>
                  <a:srgbClr val="0000FF"/>
                </a:solidFill>
                <a:latin typeface="Consolas" panose="020B0609020204030204" pitchFamily="49" charset="0"/>
              </a:rPr>
              <a:t>backtrack</a:t>
            </a:r>
            <a:r>
              <a:rPr lang="en-US" altLang="zh-CN" sz="1900" dirty="0">
                <a:solidFill>
                  <a:srgbClr val="0000FF"/>
                </a:solidFill>
                <a:latin typeface="Consolas" panose="020B0609020204030204" pitchFamily="49" charset="0"/>
              </a:rPr>
              <a:t>(int </a:t>
            </a:r>
            <a:r>
              <a:rPr lang="en-US" altLang="zh-CN" sz="1900" dirty="0" err="1">
                <a:solidFill>
                  <a:srgbClr val="0000FF"/>
                </a:solidFill>
                <a:latin typeface="Consolas" panose="020B0609020204030204" pitchFamily="49" charset="0"/>
              </a:rPr>
              <a:t>i</a:t>
            </a:r>
            <a:r>
              <a:rPr lang="en-US" altLang="zh-CN" sz="1900" dirty="0">
                <a:solidFill>
                  <a:srgbClr val="0000FF"/>
                </a:solidFill>
                <a:latin typeface="Consolas" panose="020B0609020204030204" pitchFamily="49" charset="0"/>
              </a:rPr>
              <a:t>)</a:t>
            </a:r>
          </a:p>
          <a:p>
            <a:pPr eaLnBrk="1" hangingPunct="1"/>
            <a:r>
              <a:rPr lang="en-US" altLang="zh-CN" sz="1900" dirty="0">
                <a:solidFill>
                  <a:srgbClr val="0000FF"/>
                </a:solidFill>
                <a:latin typeface="Consolas" panose="020B0609020204030204" pitchFamily="49" charset="0"/>
              </a:rPr>
              <a:t>   {</a:t>
            </a:r>
          </a:p>
          <a:p>
            <a:pPr eaLnBrk="1" hangingPunct="1"/>
            <a:r>
              <a:rPr lang="en-US" altLang="zh-CN" sz="1900" dirty="0">
                <a:solidFill>
                  <a:srgbClr val="0000FF"/>
                </a:solidFill>
                <a:latin typeface="Consolas" panose="020B0609020204030204" pitchFamily="49" charset="0"/>
              </a:rPr>
              <a:t>      </a:t>
            </a:r>
            <a:r>
              <a:rPr lang="en-US" altLang="zh-CN" sz="1900" b="1" dirty="0">
                <a:solidFill>
                  <a:srgbClr val="0000FF"/>
                </a:solidFill>
                <a:latin typeface="Consolas" panose="020B0609020204030204" pitchFamily="49" charset="0"/>
              </a:rPr>
              <a:t>if</a:t>
            </a:r>
            <a:r>
              <a:rPr lang="en-US" altLang="zh-CN" sz="1900" dirty="0">
                <a:solidFill>
                  <a:srgbClr val="0000FF"/>
                </a:solidFill>
                <a:latin typeface="Consolas" panose="020B0609020204030204" pitchFamily="49" charset="0"/>
              </a:rPr>
              <a:t> (</a:t>
            </a:r>
            <a:r>
              <a:rPr lang="en-US" altLang="zh-CN" sz="1900" dirty="0" err="1">
                <a:solidFill>
                  <a:srgbClr val="0000FF"/>
                </a:solidFill>
                <a:latin typeface="Consolas" panose="020B0609020204030204" pitchFamily="49" charset="0"/>
              </a:rPr>
              <a:t>i</a:t>
            </a:r>
            <a:r>
              <a:rPr lang="en-US" altLang="zh-CN" sz="1900" dirty="0">
                <a:solidFill>
                  <a:srgbClr val="0000FF"/>
                </a:solidFill>
                <a:latin typeface="Consolas" panose="020B0609020204030204" pitchFamily="49" charset="0"/>
              </a:rPr>
              <a:t> == n) {</a:t>
            </a:r>
          </a:p>
          <a:p>
            <a:pPr eaLnBrk="1" hangingPunct="1"/>
            <a:r>
              <a:rPr lang="en-US" altLang="zh-CN" sz="1900" dirty="0">
                <a:solidFill>
                  <a:srgbClr val="0000FF"/>
                </a:solidFill>
                <a:latin typeface="Consolas" panose="020B0609020204030204" pitchFamily="49" charset="0"/>
              </a:rPr>
              <a:t>       </a:t>
            </a:r>
            <a:r>
              <a:rPr lang="en-US" altLang="zh-CN" sz="1900" b="1" dirty="0">
                <a:solidFill>
                  <a:srgbClr val="0000FF"/>
                </a:solidFill>
                <a:latin typeface="Consolas" panose="020B0609020204030204" pitchFamily="49" charset="0"/>
              </a:rPr>
              <a:t>  if </a:t>
            </a:r>
            <a:r>
              <a:rPr lang="en-US" altLang="zh-CN" sz="1900" dirty="0">
                <a:solidFill>
                  <a:srgbClr val="0000FF"/>
                </a:solidFill>
                <a:latin typeface="Consolas" panose="020B0609020204030204" pitchFamily="49" charset="0"/>
              </a:rPr>
              <a:t>(a[x[n - 1]][x[n]] &lt; </a:t>
            </a:r>
            <a:r>
              <a:rPr lang="en-US" altLang="zh-CN" sz="1900" dirty="0" err="1">
                <a:solidFill>
                  <a:srgbClr val="0000FF"/>
                </a:solidFill>
                <a:latin typeface="Consolas" panose="020B0609020204030204" pitchFamily="49" charset="0"/>
              </a:rPr>
              <a:t>Float.MAX_VALUE</a:t>
            </a:r>
            <a:r>
              <a:rPr lang="en-US" altLang="zh-CN" sz="1900" dirty="0">
                <a:solidFill>
                  <a:srgbClr val="0000FF"/>
                </a:solidFill>
                <a:latin typeface="Consolas" panose="020B0609020204030204" pitchFamily="49" charset="0"/>
              </a:rPr>
              <a:t> &amp;&amp; a[x[n]][1] &lt; </a:t>
            </a:r>
            <a:r>
              <a:rPr lang="en-US" altLang="zh-CN" sz="1900" dirty="0" err="1">
                <a:solidFill>
                  <a:srgbClr val="0000FF"/>
                </a:solidFill>
                <a:latin typeface="Consolas" panose="020B0609020204030204" pitchFamily="49" charset="0"/>
              </a:rPr>
              <a:t>Float.MAX_VALUE</a:t>
            </a:r>
            <a:r>
              <a:rPr lang="en-US" altLang="zh-CN" sz="1900" dirty="0">
                <a:solidFill>
                  <a:srgbClr val="0000FF"/>
                </a:solidFill>
                <a:latin typeface="Consolas" panose="020B0609020204030204" pitchFamily="49" charset="0"/>
              </a:rPr>
              <a:t> &amp;&amp;</a:t>
            </a:r>
          </a:p>
          <a:p>
            <a:pPr eaLnBrk="1" hangingPunct="1"/>
            <a:r>
              <a:rPr lang="en-US" altLang="zh-CN" sz="1900" dirty="0">
                <a:solidFill>
                  <a:srgbClr val="0000FF"/>
                </a:solidFill>
                <a:latin typeface="Consolas" panose="020B0609020204030204" pitchFamily="49" charset="0"/>
              </a:rPr>
              <a:t>        (</a:t>
            </a:r>
            <a:r>
              <a:rPr lang="en-US" altLang="zh-CN" sz="1900" dirty="0" err="1">
                <a:solidFill>
                  <a:srgbClr val="0000FF"/>
                </a:solidFill>
                <a:latin typeface="Consolas" panose="020B0609020204030204" pitchFamily="49" charset="0"/>
              </a:rPr>
              <a:t>bestc</a:t>
            </a:r>
            <a:r>
              <a:rPr lang="en-US" altLang="zh-CN" sz="1900" dirty="0">
                <a:solidFill>
                  <a:srgbClr val="0000FF"/>
                </a:solidFill>
                <a:latin typeface="Consolas" panose="020B0609020204030204" pitchFamily="49" charset="0"/>
              </a:rPr>
              <a:t> == </a:t>
            </a:r>
            <a:r>
              <a:rPr lang="en-US" altLang="zh-CN" sz="1900" dirty="0" err="1">
                <a:solidFill>
                  <a:srgbClr val="0000FF"/>
                </a:solidFill>
                <a:latin typeface="Consolas" panose="020B0609020204030204" pitchFamily="49" charset="0"/>
              </a:rPr>
              <a:t>Float.MAX_VALUE</a:t>
            </a:r>
            <a:r>
              <a:rPr lang="en-US" altLang="zh-CN" sz="1900" dirty="0">
                <a:solidFill>
                  <a:srgbClr val="0000FF"/>
                </a:solidFill>
                <a:latin typeface="Consolas" panose="020B0609020204030204" pitchFamily="49" charset="0"/>
              </a:rPr>
              <a:t> || </a:t>
            </a:r>
            <a:r>
              <a:rPr lang="en-US" altLang="zh-CN" sz="1900" dirty="0" err="1">
                <a:solidFill>
                  <a:srgbClr val="0000FF"/>
                </a:solidFill>
                <a:latin typeface="Consolas" panose="020B0609020204030204" pitchFamily="49" charset="0"/>
              </a:rPr>
              <a:t>cc+a</a:t>
            </a:r>
            <a:r>
              <a:rPr lang="en-US" altLang="zh-CN" sz="1900" dirty="0">
                <a:solidFill>
                  <a:srgbClr val="0000FF"/>
                </a:solidFill>
                <a:latin typeface="Consolas" panose="020B0609020204030204" pitchFamily="49" charset="0"/>
              </a:rPr>
              <a:t>[x[n - 1]][x[n]]+a[x[n]][1]&lt;</a:t>
            </a:r>
            <a:r>
              <a:rPr lang="en-US" altLang="zh-CN" sz="1900" dirty="0" err="1">
                <a:solidFill>
                  <a:srgbClr val="0000FF"/>
                </a:solidFill>
                <a:latin typeface="Consolas" panose="020B0609020204030204" pitchFamily="49" charset="0"/>
              </a:rPr>
              <a:t>bestc</a:t>
            </a:r>
            <a:r>
              <a:rPr lang="en-US" altLang="zh-CN" sz="1900" dirty="0">
                <a:solidFill>
                  <a:srgbClr val="0000FF"/>
                </a:solidFill>
                <a:latin typeface="Consolas" panose="020B0609020204030204" pitchFamily="49" charset="0"/>
              </a:rPr>
              <a:t>))  {</a:t>
            </a:r>
          </a:p>
          <a:p>
            <a:pPr eaLnBrk="1" hangingPunct="1"/>
            <a:r>
              <a:rPr lang="en-US" altLang="zh-CN" sz="1900" dirty="0">
                <a:solidFill>
                  <a:srgbClr val="0000FF"/>
                </a:solidFill>
                <a:latin typeface="Consolas" panose="020B0609020204030204" pitchFamily="49" charset="0"/>
              </a:rPr>
              <a:t>            </a:t>
            </a:r>
            <a:r>
              <a:rPr lang="en-US" altLang="zh-CN" sz="1900" b="1" dirty="0">
                <a:solidFill>
                  <a:srgbClr val="0000FF"/>
                </a:solidFill>
                <a:latin typeface="Consolas" panose="020B0609020204030204" pitchFamily="49" charset="0"/>
              </a:rPr>
              <a:t>for</a:t>
            </a:r>
            <a:r>
              <a:rPr lang="en-US" altLang="zh-CN" sz="1900" dirty="0">
                <a:solidFill>
                  <a:srgbClr val="0000FF"/>
                </a:solidFill>
                <a:latin typeface="Consolas" panose="020B0609020204030204" pitchFamily="49" charset="0"/>
              </a:rPr>
              <a:t> (int j = 1; j &lt;= n; </a:t>
            </a:r>
            <a:r>
              <a:rPr lang="en-US" altLang="zh-CN" sz="1900" dirty="0" err="1">
                <a:solidFill>
                  <a:srgbClr val="0000FF"/>
                </a:solidFill>
                <a:latin typeface="Consolas" panose="020B0609020204030204" pitchFamily="49" charset="0"/>
              </a:rPr>
              <a:t>j++</a:t>
            </a:r>
            <a:r>
              <a:rPr lang="en-US" altLang="zh-CN" sz="1900" dirty="0">
                <a:solidFill>
                  <a:srgbClr val="0000FF"/>
                </a:solidFill>
                <a:latin typeface="Consolas" panose="020B0609020204030204" pitchFamily="49" charset="0"/>
              </a:rPr>
              <a:t>)  </a:t>
            </a:r>
            <a:r>
              <a:rPr lang="en-US" altLang="zh-CN" sz="1900" dirty="0" err="1">
                <a:solidFill>
                  <a:srgbClr val="0000FF"/>
                </a:solidFill>
                <a:latin typeface="Consolas" panose="020B0609020204030204" pitchFamily="49" charset="0"/>
              </a:rPr>
              <a:t>bestx</a:t>
            </a:r>
            <a:r>
              <a:rPr lang="en-US" altLang="zh-CN" sz="1900" dirty="0">
                <a:solidFill>
                  <a:srgbClr val="0000FF"/>
                </a:solidFill>
                <a:latin typeface="Consolas" panose="020B0609020204030204" pitchFamily="49" charset="0"/>
              </a:rPr>
              <a:t>[j] = x[j];</a:t>
            </a:r>
          </a:p>
          <a:p>
            <a:pPr eaLnBrk="1" hangingPunct="1"/>
            <a:r>
              <a:rPr lang="en-US" altLang="zh-CN" sz="1900" dirty="0">
                <a:solidFill>
                  <a:srgbClr val="0000FF"/>
                </a:solidFill>
                <a:latin typeface="Consolas" panose="020B0609020204030204" pitchFamily="49" charset="0"/>
              </a:rPr>
              <a:t>            </a:t>
            </a:r>
            <a:r>
              <a:rPr lang="en-US" altLang="zh-CN" sz="1900" dirty="0" err="1">
                <a:solidFill>
                  <a:srgbClr val="0000FF"/>
                </a:solidFill>
                <a:latin typeface="Consolas" panose="020B0609020204030204" pitchFamily="49" charset="0"/>
              </a:rPr>
              <a:t>bestc</a:t>
            </a:r>
            <a:r>
              <a:rPr lang="en-US" altLang="zh-CN" sz="1900" dirty="0">
                <a:solidFill>
                  <a:srgbClr val="0000FF"/>
                </a:solidFill>
                <a:latin typeface="Consolas" panose="020B0609020204030204" pitchFamily="49" charset="0"/>
              </a:rPr>
              <a:t> = </a:t>
            </a:r>
            <a:r>
              <a:rPr lang="en-US" altLang="zh-CN" sz="1900" dirty="0" err="1">
                <a:solidFill>
                  <a:srgbClr val="0000FF"/>
                </a:solidFill>
                <a:latin typeface="Consolas" panose="020B0609020204030204" pitchFamily="49" charset="0"/>
              </a:rPr>
              <a:t>cc+a</a:t>
            </a:r>
            <a:r>
              <a:rPr lang="en-US" altLang="zh-CN" sz="1900" dirty="0">
                <a:solidFill>
                  <a:srgbClr val="0000FF"/>
                </a:solidFill>
                <a:latin typeface="Consolas" panose="020B0609020204030204" pitchFamily="49" charset="0"/>
              </a:rPr>
              <a:t>[x[n - 1]][x[n]]+a[x[n]][1];</a:t>
            </a:r>
          </a:p>
          <a:p>
            <a:pPr eaLnBrk="1" hangingPunct="1"/>
            <a:r>
              <a:rPr lang="en-US" altLang="zh-CN" sz="1900" dirty="0">
                <a:solidFill>
                  <a:srgbClr val="0000FF"/>
                </a:solidFill>
                <a:latin typeface="Consolas" panose="020B0609020204030204" pitchFamily="49" charset="0"/>
              </a:rPr>
              <a:t>         }</a:t>
            </a:r>
          </a:p>
          <a:p>
            <a:pPr eaLnBrk="1" hangingPunct="1"/>
            <a:r>
              <a:rPr lang="en-US" altLang="zh-CN" sz="1900" dirty="0">
                <a:solidFill>
                  <a:srgbClr val="0000FF"/>
                </a:solidFill>
                <a:latin typeface="Consolas" panose="020B0609020204030204" pitchFamily="49" charset="0"/>
              </a:rPr>
              <a:t>      }  </a:t>
            </a:r>
            <a:r>
              <a:rPr lang="en-US" altLang="zh-CN" sz="1900" b="1" dirty="0">
                <a:solidFill>
                  <a:srgbClr val="0000FF"/>
                </a:solidFill>
                <a:latin typeface="Consolas" panose="020B0609020204030204" pitchFamily="49" charset="0"/>
              </a:rPr>
              <a:t>else</a:t>
            </a:r>
            <a:r>
              <a:rPr lang="en-US" altLang="zh-CN" sz="1900" dirty="0">
                <a:solidFill>
                  <a:srgbClr val="0000FF"/>
                </a:solidFill>
                <a:latin typeface="Consolas" panose="020B0609020204030204" pitchFamily="49" charset="0"/>
              </a:rPr>
              <a:t>  {</a:t>
            </a:r>
          </a:p>
          <a:p>
            <a:pPr eaLnBrk="1" hangingPunct="1"/>
            <a:r>
              <a:rPr lang="en-US" altLang="zh-CN" sz="1900" dirty="0">
                <a:solidFill>
                  <a:srgbClr val="0000FF"/>
                </a:solidFill>
                <a:latin typeface="Consolas" panose="020B0609020204030204" pitchFamily="49" charset="0"/>
              </a:rPr>
              <a:t>         </a:t>
            </a:r>
            <a:r>
              <a:rPr lang="en-US" altLang="zh-CN" sz="1900" b="1" dirty="0">
                <a:solidFill>
                  <a:srgbClr val="0000FF"/>
                </a:solidFill>
                <a:latin typeface="Consolas" panose="020B0609020204030204" pitchFamily="49" charset="0"/>
              </a:rPr>
              <a:t>for </a:t>
            </a:r>
            <a:r>
              <a:rPr lang="en-US" altLang="zh-CN" sz="1900" dirty="0">
                <a:solidFill>
                  <a:srgbClr val="0000FF"/>
                </a:solidFill>
                <a:latin typeface="Consolas" panose="020B0609020204030204" pitchFamily="49" charset="0"/>
              </a:rPr>
              <a:t>(int j = </a:t>
            </a:r>
            <a:r>
              <a:rPr lang="en-US" altLang="zh-CN" sz="1900" dirty="0" err="1">
                <a:solidFill>
                  <a:srgbClr val="0000FF"/>
                </a:solidFill>
                <a:latin typeface="Consolas" panose="020B0609020204030204" pitchFamily="49" charset="0"/>
              </a:rPr>
              <a:t>i</a:t>
            </a:r>
            <a:r>
              <a:rPr lang="en-US" altLang="zh-CN" sz="1900" dirty="0">
                <a:solidFill>
                  <a:srgbClr val="0000FF"/>
                </a:solidFill>
                <a:latin typeface="Consolas" panose="020B0609020204030204" pitchFamily="49" charset="0"/>
              </a:rPr>
              <a:t>; j &lt;= n; </a:t>
            </a:r>
            <a:r>
              <a:rPr lang="en-US" altLang="zh-CN" sz="1900" dirty="0" err="1">
                <a:solidFill>
                  <a:srgbClr val="0000FF"/>
                </a:solidFill>
                <a:latin typeface="Consolas" panose="020B0609020204030204" pitchFamily="49" charset="0"/>
              </a:rPr>
              <a:t>j++</a:t>
            </a:r>
            <a:r>
              <a:rPr lang="en-US" altLang="zh-CN" sz="1900" dirty="0">
                <a:solidFill>
                  <a:srgbClr val="0000FF"/>
                </a:solidFill>
                <a:latin typeface="Consolas" panose="020B0609020204030204" pitchFamily="49" charset="0"/>
              </a:rPr>
              <a:t>)</a:t>
            </a:r>
          </a:p>
          <a:p>
            <a:pPr eaLnBrk="1" hangingPunct="1"/>
            <a:r>
              <a:rPr lang="en-US" altLang="zh-CN" sz="1900" dirty="0">
                <a:solidFill>
                  <a:srgbClr val="0000FF"/>
                </a:solidFill>
                <a:latin typeface="Consolas" panose="020B0609020204030204" pitchFamily="49" charset="0"/>
              </a:rPr>
              <a:t>            </a:t>
            </a:r>
            <a:r>
              <a:rPr lang="en-US" altLang="zh-CN" sz="1900" b="1" dirty="0">
                <a:solidFill>
                  <a:srgbClr val="0000FF"/>
                </a:solidFill>
                <a:latin typeface="华文楷体" panose="02010600040101010101" pitchFamily="2" charset="-122"/>
                <a:ea typeface="华文楷体" panose="02010600040101010101" pitchFamily="2" charset="-122"/>
              </a:rPr>
              <a:t>// </a:t>
            </a:r>
            <a:r>
              <a:rPr lang="zh-CN" altLang="en-US" sz="1900" b="1" dirty="0">
                <a:solidFill>
                  <a:srgbClr val="0000FF"/>
                </a:solidFill>
                <a:latin typeface="华文楷体" panose="02010600040101010101" pitchFamily="2" charset="-122"/>
                <a:ea typeface="华文楷体" panose="02010600040101010101" pitchFamily="2" charset="-122"/>
              </a:rPr>
              <a:t>是否可进入</a:t>
            </a:r>
            <a:r>
              <a:rPr lang="en-US" altLang="zh-CN" sz="1900" b="1" dirty="0">
                <a:solidFill>
                  <a:srgbClr val="0000FF"/>
                </a:solidFill>
                <a:latin typeface="华文楷体" panose="02010600040101010101" pitchFamily="2" charset="-122"/>
                <a:ea typeface="华文楷体" panose="02010600040101010101" pitchFamily="2" charset="-122"/>
              </a:rPr>
              <a:t>x[j]</a:t>
            </a:r>
            <a:r>
              <a:rPr lang="zh-CN" altLang="en-US" sz="1900" b="1" dirty="0">
                <a:solidFill>
                  <a:srgbClr val="0000FF"/>
                </a:solidFill>
                <a:latin typeface="华文楷体" panose="02010600040101010101" pitchFamily="2" charset="-122"/>
                <a:ea typeface="华文楷体" panose="02010600040101010101" pitchFamily="2" charset="-122"/>
              </a:rPr>
              <a:t>子树</a:t>
            </a:r>
            <a:r>
              <a:rPr lang="en-US" altLang="zh-CN" sz="1900" b="1" dirty="0">
                <a:solidFill>
                  <a:srgbClr val="0000FF"/>
                </a:solidFill>
                <a:latin typeface="华文楷体" panose="02010600040101010101" pitchFamily="2" charset="-122"/>
                <a:ea typeface="华文楷体" panose="02010600040101010101" pitchFamily="2" charset="-122"/>
              </a:rPr>
              <a:t>?</a:t>
            </a:r>
          </a:p>
          <a:p>
            <a:pPr eaLnBrk="1" hangingPunct="1"/>
            <a:r>
              <a:rPr lang="en-US" altLang="zh-CN" sz="1900" dirty="0">
                <a:solidFill>
                  <a:srgbClr val="0000FF"/>
                </a:solidFill>
                <a:latin typeface="Consolas" panose="020B0609020204030204" pitchFamily="49" charset="0"/>
              </a:rPr>
              <a:t>           </a:t>
            </a:r>
            <a:r>
              <a:rPr lang="en-US" altLang="zh-CN" sz="1900" b="1" dirty="0">
                <a:solidFill>
                  <a:srgbClr val="0000FF"/>
                </a:solidFill>
                <a:latin typeface="Consolas" panose="020B0609020204030204" pitchFamily="49" charset="0"/>
              </a:rPr>
              <a:t> if </a:t>
            </a:r>
            <a:r>
              <a:rPr lang="en-US" altLang="zh-CN" sz="1900" dirty="0">
                <a:solidFill>
                  <a:srgbClr val="0000FF"/>
                </a:solidFill>
                <a:latin typeface="Consolas" panose="020B0609020204030204" pitchFamily="49" charset="0"/>
              </a:rPr>
              <a:t>(a[x[</a:t>
            </a:r>
            <a:r>
              <a:rPr lang="en-US" altLang="zh-CN" sz="1900" dirty="0" err="1">
                <a:solidFill>
                  <a:srgbClr val="0000FF"/>
                </a:solidFill>
                <a:latin typeface="Consolas" panose="020B0609020204030204" pitchFamily="49" charset="0"/>
              </a:rPr>
              <a:t>i</a:t>
            </a:r>
            <a:r>
              <a:rPr lang="en-US" altLang="zh-CN" sz="1900" dirty="0">
                <a:solidFill>
                  <a:srgbClr val="0000FF"/>
                </a:solidFill>
                <a:latin typeface="Consolas" panose="020B0609020204030204" pitchFamily="49" charset="0"/>
              </a:rPr>
              <a:t> - 1]][x[j]] &lt; </a:t>
            </a:r>
            <a:r>
              <a:rPr lang="en-US" altLang="zh-CN" sz="1900" dirty="0" err="1">
                <a:solidFill>
                  <a:srgbClr val="0000FF"/>
                </a:solidFill>
                <a:latin typeface="Consolas" panose="020B0609020204030204" pitchFamily="49" charset="0"/>
              </a:rPr>
              <a:t>Float.MAX_VALUE</a:t>
            </a:r>
            <a:r>
              <a:rPr lang="en-US" altLang="zh-CN" sz="1900" dirty="0">
                <a:solidFill>
                  <a:srgbClr val="0000FF"/>
                </a:solidFill>
                <a:latin typeface="Consolas" panose="020B0609020204030204" pitchFamily="49" charset="0"/>
              </a:rPr>
              <a:t> &amp;&amp;</a:t>
            </a:r>
          </a:p>
          <a:p>
            <a:pPr eaLnBrk="1" hangingPunct="1"/>
            <a:r>
              <a:rPr lang="en-US" altLang="zh-CN" sz="1900" dirty="0">
                <a:solidFill>
                  <a:srgbClr val="0000FF"/>
                </a:solidFill>
                <a:latin typeface="Consolas" panose="020B0609020204030204" pitchFamily="49" charset="0"/>
              </a:rPr>
              <a:t>            (</a:t>
            </a:r>
            <a:r>
              <a:rPr lang="en-US" altLang="zh-CN" sz="1900" dirty="0" err="1">
                <a:solidFill>
                  <a:srgbClr val="0000FF"/>
                </a:solidFill>
                <a:latin typeface="Consolas" panose="020B0609020204030204" pitchFamily="49" charset="0"/>
              </a:rPr>
              <a:t>bestc</a:t>
            </a:r>
            <a:r>
              <a:rPr lang="en-US" altLang="zh-CN" sz="1900" dirty="0">
                <a:solidFill>
                  <a:srgbClr val="0000FF"/>
                </a:solidFill>
                <a:latin typeface="Consolas" panose="020B0609020204030204" pitchFamily="49" charset="0"/>
              </a:rPr>
              <a:t> == </a:t>
            </a:r>
            <a:r>
              <a:rPr lang="en-US" altLang="zh-CN" sz="1900" dirty="0" err="1">
                <a:solidFill>
                  <a:srgbClr val="0000FF"/>
                </a:solidFill>
                <a:latin typeface="Consolas" panose="020B0609020204030204" pitchFamily="49" charset="0"/>
              </a:rPr>
              <a:t>Float.MAX_VALUE</a:t>
            </a:r>
            <a:r>
              <a:rPr lang="en-US" altLang="zh-CN" sz="1900" dirty="0">
                <a:solidFill>
                  <a:srgbClr val="0000FF"/>
                </a:solidFill>
                <a:latin typeface="Consolas" panose="020B0609020204030204" pitchFamily="49" charset="0"/>
              </a:rPr>
              <a:t> ||  </a:t>
            </a:r>
            <a:r>
              <a:rPr lang="en-US" altLang="zh-CN" sz="1900" dirty="0" err="1">
                <a:solidFill>
                  <a:srgbClr val="0000FF"/>
                </a:solidFill>
                <a:latin typeface="Consolas" panose="020B0609020204030204" pitchFamily="49" charset="0"/>
              </a:rPr>
              <a:t>cc+a</a:t>
            </a:r>
            <a:r>
              <a:rPr lang="en-US" altLang="zh-CN" sz="1900" dirty="0">
                <a:solidFill>
                  <a:srgbClr val="0000FF"/>
                </a:solidFill>
                <a:latin typeface="Consolas" panose="020B0609020204030204" pitchFamily="49" charset="0"/>
              </a:rPr>
              <a:t>[x[</a:t>
            </a:r>
            <a:r>
              <a:rPr lang="en-US" altLang="zh-CN" sz="1900" dirty="0" err="1">
                <a:solidFill>
                  <a:srgbClr val="0000FF"/>
                </a:solidFill>
                <a:latin typeface="Consolas" panose="020B0609020204030204" pitchFamily="49" charset="0"/>
              </a:rPr>
              <a:t>i</a:t>
            </a:r>
            <a:r>
              <a:rPr lang="en-US" altLang="zh-CN" sz="1900" dirty="0">
                <a:solidFill>
                  <a:srgbClr val="0000FF"/>
                </a:solidFill>
                <a:latin typeface="Consolas" panose="020B0609020204030204" pitchFamily="49" charset="0"/>
              </a:rPr>
              <a:t> - 1]][x[j]]&lt;</a:t>
            </a:r>
            <a:r>
              <a:rPr lang="en-US" altLang="zh-CN" sz="1900" dirty="0" err="1">
                <a:solidFill>
                  <a:srgbClr val="0000FF"/>
                </a:solidFill>
                <a:latin typeface="Consolas" panose="020B0609020204030204" pitchFamily="49" charset="0"/>
              </a:rPr>
              <a:t>bestc</a:t>
            </a:r>
            <a:r>
              <a:rPr lang="en-US" altLang="zh-CN" sz="1900" dirty="0">
                <a:solidFill>
                  <a:srgbClr val="0000FF"/>
                </a:solidFill>
                <a:latin typeface="Consolas" panose="020B0609020204030204" pitchFamily="49" charset="0"/>
              </a:rPr>
              <a:t>))  </a:t>
            </a:r>
            <a:r>
              <a:rPr lang="en-US" altLang="zh-CN" sz="1900" b="1" dirty="0">
                <a:solidFill>
                  <a:srgbClr val="0000FF"/>
                </a:solidFill>
                <a:latin typeface="华文楷体" panose="02010600040101010101" pitchFamily="2" charset="-122"/>
                <a:ea typeface="华文楷体" panose="02010600040101010101" pitchFamily="2" charset="-122"/>
              </a:rPr>
              <a:t>{// </a:t>
            </a:r>
            <a:r>
              <a:rPr lang="zh-CN" altLang="en-US" sz="1900" b="1" dirty="0">
                <a:solidFill>
                  <a:srgbClr val="0000FF"/>
                </a:solidFill>
                <a:latin typeface="华文楷体" panose="02010600040101010101" pitchFamily="2" charset="-122"/>
                <a:ea typeface="华文楷体" panose="02010600040101010101" pitchFamily="2" charset="-122"/>
              </a:rPr>
              <a:t>搜索子树</a:t>
            </a:r>
          </a:p>
          <a:p>
            <a:pPr eaLnBrk="1" hangingPunct="1"/>
            <a:r>
              <a:rPr lang="zh-CN" altLang="en-US" sz="1900" dirty="0">
                <a:solidFill>
                  <a:srgbClr val="0000FF"/>
                </a:solidFill>
                <a:latin typeface="Consolas" panose="020B0609020204030204" pitchFamily="49" charset="0"/>
              </a:rPr>
              <a:t>               </a:t>
            </a:r>
            <a:r>
              <a:rPr lang="en-US" altLang="zh-CN" sz="1900" dirty="0" err="1">
                <a:solidFill>
                  <a:srgbClr val="0000FF"/>
                </a:solidFill>
                <a:latin typeface="Consolas" panose="020B0609020204030204" pitchFamily="49" charset="0"/>
              </a:rPr>
              <a:t>MyMath.</a:t>
            </a:r>
            <a:r>
              <a:rPr lang="en-US" altLang="zh-CN" sz="1900" b="1" dirty="0" err="1">
                <a:solidFill>
                  <a:srgbClr val="0000FF"/>
                </a:solidFill>
                <a:latin typeface="Consolas" panose="020B0609020204030204" pitchFamily="49" charset="0"/>
              </a:rPr>
              <a:t>swap</a:t>
            </a:r>
            <a:r>
              <a:rPr lang="en-US" altLang="zh-CN" sz="1900" dirty="0">
                <a:solidFill>
                  <a:srgbClr val="0000FF"/>
                </a:solidFill>
                <a:latin typeface="Consolas" panose="020B0609020204030204" pitchFamily="49" charset="0"/>
              </a:rPr>
              <a:t>(x, </a:t>
            </a:r>
            <a:r>
              <a:rPr lang="en-US" altLang="zh-CN" sz="1900" dirty="0" err="1">
                <a:solidFill>
                  <a:srgbClr val="0000FF"/>
                </a:solidFill>
                <a:latin typeface="Consolas" panose="020B0609020204030204" pitchFamily="49" charset="0"/>
              </a:rPr>
              <a:t>i</a:t>
            </a:r>
            <a:r>
              <a:rPr lang="en-US" altLang="zh-CN" sz="1900" dirty="0">
                <a:solidFill>
                  <a:srgbClr val="0000FF"/>
                </a:solidFill>
                <a:latin typeface="Consolas" panose="020B0609020204030204" pitchFamily="49" charset="0"/>
              </a:rPr>
              <a:t>, j);</a:t>
            </a:r>
          </a:p>
          <a:p>
            <a:pPr eaLnBrk="1" hangingPunct="1"/>
            <a:r>
              <a:rPr lang="en-US" altLang="zh-CN" sz="1900" dirty="0">
                <a:solidFill>
                  <a:srgbClr val="0000FF"/>
                </a:solidFill>
                <a:latin typeface="Consolas" panose="020B0609020204030204" pitchFamily="49" charset="0"/>
              </a:rPr>
              <a:t>               cc+=a[x[</a:t>
            </a:r>
            <a:r>
              <a:rPr lang="en-US" altLang="zh-CN" sz="1900" dirty="0" err="1">
                <a:solidFill>
                  <a:srgbClr val="0000FF"/>
                </a:solidFill>
                <a:latin typeface="Consolas" panose="020B0609020204030204" pitchFamily="49" charset="0"/>
              </a:rPr>
              <a:t>i</a:t>
            </a:r>
            <a:r>
              <a:rPr lang="en-US" altLang="zh-CN" sz="1900" dirty="0">
                <a:solidFill>
                  <a:srgbClr val="0000FF"/>
                </a:solidFill>
                <a:latin typeface="Consolas" panose="020B0609020204030204" pitchFamily="49" charset="0"/>
              </a:rPr>
              <a:t> - 1]][x[</a:t>
            </a:r>
            <a:r>
              <a:rPr lang="en-US" altLang="zh-CN" sz="1900" dirty="0" err="1">
                <a:solidFill>
                  <a:srgbClr val="0000FF"/>
                </a:solidFill>
                <a:latin typeface="Consolas" panose="020B0609020204030204" pitchFamily="49" charset="0"/>
              </a:rPr>
              <a:t>i</a:t>
            </a:r>
            <a:r>
              <a:rPr lang="en-US" altLang="zh-CN" sz="1900" dirty="0">
                <a:solidFill>
                  <a:srgbClr val="0000FF"/>
                </a:solidFill>
                <a:latin typeface="Consolas" panose="020B0609020204030204" pitchFamily="49" charset="0"/>
              </a:rPr>
              <a:t>]];</a:t>
            </a:r>
          </a:p>
          <a:p>
            <a:pPr eaLnBrk="1" hangingPunct="1"/>
            <a:r>
              <a:rPr lang="en-US" altLang="zh-CN" sz="1900" dirty="0">
                <a:solidFill>
                  <a:srgbClr val="0000FF"/>
                </a:solidFill>
                <a:latin typeface="Consolas" panose="020B0609020204030204" pitchFamily="49" charset="0"/>
              </a:rPr>
              <a:t>               </a:t>
            </a:r>
            <a:r>
              <a:rPr lang="en-US" altLang="zh-CN" sz="1900" b="1" dirty="0">
                <a:solidFill>
                  <a:srgbClr val="0000FF"/>
                </a:solidFill>
                <a:latin typeface="Consolas" panose="020B0609020204030204" pitchFamily="49" charset="0"/>
              </a:rPr>
              <a:t>backtrack</a:t>
            </a:r>
            <a:r>
              <a:rPr lang="en-US" altLang="zh-CN" sz="1900" dirty="0">
                <a:solidFill>
                  <a:srgbClr val="0000FF"/>
                </a:solidFill>
                <a:latin typeface="Consolas" panose="020B0609020204030204" pitchFamily="49" charset="0"/>
              </a:rPr>
              <a:t>(</a:t>
            </a:r>
            <a:r>
              <a:rPr lang="en-US" altLang="zh-CN" sz="1900" dirty="0" err="1">
                <a:solidFill>
                  <a:srgbClr val="0000FF"/>
                </a:solidFill>
                <a:latin typeface="Consolas" panose="020B0609020204030204" pitchFamily="49" charset="0"/>
              </a:rPr>
              <a:t>i</a:t>
            </a:r>
            <a:r>
              <a:rPr lang="en-US" altLang="zh-CN" sz="1900" dirty="0">
                <a:solidFill>
                  <a:srgbClr val="0000FF"/>
                </a:solidFill>
                <a:latin typeface="Consolas" panose="020B0609020204030204" pitchFamily="49" charset="0"/>
              </a:rPr>
              <a:t> + 1);</a:t>
            </a:r>
          </a:p>
          <a:p>
            <a:pPr eaLnBrk="1" hangingPunct="1"/>
            <a:r>
              <a:rPr lang="en-US" altLang="zh-CN" sz="1900" dirty="0">
                <a:solidFill>
                  <a:srgbClr val="0000FF"/>
                </a:solidFill>
                <a:latin typeface="Consolas" panose="020B0609020204030204" pitchFamily="49" charset="0"/>
              </a:rPr>
              <a:t>               cc-=a[x[</a:t>
            </a:r>
            <a:r>
              <a:rPr lang="en-US" altLang="zh-CN" sz="1900" dirty="0" err="1">
                <a:solidFill>
                  <a:srgbClr val="0000FF"/>
                </a:solidFill>
                <a:latin typeface="Consolas" panose="020B0609020204030204" pitchFamily="49" charset="0"/>
              </a:rPr>
              <a:t>i</a:t>
            </a:r>
            <a:r>
              <a:rPr lang="en-US" altLang="zh-CN" sz="1900" dirty="0">
                <a:solidFill>
                  <a:srgbClr val="0000FF"/>
                </a:solidFill>
                <a:latin typeface="Consolas" panose="020B0609020204030204" pitchFamily="49" charset="0"/>
              </a:rPr>
              <a:t> - 1]][x[</a:t>
            </a:r>
            <a:r>
              <a:rPr lang="en-US" altLang="zh-CN" sz="1900" dirty="0" err="1">
                <a:solidFill>
                  <a:srgbClr val="0000FF"/>
                </a:solidFill>
                <a:latin typeface="Consolas" panose="020B0609020204030204" pitchFamily="49" charset="0"/>
              </a:rPr>
              <a:t>i</a:t>
            </a:r>
            <a:r>
              <a:rPr lang="en-US" altLang="zh-CN" sz="1900" dirty="0">
                <a:solidFill>
                  <a:srgbClr val="0000FF"/>
                </a:solidFill>
                <a:latin typeface="Consolas" panose="020B0609020204030204" pitchFamily="49" charset="0"/>
              </a:rPr>
              <a:t>]];</a:t>
            </a:r>
          </a:p>
          <a:p>
            <a:pPr eaLnBrk="1" hangingPunct="1"/>
            <a:r>
              <a:rPr lang="en-US" altLang="zh-CN" sz="1900" dirty="0">
                <a:solidFill>
                  <a:srgbClr val="0000FF"/>
                </a:solidFill>
                <a:latin typeface="Consolas" panose="020B0609020204030204" pitchFamily="49" charset="0"/>
              </a:rPr>
              <a:t>               </a:t>
            </a:r>
            <a:r>
              <a:rPr lang="en-US" altLang="zh-CN" sz="1900" dirty="0" err="1">
                <a:solidFill>
                  <a:srgbClr val="0000FF"/>
                </a:solidFill>
                <a:latin typeface="Consolas" panose="020B0609020204030204" pitchFamily="49" charset="0"/>
              </a:rPr>
              <a:t>MyMath.</a:t>
            </a:r>
            <a:r>
              <a:rPr lang="en-US" altLang="zh-CN" sz="1900" b="1" dirty="0" err="1">
                <a:solidFill>
                  <a:srgbClr val="0000FF"/>
                </a:solidFill>
                <a:latin typeface="Consolas" panose="020B0609020204030204" pitchFamily="49" charset="0"/>
              </a:rPr>
              <a:t>swap</a:t>
            </a:r>
            <a:r>
              <a:rPr lang="en-US" altLang="zh-CN" sz="1900" dirty="0">
                <a:solidFill>
                  <a:srgbClr val="0000FF"/>
                </a:solidFill>
                <a:latin typeface="Consolas" panose="020B0609020204030204" pitchFamily="49" charset="0"/>
              </a:rPr>
              <a:t>(x, </a:t>
            </a:r>
            <a:r>
              <a:rPr lang="en-US" altLang="zh-CN" sz="1900" dirty="0" err="1">
                <a:solidFill>
                  <a:srgbClr val="0000FF"/>
                </a:solidFill>
                <a:latin typeface="Consolas" panose="020B0609020204030204" pitchFamily="49" charset="0"/>
              </a:rPr>
              <a:t>i</a:t>
            </a:r>
            <a:r>
              <a:rPr lang="en-US" altLang="zh-CN" sz="1900" dirty="0">
                <a:solidFill>
                  <a:srgbClr val="0000FF"/>
                </a:solidFill>
                <a:latin typeface="Consolas" panose="020B0609020204030204" pitchFamily="49" charset="0"/>
              </a:rPr>
              <a:t>, j);</a:t>
            </a:r>
          </a:p>
          <a:p>
            <a:pPr eaLnBrk="1" hangingPunct="1"/>
            <a:r>
              <a:rPr lang="en-US" altLang="zh-CN" sz="1900" dirty="0">
                <a:solidFill>
                  <a:srgbClr val="0000FF"/>
                </a:solidFill>
                <a:latin typeface="Consolas" panose="020B0609020204030204" pitchFamily="49" charset="0"/>
              </a:rPr>
              <a:t>            }</a:t>
            </a:r>
          </a:p>
          <a:p>
            <a:pPr eaLnBrk="1" hangingPunct="1"/>
            <a:r>
              <a:rPr lang="en-US" altLang="zh-CN" sz="1900" dirty="0">
                <a:solidFill>
                  <a:srgbClr val="0000FF"/>
                </a:solidFill>
                <a:latin typeface="Consolas" panose="020B0609020204030204" pitchFamily="49" charset="0"/>
              </a:rPr>
              <a:t>      }</a:t>
            </a:r>
            <a:endParaRPr lang="zh-CN" altLang="en-US" sz="1900" dirty="0">
              <a:solidFill>
                <a:srgbClr val="0000FF"/>
              </a:solidFill>
              <a:latin typeface="Consolas" panose="020B0609020204030204" pitchFamily="49" charset="0"/>
            </a:endParaRPr>
          </a:p>
        </p:txBody>
      </p:sp>
    </p:spTree>
    <p:extLst>
      <p:ext uri="{BB962C8B-B14F-4D97-AF65-F5344CB8AC3E}">
        <p14:creationId xmlns:p14="http://schemas.microsoft.com/office/powerpoint/2010/main" val="2731750895"/>
      </p:ext>
    </p:extLst>
  </p:cSld>
  <p:clrMapOvr>
    <a:overrideClrMapping bg1="lt1" tx1="dk1" bg2="lt2" tx2="dk2" accent1="accent1" accent2="accent2" accent3="accent3" accent4="accent4" accent5="accent5" accent6="accent6" hlink="hlink" folHlink="folHlink"/>
  </p:clrMapOvr>
  <p:transition/>
</p:sld>
</file>

<file path=ppt/slides/slide65.xml><?xml version="1.0" encoding="utf-8"?>
<p:sld xmlns:a="http://schemas.openxmlformats.org/drawingml/2006/main" xmlns:r="http://schemas.openxmlformats.org/officeDocument/2006/relationships" xmlns:p="http://schemas.openxmlformats.org/presentationml/2006/main">
  <p:cSld>
    <p:bg>
      <p:bgPr>
        <a:blipFill>
          <a:blip r:embed="rId3">
            <a:alphaModFix amt="67000"/>
          </a:blip>
          <a:tile tx="0" ty="0" sx="100000" sy="100000" flip="none" algn="tl"/>
        </a:blip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354AC874-27D5-4D06-A070-6366155F8269}" type="slidenum">
              <a:rPr lang="zh-CN" altLang="en-US" smtClean="0"/>
              <a:pPr>
                <a:defRPr/>
              </a:pPr>
              <a:t>65</a:t>
            </a:fld>
            <a:endParaRPr lang="en-US" altLang="zh-CN"/>
          </a:p>
        </p:txBody>
      </p:sp>
      <p:sp>
        <p:nvSpPr>
          <p:cNvPr id="5" name="AutoShape 5"/>
          <p:cNvSpPr>
            <a:spLocks noChangeArrowheads="1"/>
          </p:cNvSpPr>
          <p:nvPr/>
        </p:nvSpPr>
        <p:spPr bwMode="auto">
          <a:xfrm>
            <a:off x="1047614" y="2143621"/>
            <a:ext cx="9202069" cy="1687992"/>
          </a:xfrm>
          <a:prstGeom prst="roundRect">
            <a:avLst>
              <a:gd name="adj" fmla="val 16667"/>
            </a:avLst>
          </a:prstGeom>
          <a:solidFill>
            <a:schemeClr val="bg1"/>
          </a:solidFill>
          <a:ln w="38100">
            <a:solidFill>
              <a:srgbClr val="063DE8"/>
            </a:solidFill>
            <a:round/>
            <a:headEnd/>
            <a:tailEnd/>
          </a:ln>
        </p:spPr>
        <p:txBody>
          <a:bodyPr lIns="108850" tIns="54425" rIns="108850" bIns="54425">
            <a:spAutoFit/>
          </a:bodyPr>
          <a:lstStyle/>
          <a:p>
            <a:pPr eaLnBrk="0" hangingPunct="0"/>
            <a:r>
              <a:rPr lang="en-US" altLang="zh-CN" sz="2300" b="1" dirty="0">
                <a:solidFill>
                  <a:srgbClr val="FF0000"/>
                </a:solidFill>
                <a:latin typeface="华文楷体" panose="02010600040101010101" pitchFamily="2" charset="-122"/>
                <a:ea typeface="华文楷体" panose="02010600040101010101" pitchFamily="2" charset="-122"/>
              </a:rPr>
              <a:t>【</a:t>
            </a:r>
            <a:r>
              <a:rPr lang="zh-CN" altLang="en-US" sz="2300" b="1" dirty="0">
                <a:solidFill>
                  <a:srgbClr val="FF0000"/>
                </a:solidFill>
                <a:latin typeface="华文楷体" panose="02010600040101010101" pitchFamily="2" charset="-122"/>
                <a:ea typeface="华文楷体" panose="02010600040101010101" pitchFamily="2" charset="-122"/>
              </a:rPr>
              <a:t>复杂度分析</a:t>
            </a:r>
            <a:r>
              <a:rPr lang="en-US" altLang="zh-CN" sz="2300" b="1" dirty="0">
                <a:solidFill>
                  <a:srgbClr val="FF0000"/>
                </a:solidFill>
                <a:latin typeface="华文楷体" panose="02010600040101010101" pitchFamily="2" charset="-122"/>
                <a:ea typeface="华文楷体" panose="02010600040101010101" pitchFamily="2" charset="-122"/>
              </a:rPr>
              <a:t>】</a:t>
            </a:r>
            <a:endParaRPr lang="zh-CN" altLang="en-US" sz="2300" b="1" dirty="0">
              <a:solidFill>
                <a:srgbClr val="FF0000"/>
              </a:solidFill>
              <a:latin typeface="华文楷体" panose="02010600040101010101" pitchFamily="2" charset="-122"/>
              <a:ea typeface="华文楷体" panose="02010600040101010101" pitchFamily="2" charset="-122"/>
            </a:endParaRPr>
          </a:p>
          <a:p>
            <a:pPr eaLnBrk="0" hangingPunct="0"/>
            <a:r>
              <a:rPr lang="zh-CN" altLang="en-US" sz="2300" b="1" dirty="0">
                <a:solidFill>
                  <a:srgbClr val="0000FF"/>
                </a:solidFill>
                <a:latin typeface="+mn-ea"/>
                <a:sym typeface="Wingdings" pitchFamily="2" charset="2"/>
              </a:rPr>
              <a:t>       算法</a:t>
            </a:r>
            <a:r>
              <a:rPr lang="en-US" altLang="zh-CN" sz="2300" b="1" dirty="0">
                <a:solidFill>
                  <a:srgbClr val="0000FF"/>
                </a:solidFill>
                <a:latin typeface="+mn-ea"/>
                <a:sym typeface="Wingdings" pitchFamily="2" charset="2"/>
              </a:rPr>
              <a:t>backtrack</a:t>
            </a:r>
            <a:r>
              <a:rPr lang="zh-CN" altLang="en-US" sz="2300" b="1" dirty="0">
                <a:solidFill>
                  <a:srgbClr val="0000FF"/>
                </a:solidFill>
                <a:latin typeface="+mn-ea"/>
                <a:sym typeface="Wingdings" pitchFamily="2" charset="2"/>
              </a:rPr>
              <a:t>在最坏情况下可能需要更新当前最优解</a:t>
            </a:r>
            <a:r>
              <a:rPr lang="en-US" altLang="zh-CN" sz="2300" b="1" dirty="0">
                <a:solidFill>
                  <a:srgbClr val="0000FF"/>
                </a:solidFill>
                <a:latin typeface="+mn-ea"/>
                <a:sym typeface="Wingdings" pitchFamily="2" charset="2"/>
              </a:rPr>
              <a:t>O((n-1)!)</a:t>
            </a:r>
            <a:r>
              <a:rPr lang="zh-CN" altLang="en-US" sz="2300" b="1" dirty="0">
                <a:solidFill>
                  <a:srgbClr val="0000FF"/>
                </a:solidFill>
                <a:latin typeface="+mn-ea"/>
                <a:sym typeface="Wingdings" pitchFamily="2" charset="2"/>
              </a:rPr>
              <a:t>次，每次更新</a:t>
            </a:r>
            <a:r>
              <a:rPr lang="en-US" altLang="zh-CN" sz="2300" b="1" dirty="0" err="1">
                <a:solidFill>
                  <a:srgbClr val="0000FF"/>
                </a:solidFill>
                <a:latin typeface="+mn-ea"/>
                <a:sym typeface="Wingdings" pitchFamily="2" charset="2"/>
              </a:rPr>
              <a:t>bestx</a:t>
            </a:r>
            <a:r>
              <a:rPr lang="zh-CN" altLang="en-US" sz="2300" b="1" dirty="0">
                <a:solidFill>
                  <a:srgbClr val="0000FF"/>
                </a:solidFill>
                <a:latin typeface="+mn-ea"/>
                <a:sym typeface="Wingdings" pitchFamily="2" charset="2"/>
              </a:rPr>
              <a:t>需计算时间</a:t>
            </a:r>
            <a:r>
              <a:rPr lang="en-US" altLang="zh-CN" sz="2300" b="1" dirty="0">
                <a:solidFill>
                  <a:srgbClr val="0000FF"/>
                </a:solidFill>
                <a:latin typeface="+mn-ea"/>
                <a:sym typeface="Wingdings" pitchFamily="2" charset="2"/>
              </a:rPr>
              <a:t>O(n)</a:t>
            </a:r>
            <a:r>
              <a:rPr lang="zh-CN" altLang="en-US" sz="2300" b="1" dirty="0">
                <a:solidFill>
                  <a:srgbClr val="0000FF"/>
                </a:solidFill>
                <a:latin typeface="+mn-ea"/>
                <a:sym typeface="Wingdings" pitchFamily="2" charset="2"/>
              </a:rPr>
              <a:t>，从而整个算法的计算时间复杂性为</a:t>
            </a:r>
            <a:r>
              <a:rPr lang="en-US" altLang="zh-CN" sz="2300" b="1" dirty="0">
                <a:solidFill>
                  <a:srgbClr val="0000FF"/>
                </a:solidFill>
                <a:latin typeface="+mn-ea"/>
                <a:sym typeface="Wingdings" pitchFamily="2" charset="2"/>
              </a:rPr>
              <a:t>O(n!)</a:t>
            </a:r>
            <a:r>
              <a:rPr lang="zh-CN" altLang="en-US" sz="2300" b="1" dirty="0">
                <a:solidFill>
                  <a:srgbClr val="0000FF"/>
                </a:solidFill>
                <a:latin typeface="+mn-ea"/>
                <a:sym typeface="Wingdings" pitchFamily="2" charset="2"/>
              </a:rPr>
              <a:t>。 </a:t>
            </a:r>
          </a:p>
        </p:txBody>
      </p:sp>
    </p:spTree>
    <p:extLst>
      <p:ext uri="{BB962C8B-B14F-4D97-AF65-F5344CB8AC3E}">
        <p14:creationId xmlns:p14="http://schemas.microsoft.com/office/powerpoint/2010/main" val="347589571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32" name="灯片编号占位符 5"/>
          <p:cNvSpPr>
            <a:spLocks noGrp="1"/>
          </p:cNvSpPr>
          <p:nvPr>
            <p:ph type="sldNum" sz="quarter" idx="12"/>
          </p:nvPr>
        </p:nvSpPr>
        <p:spPr/>
        <p:txBody>
          <a:bodyPr/>
          <a:lstStyle/>
          <a:p>
            <a:pPr>
              <a:defRPr/>
            </a:pPr>
            <a:fld id="{AC5561FF-4B2E-4533-ABAF-D47B19971B2C}" type="slidenum">
              <a:rPr lang="zh-CN" altLang="en-US"/>
              <a:pPr>
                <a:defRPr/>
              </a:pPr>
              <a:t>66</a:t>
            </a:fld>
            <a:endParaRPr lang="en-US" altLang="zh-CN"/>
          </a:p>
        </p:txBody>
      </p:sp>
      <p:sp>
        <p:nvSpPr>
          <p:cNvPr id="490499" name="Rectangle 3"/>
          <p:cNvSpPr>
            <a:spLocks noChangeArrowheads="1"/>
          </p:cNvSpPr>
          <p:nvPr/>
        </p:nvSpPr>
        <p:spPr bwMode="auto">
          <a:xfrm>
            <a:off x="814811" y="1"/>
            <a:ext cx="10361851" cy="803461"/>
          </a:xfrm>
          <a:prstGeom prst="rect">
            <a:avLst/>
          </a:prstGeom>
          <a:noFill/>
          <a:ln>
            <a:noFill/>
          </a:ln>
          <a:effectLst/>
        </p:spPr>
        <p:txBody>
          <a:bodyPr lIns="108850" tIns="54425" rIns="108850" bIns="54425" anchor="ctr"/>
          <a:lstStyle>
            <a:lvl1pPr>
              <a:defRPr kumimoji="1" sz="4400" b="1">
                <a:solidFill>
                  <a:srgbClr val="663300"/>
                </a:solidFill>
                <a:latin typeface="Times New Roman" charset="0"/>
                <a:ea typeface="宋体" pitchFamily="2" charset="-122"/>
              </a:defRPr>
            </a:lvl1pPr>
            <a:lvl2pPr>
              <a:defRPr kumimoji="1" sz="4400" b="1">
                <a:solidFill>
                  <a:srgbClr val="663300"/>
                </a:solidFill>
                <a:latin typeface="Times New Roman" charset="0"/>
                <a:ea typeface="宋体" pitchFamily="2" charset="-122"/>
              </a:defRPr>
            </a:lvl2pPr>
            <a:lvl3pPr>
              <a:defRPr kumimoji="1" sz="4400" b="1">
                <a:solidFill>
                  <a:srgbClr val="663300"/>
                </a:solidFill>
                <a:latin typeface="Times New Roman" charset="0"/>
                <a:ea typeface="宋体" pitchFamily="2" charset="-122"/>
              </a:defRPr>
            </a:lvl3pPr>
            <a:lvl4pPr>
              <a:defRPr kumimoji="1" sz="4400" b="1">
                <a:solidFill>
                  <a:srgbClr val="663300"/>
                </a:solidFill>
                <a:latin typeface="Times New Roman" charset="0"/>
                <a:ea typeface="宋体" pitchFamily="2" charset="-122"/>
              </a:defRPr>
            </a:lvl4pPr>
            <a:lvl5pPr>
              <a:defRPr kumimoji="1" sz="4400" b="1">
                <a:solidFill>
                  <a:srgbClr val="663300"/>
                </a:solidFill>
                <a:latin typeface="Times New Roman" charset="0"/>
                <a:ea typeface="宋体" pitchFamily="2" charset="-122"/>
              </a:defRPr>
            </a:lvl5pPr>
            <a:lvl6pPr marL="457200" algn="ctr" fontAlgn="base">
              <a:spcBef>
                <a:spcPct val="0"/>
              </a:spcBef>
              <a:spcAft>
                <a:spcPct val="0"/>
              </a:spcAft>
              <a:defRPr kumimoji="1" sz="4400" b="1">
                <a:solidFill>
                  <a:srgbClr val="663300"/>
                </a:solidFill>
                <a:latin typeface="Times New Roman" charset="0"/>
                <a:ea typeface="宋体" pitchFamily="2" charset="-122"/>
              </a:defRPr>
            </a:lvl6pPr>
            <a:lvl7pPr marL="914400" algn="ctr" fontAlgn="base">
              <a:spcBef>
                <a:spcPct val="0"/>
              </a:spcBef>
              <a:spcAft>
                <a:spcPct val="0"/>
              </a:spcAft>
              <a:defRPr kumimoji="1" sz="4400" b="1">
                <a:solidFill>
                  <a:srgbClr val="663300"/>
                </a:solidFill>
                <a:latin typeface="Times New Roman" charset="0"/>
                <a:ea typeface="宋体" pitchFamily="2" charset="-122"/>
              </a:defRPr>
            </a:lvl7pPr>
            <a:lvl8pPr marL="1371600" algn="ctr" fontAlgn="base">
              <a:spcBef>
                <a:spcPct val="0"/>
              </a:spcBef>
              <a:spcAft>
                <a:spcPct val="0"/>
              </a:spcAft>
              <a:defRPr kumimoji="1" sz="4400" b="1">
                <a:solidFill>
                  <a:srgbClr val="663300"/>
                </a:solidFill>
                <a:latin typeface="Times New Roman" charset="0"/>
                <a:ea typeface="宋体" pitchFamily="2" charset="-122"/>
              </a:defRPr>
            </a:lvl8pPr>
            <a:lvl9pPr marL="1828800" algn="ctr" fontAlgn="base">
              <a:spcBef>
                <a:spcPct val="0"/>
              </a:spcBef>
              <a:spcAft>
                <a:spcPct val="0"/>
              </a:spcAft>
              <a:defRPr kumimoji="1" sz="4400" b="1">
                <a:solidFill>
                  <a:srgbClr val="663300"/>
                </a:solidFill>
                <a:latin typeface="Times New Roman" charset="0"/>
                <a:ea typeface="宋体" pitchFamily="2" charset="-122"/>
              </a:defRPr>
            </a:lvl9pPr>
          </a:lstStyle>
          <a:p>
            <a:pPr>
              <a:defRPr/>
            </a:pPr>
            <a:endParaRPr lang="zh-CN" altLang="en-US">
              <a:effectLst>
                <a:outerShdw blurRad="38100" dist="38100" dir="2700000" algn="tl">
                  <a:srgbClr val="C0C0C0"/>
                </a:outerShdw>
              </a:effectLst>
              <a:ea typeface="黑体" pitchFamily="2" charset="-122"/>
            </a:endParaRPr>
          </a:p>
        </p:txBody>
      </p:sp>
      <p:sp>
        <p:nvSpPr>
          <p:cNvPr id="74757" name="Text Box 4"/>
          <p:cNvSpPr txBox="1">
            <a:spLocks noChangeArrowheads="1"/>
          </p:cNvSpPr>
          <p:nvPr/>
        </p:nvSpPr>
        <p:spPr bwMode="auto">
          <a:xfrm>
            <a:off x="129099" y="1163412"/>
            <a:ext cx="8990443" cy="2233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square"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zh-CN" altLang="en-US" sz="2300" b="1" dirty="0">
                <a:solidFill>
                  <a:srgbClr val="0000FF"/>
                </a:solidFill>
                <a:latin typeface="华文楷体" panose="02010600040101010101" pitchFamily="2" charset="-122"/>
                <a:ea typeface="华文楷体" panose="02010600040101010101" pitchFamily="2" charset="-122"/>
              </a:rPr>
              <a:t>给定</a:t>
            </a:r>
            <a:r>
              <a:rPr lang="en-US" altLang="zh-CN" sz="2300" b="1" dirty="0">
                <a:solidFill>
                  <a:srgbClr val="0000FF"/>
                </a:solidFill>
                <a:latin typeface="华文楷体" panose="02010600040101010101" pitchFamily="2" charset="-122"/>
                <a:ea typeface="华文楷体" panose="02010600040101010101" pitchFamily="2" charset="-122"/>
              </a:rPr>
              <a:t>n</a:t>
            </a:r>
            <a:r>
              <a:rPr lang="zh-CN" altLang="en-US" sz="2300" b="1" dirty="0">
                <a:solidFill>
                  <a:srgbClr val="0000FF"/>
                </a:solidFill>
                <a:latin typeface="华文楷体" panose="02010600040101010101" pitchFamily="2" charset="-122"/>
                <a:ea typeface="华文楷体" panose="02010600040101010101" pitchFamily="2" charset="-122"/>
              </a:rPr>
              <a:t>个作业的集合</a:t>
            </a:r>
            <a:r>
              <a:rPr lang="en-US" altLang="zh-CN" sz="2300" b="1" dirty="0">
                <a:solidFill>
                  <a:srgbClr val="0000FF"/>
                </a:solidFill>
                <a:latin typeface="华文楷体" panose="02010600040101010101" pitchFamily="2" charset="-122"/>
                <a:ea typeface="华文楷体" panose="02010600040101010101" pitchFamily="2" charset="-122"/>
              </a:rPr>
              <a:t>{J</a:t>
            </a:r>
            <a:r>
              <a:rPr lang="en-US" altLang="zh-CN" sz="2300" b="1" baseline="-25000" dirty="0">
                <a:solidFill>
                  <a:srgbClr val="0000FF"/>
                </a:solidFill>
                <a:latin typeface="华文楷体" panose="02010600040101010101" pitchFamily="2" charset="-122"/>
                <a:ea typeface="华文楷体" panose="02010600040101010101" pitchFamily="2" charset="-122"/>
              </a:rPr>
              <a:t>1</a:t>
            </a:r>
            <a:r>
              <a:rPr lang="en-US" altLang="zh-CN" sz="2300" b="1" dirty="0">
                <a:solidFill>
                  <a:srgbClr val="0000FF"/>
                </a:solidFill>
                <a:latin typeface="华文楷体" panose="02010600040101010101" pitchFamily="2" charset="-122"/>
                <a:ea typeface="华文楷体" panose="02010600040101010101" pitchFamily="2" charset="-122"/>
              </a:rPr>
              <a:t>,J</a:t>
            </a:r>
            <a:r>
              <a:rPr lang="en-US" altLang="zh-CN" sz="2300" b="1" baseline="-25000" dirty="0">
                <a:solidFill>
                  <a:srgbClr val="0000FF"/>
                </a:solidFill>
                <a:latin typeface="华文楷体" panose="02010600040101010101" pitchFamily="2" charset="-122"/>
                <a:ea typeface="华文楷体" panose="02010600040101010101" pitchFamily="2" charset="-122"/>
              </a:rPr>
              <a:t>2</a:t>
            </a:r>
            <a:r>
              <a:rPr lang="en-US" altLang="zh-CN" sz="2300" b="1" dirty="0">
                <a:solidFill>
                  <a:srgbClr val="0000FF"/>
                </a:solidFill>
                <a:latin typeface="华文楷体" panose="02010600040101010101" pitchFamily="2" charset="-122"/>
                <a:ea typeface="华文楷体" panose="02010600040101010101" pitchFamily="2" charset="-122"/>
              </a:rPr>
              <a:t>,…,J</a:t>
            </a:r>
            <a:r>
              <a:rPr lang="en-US" altLang="zh-CN" sz="2300" b="1" baseline="-25000" dirty="0">
                <a:solidFill>
                  <a:srgbClr val="0000FF"/>
                </a:solidFill>
                <a:latin typeface="华文楷体" panose="02010600040101010101" pitchFamily="2" charset="-122"/>
                <a:ea typeface="华文楷体" panose="02010600040101010101" pitchFamily="2" charset="-122"/>
              </a:rPr>
              <a:t>n</a:t>
            </a:r>
            <a:r>
              <a:rPr lang="en-US" altLang="zh-CN" sz="2300" b="1" dirty="0">
                <a:solidFill>
                  <a:srgbClr val="0000FF"/>
                </a:solidFill>
                <a:latin typeface="华文楷体" panose="02010600040101010101" pitchFamily="2" charset="-122"/>
                <a:ea typeface="华文楷体" panose="02010600040101010101" pitchFamily="2" charset="-122"/>
              </a:rPr>
              <a:t>}</a:t>
            </a:r>
            <a:r>
              <a:rPr lang="zh-CN" altLang="en-US" sz="2300" b="1" dirty="0">
                <a:solidFill>
                  <a:srgbClr val="0000FF"/>
                </a:solidFill>
                <a:latin typeface="华文楷体" panose="02010600040101010101" pitchFamily="2" charset="-122"/>
                <a:ea typeface="华文楷体" panose="02010600040101010101" pitchFamily="2" charset="-122"/>
              </a:rPr>
              <a:t>。每个作业必须先由机器</a:t>
            </a:r>
            <a:r>
              <a:rPr lang="en-US" altLang="zh-CN" sz="2300" b="1" dirty="0">
                <a:solidFill>
                  <a:srgbClr val="0000FF"/>
                </a:solidFill>
                <a:latin typeface="华文楷体" panose="02010600040101010101" pitchFamily="2" charset="-122"/>
                <a:ea typeface="华文楷体" panose="02010600040101010101" pitchFamily="2" charset="-122"/>
              </a:rPr>
              <a:t>1</a:t>
            </a:r>
            <a:r>
              <a:rPr lang="zh-CN" altLang="en-US" sz="2300" b="1" dirty="0">
                <a:solidFill>
                  <a:srgbClr val="0000FF"/>
                </a:solidFill>
                <a:latin typeface="华文楷体" panose="02010600040101010101" pitchFamily="2" charset="-122"/>
                <a:ea typeface="华文楷体" panose="02010600040101010101" pitchFamily="2" charset="-122"/>
              </a:rPr>
              <a:t>处理，然后由机器</a:t>
            </a:r>
            <a:r>
              <a:rPr lang="en-US" altLang="zh-CN" sz="2300" b="1" dirty="0">
                <a:solidFill>
                  <a:srgbClr val="0000FF"/>
                </a:solidFill>
                <a:latin typeface="华文楷体" panose="02010600040101010101" pitchFamily="2" charset="-122"/>
                <a:ea typeface="华文楷体" panose="02010600040101010101" pitchFamily="2" charset="-122"/>
              </a:rPr>
              <a:t>2</a:t>
            </a:r>
            <a:r>
              <a:rPr lang="zh-CN" altLang="en-US" sz="2300" b="1" dirty="0">
                <a:solidFill>
                  <a:srgbClr val="0000FF"/>
                </a:solidFill>
                <a:latin typeface="华文楷体" panose="02010600040101010101" pitchFamily="2" charset="-122"/>
                <a:ea typeface="华文楷体" panose="02010600040101010101" pitchFamily="2" charset="-122"/>
              </a:rPr>
              <a:t>处理。作业</a:t>
            </a:r>
            <a:r>
              <a:rPr lang="en-US" altLang="zh-CN" sz="2300" b="1" dirty="0">
                <a:solidFill>
                  <a:srgbClr val="0000FF"/>
                </a:solidFill>
                <a:latin typeface="华文楷体" panose="02010600040101010101" pitchFamily="2" charset="-122"/>
                <a:ea typeface="华文楷体" panose="02010600040101010101" pitchFamily="2" charset="-122"/>
              </a:rPr>
              <a:t>J</a:t>
            </a:r>
            <a:r>
              <a:rPr lang="en-US" altLang="zh-CN" sz="2300" b="1" baseline="-25000" dirty="0">
                <a:solidFill>
                  <a:srgbClr val="0000FF"/>
                </a:solidFill>
                <a:latin typeface="华文楷体" panose="02010600040101010101" pitchFamily="2" charset="-122"/>
                <a:ea typeface="华文楷体" panose="02010600040101010101" pitchFamily="2" charset="-122"/>
              </a:rPr>
              <a:t>i</a:t>
            </a:r>
            <a:r>
              <a:rPr lang="zh-CN" altLang="en-US" sz="2300" b="1" dirty="0">
                <a:solidFill>
                  <a:srgbClr val="0000FF"/>
                </a:solidFill>
                <a:latin typeface="华文楷体" panose="02010600040101010101" pitchFamily="2" charset="-122"/>
                <a:ea typeface="华文楷体" panose="02010600040101010101" pitchFamily="2" charset="-122"/>
              </a:rPr>
              <a:t>需要机器</a:t>
            </a:r>
            <a:r>
              <a:rPr lang="en-US" altLang="zh-CN" sz="2300" b="1" dirty="0">
                <a:solidFill>
                  <a:srgbClr val="0000FF"/>
                </a:solidFill>
                <a:latin typeface="华文楷体" panose="02010600040101010101" pitchFamily="2" charset="-122"/>
                <a:ea typeface="华文楷体" panose="02010600040101010101" pitchFamily="2" charset="-122"/>
              </a:rPr>
              <a:t>j</a:t>
            </a:r>
            <a:r>
              <a:rPr lang="zh-CN" altLang="en-US" sz="2300" b="1" dirty="0">
                <a:solidFill>
                  <a:srgbClr val="0000FF"/>
                </a:solidFill>
                <a:latin typeface="华文楷体" panose="02010600040101010101" pitchFamily="2" charset="-122"/>
                <a:ea typeface="华文楷体" panose="02010600040101010101" pitchFamily="2" charset="-122"/>
              </a:rPr>
              <a:t>的处理时间为</a:t>
            </a:r>
            <a:r>
              <a:rPr lang="en-US" altLang="zh-CN" sz="2300" b="1" dirty="0" err="1">
                <a:solidFill>
                  <a:srgbClr val="0000FF"/>
                </a:solidFill>
                <a:latin typeface="华文楷体" panose="02010600040101010101" pitchFamily="2" charset="-122"/>
                <a:ea typeface="华文楷体" panose="02010600040101010101" pitchFamily="2" charset="-122"/>
              </a:rPr>
              <a:t>t</a:t>
            </a:r>
            <a:r>
              <a:rPr lang="en-US" altLang="zh-CN" sz="2300" b="1" baseline="-25000" dirty="0" err="1">
                <a:solidFill>
                  <a:srgbClr val="0000FF"/>
                </a:solidFill>
                <a:latin typeface="华文楷体" panose="02010600040101010101" pitchFamily="2" charset="-122"/>
                <a:ea typeface="华文楷体" panose="02010600040101010101" pitchFamily="2" charset="-122"/>
              </a:rPr>
              <a:t>ji</a:t>
            </a:r>
            <a:r>
              <a:rPr lang="zh-CN" altLang="en-US" sz="2300" b="1" dirty="0">
                <a:solidFill>
                  <a:srgbClr val="0000FF"/>
                </a:solidFill>
                <a:latin typeface="华文楷体" panose="02010600040101010101" pitchFamily="2" charset="-122"/>
                <a:ea typeface="华文楷体" panose="02010600040101010101" pitchFamily="2" charset="-122"/>
              </a:rPr>
              <a:t>。对于一个确定的作业调度，设</a:t>
            </a:r>
            <a:r>
              <a:rPr lang="en-US" altLang="zh-CN" sz="2300" b="1" dirty="0" err="1">
                <a:solidFill>
                  <a:srgbClr val="0000FF"/>
                </a:solidFill>
                <a:latin typeface="华文楷体" panose="02010600040101010101" pitchFamily="2" charset="-122"/>
                <a:ea typeface="华文楷体" panose="02010600040101010101" pitchFamily="2" charset="-122"/>
              </a:rPr>
              <a:t>F</a:t>
            </a:r>
            <a:r>
              <a:rPr lang="en-US" altLang="zh-CN" sz="2300" b="1" baseline="-25000" dirty="0" err="1">
                <a:solidFill>
                  <a:srgbClr val="0000FF"/>
                </a:solidFill>
                <a:latin typeface="华文楷体" panose="02010600040101010101" pitchFamily="2" charset="-122"/>
                <a:ea typeface="华文楷体" panose="02010600040101010101" pitchFamily="2" charset="-122"/>
              </a:rPr>
              <a:t>ji</a:t>
            </a:r>
            <a:r>
              <a:rPr lang="zh-CN" altLang="en-US" sz="2300" b="1" dirty="0">
                <a:solidFill>
                  <a:srgbClr val="0000FF"/>
                </a:solidFill>
                <a:latin typeface="华文楷体" panose="02010600040101010101" pitchFamily="2" charset="-122"/>
                <a:ea typeface="华文楷体" panose="02010600040101010101" pitchFamily="2" charset="-122"/>
              </a:rPr>
              <a:t>是作业</a:t>
            </a:r>
            <a:r>
              <a:rPr lang="en-US" altLang="zh-CN" sz="2300" b="1" dirty="0" err="1">
                <a:solidFill>
                  <a:srgbClr val="0000FF"/>
                </a:solidFill>
                <a:latin typeface="华文楷体" panose="02010600040101010101" pitchFamily="2" charset="-122"/>
                <a:ea typeface="华文楷体" panose="02010600040101010101" pitchFamily="2" charset="-122"/>
              </a:rPr>
              <a:t>i</a:t>
            </a:r>
            <a:r>
              <a:rPr lang="zh-CN" altLang="en-US" sz="2300" b="1" dirty="0">
                <a:solidFill>
                  <a:srgbClr val="0000FF"/>
                </a:solidFill>
                <a:latin typeface="华文楷体" panose="02010600040101010101" pitchFamily="2" charset="-122"/>
                <a:ea typeface="华文楷体" panose="02010600040101010101" pitchFamily="2" charset="-122"/>
              </a:rPr>
              <a:t>在机器</a:t>
            </a:r>
            <a:r>
              <a:rPr lang="en-US" altLang="zh-CN" sz="2300" b="1" dirty="0">
                <a:solidFill>
                  <a:srgbClr val="0000FF"/>
                </a:solidFill>
                <a:latin typeface="华文楷体" panose="02010600040101010101" pitchFamily="2" charset="-122"/>
                <a:ea typeface="华文楷体" panose="02010600040101010101" pitchFamily="2" charset="-122"/>
              </a:rPr>
              <a:t>j</a:t>
            </a:r>
            <a:r>
              <a:rPr lang="zh-CN" altLang="en-US" sz="2300" b="1" dirty="0">
                <a:solidFill>
                  <a:srgbClr val="0000FF"/>
                </a:solidFill>
                <a:latin typeface="华文楷体" panose="02010600040101010101" pitchFamily="2" charset="-122"/>
                <a:ea typeface="华文楷体" panose="02010600040101010101" pitchFamily="2" charset="-122"/>
              </a:rPr>
              <a:t>上完成处理的时间。所有作业在机器</a:t>
            </a:r>
            <a:r>
              <a:rPr lang="en-US" altLang="zh-CN" sz="2300" b="1" dirty="0">
                <a:solidFill>
                  <a:srgbClr val="0000FF"/>
                </a:solidFill>
                <a:latin typeface="华文楷体" panose="02010600040101010101" pitchFamily="2" charset="-122"/>
                <a:ea typeface="华文楷体" panose="02010600040101010101" pitchFamily="2" charset="-122"/>
              </a:rPr>
              <a:t>2</a:t>
            </a:r>
            <a:r>
              <a:rPr lang="zh-CN" altLang="en-US" sz="2300" b="1" dirty="0">
                <a:solidFill>
                  <a:srgbClr val="0000FF"/>
                </a:solidFill>
                <a:latin typeface="华文楷体" panose="02010600040101010101" pitchFamily="2" charset="-122"/>
                <a:ea typeface="华文楷体" panose="02010600040101010101" pitchFamily="2" charset="-122"/>
              </a:rPr>
              <a:t>上完成处理的时间和称为该作业调度的完成时间和。</a:t>
            </a:r>
          </a:p>
          <a:p>
            <a:pPr eaLnBrk="1" hangingPunct="1"/>
            <a:r>
              <a:rPr lang="zh-CN" altLang="en-US" sz="2300" b="1" dirty="0">
                <a:solidFill>
                  <a:srgbClr val="0000FF"/>
                </a:solidFill>
                <a:latin typeface="华文楷体" panose="02010600040101010101" pitchFamily="2" charset="-122"/>
                <a:ea typeface="华文楷体" panose="02010600040101010101" pitchFamily="2" charset="-122"/>
              </a:rPr>
              <a:t>批处理作业调度问题要求对于给定的</a:t>
            </a:r>
            <a:r>
              <a:rPr lang="en-US" altLang="zh-CN" sz="2300" b="1" dirty="0">
                <a:solidFill>
                  <a:srgbClr val="0000FF"/>
                </a:solidFill>
                <a:latin typeface="华文楷体" panose="02010600040101010101" pitchFamily="2" charset="-122"/>
                <a:ea typeface="华文楷体" panose="02010600040101010101" pitchFamily="2" charset="-122"/>
              </a:rPr>
              <a:t>n</a:t>
            </a:r>
            <a:r>
              <a:rPr lang="zh-CN" altLang="en-US" sz="2300" b="1" dirty="0">
                <a:solidFill>
                  <a:srgbClr val="0000FF"/>
                </a:solidFill>
                <a:latin typeface="华文楷体" panose="02010600040101010101" pitchFamily="2" charset="-122"/>
                <a:ea typeface="华文楷体" panose="02010600040101010101" pitchFamily="2" charset="-122"/>
              </a:rPr>
              <a:t>个作业，制定最佳作业调度方案，使其完成时间和达到最小。</a:t>
            </a:r>
          </a:p>
        </p:txBody>
      </p:sp>
      <p:sp>
        <p:nvSpPr>
          <p:cNvPr id="74758" name="Rectangle 5"/>
          <p:cNvSpPr>
            <a:spLocks noChangeArrowheads="1"/>
          </p:cNvSpPr>
          <p:nvPr/>
        </p:nvSpPr>
        <p:spPr bwMode="auto">
          <a:xfrm>
            <a:off x="2361892" y="2804174"/>
            <a:ext cx="219891" cy="433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lIns="108850" tIns="54425" rIns="108850" bIns="54425">
            <a:spAutoFit/>
          </a:bodyPr>
          <a:lstStyle/>
          <a:p>
            <a:endParaRPr lang="zh-CN" altLang="en-US"/>
          </a:p>
        </p:txBody>
      </p:sp>
      <p:graphicFrame>
        <p:nvGraphicFramePr>
          <p:cNvPr id="74759" name="Object 6"/>
          <p:cNvGraphicFramePr>
            <a:graphicFrameLocks noChangeAspect="1"/>
          </p:cNvGraphicFramePr>
          <p:nvPr>
            <p:extLst>
              <p:ext uri="{D42A27DB-BD31-4B8C-83A1-F6EECF244321}">
                <p14:modId xmlns:p14="http://schemas.microsoft.com/office/powerpoint/2010/main" val="1767071079"/>
              </p:ext>
            </p:extLst>
          </p:nvPr>
        </p:nvGraphicFramePr>
        <p:xfrm>
          <a:off x="11520574" y="1701602"/>
          <a:ext cx="281136" cy="310188"/>
        </p:xfrm>
        <a:graphic>
          <a:graphicData uri="http://schemas.openxmlformats.org/presentationml/2006/ole">
            <mc:AlternateContent xmlns:mc="http://schemas.openxmlformats.org/markup-compatibility/2006">
              <mc:Choice xmlns:v="urn:schemas-microsoft-com:vml" Requires="v">
                <p:oleObj name="公式" r:id="rId5" imgW="164957" imgH="241091" progId="Equation.3">
                  <p:embed/>
                </p:oleObj>
              </mc:Choice>
              <mc:Fallback>
                <p:oleObj name="公式" r:id="rId5" imgW="164957" imgH="24109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20574" y="1701602"/>
                        <a:ext cx="281136" cy="310188"/>
                      </a:xfrm>
                      <a:prstGeom prst="rect">
                        <a:avLst/>
                      </a:prstGeom>
                      <a:noFill/>
                      <a:ln>
                        <a:noFill/>
                      </a:ln>
                    </p:spPr>
                  </p:pic>
                </p:oleObj>
              </mc:Fallback>
            </mc:AlternateContent>
          </a:graphicData>
        </a:graphic>
      </p:graphicFrame>
      <p:graphicFrame>
        <p:nvGraphicFramePr>
          <p:cNvPr id="490503" name="Group 7"/>
          <p:cNvGraphicFramePr>
            <a:graphicFrameLocks noGrp="1"/>
          </p:cNvGraphicFramePr>
          <p:nvPr>
            <p:extLst>
              <p:ext uri="{D42A27DB-BD31-4B8C-83A1-F6EECF244321}">
                <p14:modId xmlns:p14="http://schemas.microsoft.com/office/powerpoint/2010/main" val="4011729937"/>
              </p:ext>
            </p:extLst>
          </p:nvPr>
        </p:nvGraphicFramePr>
        <p:xfrm>
          <a:off x="262558" y="3446987"/>
          <a:ext cx="3841251" cy="1692667"/>
        </p:xfrm>
        <a:graphic>
          <a:graphicData uri="http://schemas.openxmlformats.org/drawingml/2006/table">
            <a:tbl>
              <a:tblPr/>
              <a:tblGrid>
                <a:gridCol w="1092058">
                  <a:extLst>
                    <a:ext uri="{9D8B030D-6E8A-4147-A177-3AD203B41FA5}">
                      <a16:colId xmlns:a16="http://schemas.microsoft.com/office/drawing/2014/main" val="20000"/>
                    </a:ext>
                  </a:extLst>
                </a:gridCol>
                <a:gridCol w="1375654">
                  <a:extLst>
                    <a:ext uri="{9D8B030D-6E8A-4147-A177-3AD203B41FA5}">
                      <a16:colId xmlns:a16="http://schemas.microsoft.com/office/drawing/2014/main" val="20001"/>
                    </a:ext>
                  </a:extLst>
                </a:gridCol>
                <a:gridCol w="1373539">
                  <a:extLst>
                    <a:ext uri="{9D8B030D-6E8A-4147-A177-3AD203B41FA5}">
                      <a16:colId xmlns:a16="http://schemas.microsoft.com/office/drawing/2014/main" val="20002"/>
                    </a:ext>
                  </a:extLst>
                </a:gridCol>
              </a:tblGrid>
              <a:tr h="5034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err="1">
                          <a:ln>
                            <a:noFill/>
                          </a:ln>
                          <a:solidFill>
                            <a:srgbClr val="0000FF"/>
                          </a:solidFill>
                          <a:effectLst/>
                          <a:latin typeface="华文楷体" panose="02010600040101010101" pitchFamily="2" charset="-122"/>
                          <a:ea typeface="华文楷体" panose="02010600040101010101" pitchFamily="2" charset="-122"/>
                        </a:rPr>
                        <a:t>t</a:t>
                      </a:r>
                      <a:r>
                        <a:rPr kumimoji="1" lang="en-US" altLang="zh-CN" sz="2000" b="1" i="0" u="none" strike="noStrike" cap="none" normalizeH="0" baseline="-25000" dirty="0" err="1">
                          <a:ln>
                            <a:noFill/>
                          </a:ln>
                          <a:solidFill>
                            <a:srgbClr val="0000FF"/>
                          </a:solidFill>
                          <a:effectLst/>
                          <a:latin typeface="华文楷体" panose="02010600040101010101" pitchFamily="2" charset="-122"/>
                          <a:ea typeface="华文楷体" panose="02010600040101010101" pitchFamily="2" charset="-122"/>
                        </a:rPr>
                        <a:t>ji</a:t>
                      </a:r>
                      <a:endParaRPr kumimoji="1" lang="en-US" altLang="zh-CN" sz="2000" b="1" i="0" u="none" strike="noStrike" cap="none" normalizeH="0" baseline="-25000" dirty="0">
                        <a:ln>
                          <a:noFill/>
                        </a:ln>
                        <a:solidFill>
                          <a:srgbClr val="0000FF"/>
                        </a:solidFill>
                        <a:effectLst/>
                        <a:latin typeface="华文楷体" panose="02010600040101010101" pitchFamily="2" charset="-122"/>
                        <a:ea typeface="华文楷体" panose="02010600040101010101" pitchFamily="2" charset="-122"/>
                      </a:endParaRPr>
                    </a:p>
                  </a:txBody>
                  <a:tcPr marL="121904" marR="121904" marT="45740" marB="4574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charset="0"/>
                        </a:rPr>
                        <a:t>机器</a:t>
                      </a:r>
                      <a:r>
                        <a:rPr kumimoji="1"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charset="0"/>
                        </a:rPr>
                        <a:t>1</a:t>
                      </a:r>
                    </a:p>
                  </a:txBody>
                  <a:tcPr marL="121904" marR="121904" marT="45740" marB="457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charset="0"/>
                        </a:rPr>
                        <a:t>机器</a:t>
                      </a:r>
                      <a:r>
                        <a:rPr kumimoji="1"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charset="0"/>
                        </a:rPr>
                        <a:t>2</a:t>
                      </a:r>
                    </a:p>
                  </a:txBody>
                  <a:tcPr marL="121904" marR="121904" marT="45740" marB="4574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4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charset="0"/>
                        </a:rPr>
                        <a:t>作业</a:t>
                      </a:r>
                      <a:r>
                        <a:rPr kumimoji="1"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charset="0"/>
                        </a:rPr>
                        <a:t>1</a:t>
                      </a:r>
                    </a:p>
                  </a:txBody>
                  <a:tcPr marL="121904" marR="121904" marT="45740" marB="4574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charset="0"/>
                        </a:rPr>
                        <a:t>2</a:t>
                      </a:r>
                    </a:p>
                  </a:txBody>
                  <a:tcPr marL="121904" marR="121904"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charset="0"/>
                        </a:rPr>
                        <a:t>1</a:t>
                      </a:r>
                    </a:p>
                  </a:txBody>
                  <a:tcPr marL="121904" marR="121904" marT="45740" marB="4574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3964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charset="0"/>
                        </a:rPr>
                        <a:t>作业</a:t>
                      </a:r>
                      <a:r>
                        <a:rPr kumimoji="1"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charset="0"/>
                        </a:rPr>
                        <a:t>2</a:t>
                      </a:r>
                    </a:p>
                  </a:txBody>
                  <a:tcPr marL="121904" marR="121904" marT="45740" marB="4574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charset="0"/>
                        </a:rPr>
                        <a:t>3</a:t>
                      </a:r>
                    </a:p>
                  </a:txBody>
                  <a:tcPr marL="121904" marR="121904"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charset="0"/>
                        </a:rPr>
                        <a:t>1</a:t>
                      </a:r>
                    </a:p>
                  </a:txBody>
                  <a:tcPr marL="121904" marR="121904" marT="45740" marB="4574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3964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charset="0"/>
                        </a:rPr>
                        <a:t>作业</a:t>
                      </a:r>
                      <a:r>
                        <a:rPr kumimoji="1" lang="en-US" altLang="zh-CN" sz="2000" b="1" i="0" u="none" strike="noStrike" cap="none" normalizeH="0" baseline="0">
                          <a:ln>
                            <a:noFill/>
                          </a:ln>
                          <a:solidFill>
                            <a:srgbClr val="0000FF"/>
                          </a:solidFill>
                          <a:effectLst/>
                          <a:latin typeface="华文楷体" panose="02010600040101010101" pitchFamily="2" charset="-122"/>
                          <a:ea typeface="华文楷体" panose="02010600040101010101" pitchFamily="2" charset="-122"/>
                          <a:cs typeface="Times New Roman" charset="0"/>
                        </a:rPr>
                        <a:t>3</a:t>
                      </a:r>
                    </a:p>
                  </a:txBody>
                  <a:tcPr marL="121904" marR="121904" marT="45740" marB="45740"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charset="0"/>
                        </a:rPr>
                        <a:t>2</a:t>
                      </a:r>
                    </a:p>
                  </a:txBody>
                  <a:tcPr marL="121904" marR="121904"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rgbClr val="0000FF"/>
                          </a:solidFill>
                          <a:effectLst/>
                          <a:latin typeface="华文楷体" panose="02010600040101010101" pitchFamily="2" charset="-122"/>
                          <a:ea typeface="华文楷体" panose="02010600040101010101" pitchFamily="2" charset="-122"/>
                          <a:cs typeface="Times New Roman" charset="0"/>
                        </a:rPr>
                        <a:t>3</a:t>
                      </a:r>
                    </a:p>
                  </a:txBody>
                  <a:tcPr marL="121904" marR="121904" marT="45740" marB="45740"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4778" name="Text Box 31"/>
          <p:cNvSpPr txBox="1">
            <a:spLocks noChangeArrowheads="1"/>
          </p:cNvSpPr>
          <p:nvPr/>
        </p:nvSpPr>
        <p:spPr bwMode="auto">
          <a:xfrm>
            <a:off x="178834" y="5313205"/>
            <a:ext cx="11449676" cy="1171742"/>
          </a:xfrm>
          <a:prstGeom prst="rect">
            <a:avLst/>
          </a:prstGeom>
          <a:solidFill>
            <a:srgbClr val="FFCC00"/>
          </a:solidFill>
          <a:ln>
            <a:noFill/>
          </a:ln>
          <a:extLst>
            <a:ext uri="{91240B29-F687-4F45-9708-019B960494DF}">
              <a14:hiddenLine xmlns:a14="http://schemas.microsoft.com/office/drawing/2010/main" w="6350" algn="ctr">
                <a:solidFill>
                  <a:srgbClr val="000000"/>
                </a:solidFill>
                <a:miter lim="800000"/>
                <a:headEnd/>
                <a:tailEnd/>
              </a14:hiddenLine>
            </a:ext>
          </a:extLst>
        </p:spPr>
        <p:txBody>
          <a:bodyPr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zh-CN" altLang="en-US" sz="2300" dirty="0">
                <a:solidFill>
                  <a:srgbClr val="0000FF"/>
                </a:solidFill>
                <a:latin typeface="+mn-ea"/>
                <a:ea typeface="+mn-ea"/>
              </a:rPr>
              <a:t>这</a:t>
            </a:r>
            <a:r>
              <a:rPr lang="en-US" altLang="zh-CN" sz="2300" dirty="0">
                <a:solidFill>
                  <a:srgbClr val="0000FF"/>
                </a:solidFill>
                <a:latin typeface="+mn-ea"/>
                <a:ea typeface="+mn-ea"/>
              </a:rPr>
              <a:t>3</a:t>
            </a:r>
            <a:r>
              <a:rPr lang="zh-CN" altLang="en-US" sz="2300" dirty="0">
                <a:solidFill>
                  <a:srgbClr val="0000FF"/>
                </a:solidFill>
                <a:latin typeface="+mn-ea"/>
                <a:ea typeface="+mn-ea"/>
              </a:rPr>
              <a:t>个作业的</a:t>
            </a:r>
            <a:r>
              <a:rPr lang="en-US" altLang="zh-CN" sz="2300" dirty="0">
                <a:solidFill>
                  <a:srgbClr val="0000FF"/>
                </a:solidFill>
                <a:latin typeface="+mn-ea"/>
                <a:ea typeface="+mn-ea"/>
              </a:rPr>
              <a:t>6</a:t>
            </a:r>
            <a:r>
              <a:rPr lang="zh-CN" altLang="en-US" sz="2300" dirty="0">
                <a:solidFill>
                  <a:srgbClr val="0000FF"/>
                </a:solidFill>
                <a:latin typeface="+mn-ea"/>
                <a:ea typeface="+mn-ea"/>
              </a:rPr>
              <a:t>种可能的调度方案是</a:t>
            </a:r>
            <a:r>
              <a:rPr lang="en-US" altLang="zh-CN" sz="2300" dirty="0">
                <a:solidFill>
                  <a:srgbClr val="0000FF"/>
                </a:solidFill>
                <a:latin typeface="+mn-ea"/>
                <a:ea typeface="+mn-ea"/>
              </a:rPr>
              <a:t>1,2,3</a:t>
            </a:r>
            <a:r>
              <a:rPr lang="zh-CN" altLang="en-US" sz="2300" dirty="0">
                <a:solidFill>
                  <a:srgbClr val="0000FF"/>
                </a:solidFill>
                <a:latin typeface="+mn-ea"/>
                <a:ea typeface="+mn-ea"/>
              </a:rPr>
              <a:t>；</a:t>
            </a:r>
            <a:r>
              <a:rPr lang="en-US" altLang="zh-CN" sz="2300" dirty="0">
                <a:solidFill>
                  <a:srgbClr val="0000FF"/>
                </a:solidFill>
                <a:latin typeface="+mn-ea"/>
                <a:ea typeface="+mn-ea"/>
              </a:rPr>
              <a:t>1,3,2</a:t>
            </a:r>
            <a:r>
              <a:rPr lang="zh-CN" altLang="en-US" sz="2300" dirty="0">
                <a:solidFill>
                  <a:srgbClr val="0000FF"/>
                </a:solidFill>
                <a:latin typeface="+mn-ea"/>
                <a:ea typeface="+mn-ea"/>
              </a:rPr>
              <a:t>；</a:t>
            </a:r>
            <a:r>
              <a:rPr lang="en-US" altLang="zh-CN" sz="2300" dirty="0">
                <a:solidFill>
                  <a:srgbClr val="0000FF"/>
                </a:solidFill>
                <a:latin typeface="+mn-ea"/>
                <a:ea typeface="+mn-ea"/>
              </a:rPr>
              <a:t>2,1,3</a:t>
            </a:r>
            <a:r>
              <a:rPr lang="zh-CN" altLang="en-US" sz="2300" dirty="0">
                <a:solidFill>
                  <a:srgbClr val="0000FF"/>
                </a:solidFill>
                <a:latin typeface="+mn-ea"/>
                <a:ea typeface="+mn-ea"/>
              </a:rPr>
              <a:t>；</a:t>
            </a:r>
            <a:r>
              <a:rPr lang="en-US" altLang="zh-CN" sz="2300" dirty="0">
                <a:solidFill>
                  <a:srgbClr val="0000FF"/>
                </a:solidFill>
                <a:latin typeface="+mn-ea"/>
                <a:ea typeface="+mn-ea"/>
              </a:rPr>
              <a:t>2,3,1</a:t>
            </a:r>
            <a:r>
              <a:rPr lang="zh-CN" altLang="en-US" sz="2300" dirty="0">
                <a:solidFill>
                  <a:srgbClr val="0000FF"/>
                </a:solidFill>
                <a:latin typeface="+mn-ea"/>
                <a:ea typeface="+mn-ea"/>
              </a:rPr>
              <a:t>；</a:t>
            </a:r>
            <a:r>
              <a:rPr lang="en-US" altLang="zh-CN" sz="2300" dirty="0">
                <a:solidFill>
                  <a:srgbClr val="0000FF"/>
                </a:solidFill>
                <a:latin typeface="+mn-ea"/>
                <a:ea typeface="+mn-ea"/>
              </a:rPr>
              <a:t>3,1,2</a:t>
            </a:r>
            <a:r>
              <a:rPr lang="zh-CN" altLang="en-US" sz="2300" dirty="0">
                <a:solidFill>
                  <a:srgbClr val="0000FF"/>
                </a:solidFill>
                <a:latin typeface="+mn-ea"/>
                <a:ea typeface="+mn-ea"/>
              </a:rPr>
              <a:t>；</a:t>
            </a:r>
            <a:r>
              <a:rPr lang="en-US" altLang="zh-CN" sz="2300" dirty="0">
                <a:solidFill>
                  <a:srgbClr val="0000FF"/>
                </a:solidFill>
                <a:latin typeface="+mn-ea"/>
                <a:ea typeface="+mn-ea"/>
              </a:rPr>
              <a:t>3,2,1</a:t>
            </a:r>
            <a:r>
              <a:rPr lang="zh-CN" altLang="en-US" sz="2300" dirty="0">
                <a:solidFill>
                  <a:srgbClr val="0000FF"/>
                </a:solidFill>
                <a:latin typeface="+mn-ea"/>
                <a:ea typeface="+mn-ea"/>
              </a:rPr>
              <a:t>；它们所相应的完成时间和分别是</a:t>
            </a:r>
            <a:r>
              <a:rPr lang="en-US" altLang="zh-CN" sz="2300" dirty="0">
                <a:solidFill>
                  <a:srgbClr val="0000FF"/>
                </a:solidFill>
                <a:latin typeface="+mn-ea"/>
                <a:ea typeface="+mn-ea"/>
              </a:rPr>
              <a:t>19</a:t>
            </a:r>
            <a:r>
              <a:rPr lang="zh-CN" altLang="en-US" sz="2300" dirty="0">
                <a:solidFill>
                  <a:srgbClr val="0000FF"/>
                </a:solidFill>
                <a:latin typeface="+mn-ea"/>
                <a:ea typeface="+mn-ea"/>
              </a:rPr>
              <a:t>，</a:t>
            </a:r>
            <a:r>
              <a:rPr lang="en-US" altLang="zh-CN" sz="2300" dirty="0">
                <a:solidFill>
                  <a:srgbClr val="0000FF"/>
                </a:solidFill>
                <a:latin typeface="+mn-ea"/>
                <a:ea typeface="+mn-ea"/>
              </a:rPr>
              <a:t>18</a:t>
            </a:r>
            <a:r>
              <a:rPr lang="zh-CN" altLang="en-US" sz="2300" dirty="0">
                <a:solidFill>
                  <a:srgbClr val="0000FF"/>
                </a:solidFill>
                <a:latin typeface="+mn-ea"/>
                <a:ea typeface="+mn-ea"/>
              </a:rPr>
              <a:t>，</a:t>
            </a:r>
            <a:r>
              <a:rPr lang="en-US" altLang="zh-CN" sz="2300" dirty="0">
                <a:solidFill>
                  <a:srgbClr val="0000FF"/>
                </a:solidFill>
                <a:latin typeface="+mn-ea"/>
                <a:ea typeface="+mn-ea"/>
              </a:rPr>
              <a:t>20</a:t>
            </a:r>
            <a:r>
              <a:rPr lang="zh-CN" altLang="en-US" sz="2300" dirty="0">
                <a:solidFill>
                  <a:srgbClr val="0000FF"/>
                </a:solidFill>
                <a:latin typeface="+mn-ea"/>
                <a:ea typeface="+mn-ea"/>
              </a:rPr>
              <a:t>，</a:t>
            </a:r>
            <a:r>
              <a:rPr lang="en-US" altLang="zh-CN" sz="2300" dirty="0">
                <a:solidFill>
                  <a:srgbClr val="0000FF"/>
                </a:solidFill>
                <a:latin typeface="+mn-ea"/>
                <a:ea typeface="+mn-ea"/>
              </a:rPr>
              <a:t>21</a:t>
            </a:r>
            <a:r>
              <a:rPr lang="zh-CN" altLang="en-US" sz="2300" dirty="0">
                <a:solidFill>
                  <a:srgbClr val="0000FF"/>
                </a:solidFill>
                <a:latin typeface="+mn-ea"/>
                <a:ea typeface="+mn-ea"/>
              </a:rPr>
              <a:t>，</a:t>
            </a:r>
            <a:r>
              <a:rPr lang="en-US" altLang="zh-CN" sz="2300" dirty="0">
                <a:solidFill>
                  <a:srgbClr val="0000FF"/>
                </a:solidFill>
                <a:latin typeface="+mn-ea"/>
                <a:ea typeface="+mn-ea"/>
              </a:rPr>
              <a:t>19</a:t>
            </a:r>
            <a:r>
              <a:rPr lang="zh-CN" altLang="en-US" sz="2300" dirty="0">
                <a:solidFill>
                  <a:srgbClr val="0000FF"/>
                </a:solidFill>
                <a:latin typeface="+mn-ea"/>
                <a:ea typeface="+mn-ea"/>
              </a:rPr>
              <a:t>，</a:t>
            </a:r>
            <a:r>
              <a:rPr lang="en-US" altLang="zh-CN" sz="2300" dirty="0">
                <a:solidFill>
                  <a:srgbClr val="0000FF"/>
                </a:solidFill>
                <a:latin typeface="+mn-ea"/>
                <a:ea typeface="+mn-ea"/>
              </a:rPr>
              <a:t>19</a:t>
            </a:r>
            <a:r>
              <a:rPr lang="zh-CN" altLang="en-US" sz="2300" dirty="0">
                <a:solidFill>
                  <a:srgbClr val="0000FF"/>
                </a:solidFill>
                <a:latin typeface="+mn-ea"/>
                <a:ea typeface="+mn-ea"/>
              </a:rPr>
              <a:t>。易见，最佳调度方案是</a:t>
            </a:r>
            <a:r>
              <a:rPr lang="en-US" altLang="zh-CN" sz="2300" dirty="0">
                <a:solidFill>
                  <a:srgbClr val="0000FF"/>
                </a:solidFill>
                <a:latin typeface="+mn-ea"/>
                <a:ea typeface="+mn-ea"/>
              </a:rPr>
              <a:t>1,3,2</a:t>
            </a:r>
            <a:r>
              <a:rPr lang="zh-CN" altLang="en-US" sz="2300" dirty="0">
                <a:solidFill>
                  <a:srgbClr val="0000FF"/>
                </a:solidFill>
                <a:latin typeface="+mn-ea"/>
                <a:ea typeface="+mn-ea"/>
              </a:rPr>
              <a:t>，其完成时间和为</a:t>
            </a:r>
            <a:r>
              <a:rPr lang="en-US" altLang="zh-CN" sz="2300" dirty="0">
                <a:solidFill>
                  <a:srgbClr val="0000FF"/>
                </a:solidFill>
                <a:latin typeface="+mn-ea"/>
                <a:ea typeface="+mn-ea"/>
              </a:rPr>
              <a:t>18</a:t>
            </a:r>
            <a:r>
              <a:rPr lang="zh-CN" altLang="en-US" sz="2300" dirty="0">
                <a:solidFill>
                  <a:srgbClr val="0000FF"/>
                </a:solidFill>
                <a:latin typeface="+mn-ea"/>
                <a:ea typeface="+mn-ea"/>
              </a:rPr>
              <a:t>。</a:t>
            </a:r>
          </a:p>
        </p:txBody>
      </p:sp>
      <p:sp>
        <p:nvSpPr>
          <p:cNvPr id="9" name="文本框 8">
            <a:extLst>
              <a:ext uri="{FF2B5EF4-FFF2-40B4-BE49-F238E27FC236}">
                <a16:creationId xmlns:a16="http://schemas.microsoft.com/office/drawing/2014/main" id="{228513BF-A583-F4F6-91D2-8995582DB9A8}"/>
              </a:ext>
            </a:extLst>
          </p:cNvPr>
          <p:cNvSpPr txBox="1"/>
          <p:nvPr/>
        </p:nvSpPr>
        <p:spPr>
          <a:xfrm>
            <a:off x="2710830" y="306313"/>
            <a:ext cx="6097022" cy="461665"/>
          </a:xfrm>
          <a:prstGeom prst="rect">
            <a:avLst/>
          </a:prstGeom>
          <a:noFill/>
        </p:spPr>
        <p:txBody>
          <a:bodyPr wrap="square">
            <a:spAutoFit/>
          </a:bodyPr>
          <a:lstStyle/>
          <a:p>
            <a:pPr algn="ctr" defTabSz="950595">
              <a:buClr>
                <a:prstClr val="white"/>
              </a:buClr>
              <a:buSzTx/>
              <a:buFontTx/>
              <a:defRPr/>
            </a:pPr>
            <a:r>
              <a:rPr lang="en-US" altLang="zh-CN" sz="2400" b="1" spc="50" dirty="0">
                <a:ln w="11430"/>
                <a:solidFill>
                  <a:srgbClr val="006600"/>
                </a:solidFill>
                <a:latin typeface="+mn-ea"/>
                <a:sym typeface="Arial" panose="020B0604020202020204" pitchFamily="34" charset="0"/>
              </a:rPr>
              <a:t>3</a:t>
            </a:r>
            <a:r>
              <a:rPr lang="zh-CN" altLang="en-US" sz="2400" b="1" spc="50" dirty="0">
                <a:ln w="11430"/>
                <a:solidFill>
                  <a:srgbClr val="006600"/>
                </a:solidFill>
                <a:latin typeface="+mn-ea"/>
                <a:sym typeface="Arial" panose="020B0604020202020204" pitchFamily="34" charset="0"/>
              </a:rPr>
              <a:t>.</a:t>
            </a:r>
            <a:r>
              <a:rPr lang="en-US" altLang="zh-CN" sz="2400" b="1" spc="50" dirty="0">
                <a:ln w="11430"/>
                <a:solidFill>
                  <a:srgbClr val="006600"/>
                </a:solidFill>
                <a:latin typeface="+mn-ea"/>
                <a:sym typeface="Arial" panose="020B0604020202020204" pitchFamily="34" charset="0"/>
              </a:rPr>
              <a:t>12</a:t>
            </a:r>
            <a:r>
              <a:rPr lang="zh-CN" altLang="en-US" sz="2400" b="1" spc="50" dirty="0">
                <a:ln w="11430"/>
                <a:solidFill>
                  <a:srgbClr val="006600"/>
                </a:solidFill>
                <a:latin typeface="+mn-ea"/>
                <a:sym typeface="Arial" panose="020B0604020202020204" pitchFamily="34" charset="0"/>
              </a:rPr>
              <a:t> 作业安排问题</a:t>
            </a:r>
          </a:p>
        </p:txBody>
      </p:sp>
    </p:spTree>
    <p:extLst>
      <p:ext uri="{BB962C8B-B14F-4D97-AF65-F5344CB8AC3E}">
        <p14:creationId xmlns:p14="http://schemas.microsoft.com/office/powerpoint/2010/main" val="911850501"/>
      </p:ext>
    </p:extLst>
  </p:cSld>
  <p:clrMapOvr>
    <a:overrideClrMapping bg1="lt1" tx1="dk1" bg2="lt2" tx2="dk2" accent1="accent1" accent2="accent2" accent3="accent3" accent4="accent4" accent5="accent5" accent6="accent6" hlink="hlink" folHlink="folHlink"/>
  </p:clrMapOvr>
  <p:transition/>
</p:sld>
</file>

<file path=ppt/slides/slide67.xml><?xml version="1.0" encoding="utf-8"?>
<p:sld xmlns:a="http://schemas.openxmlformats.org/drawingml/2006/main" xmlns:r="http://schemas.openxmlformats.org/officeDocument/2006/relationships" xmlns:p="http://schemas.openxmlformats.org/presentationml/2006/main">
  <p:cSld>
    <p:bg>
      <p:bgPr>
        <a:blipFill>
          <a:blip r:embed="rId4">
            <a:alphaModFix amt="67000"/>
          </a:blip>
          <a:tile tx="0" ty="0" sx="100000" sy="100000" flip="none" algn="tl"/>
        </a:blipFill>
        <a:effectLst/>
      </p:bgPr>
    </p:bg>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02326BDA-7257-4408-A155-80728A1DAFD2}" type="slidenum">
              <a:rPr lang="zh-CN" altLang="en-US"/>
              <a:pPr>
                <a:defRPr/>
              </a:pPr>
              <a:t>67</a:t>
            </a:fld>
            <a:endParaRPr lang="en-US" altLang="zh-CN"/>
          </a:p>
        </p:txBody>
      </p:sp>
      <p:sp>
        <p:nvSpPr>
          <p:cNvPr id="75781" name="Text Box 4"/>
          <p:cNvSpPr txBox="1">
            <a:spLocks noChangeArrowheads="1"/>
          </p:cNvSpPr>
          <p:nvPr/>
        </p:nvSpPr>
        <p:spPr bwMode="auto">
          <a:xfrm>
            <a:off x="0" y="1217255"/>
            <a:ext cx="6529067" cy="5372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en-US" altLang="zh-CN" sz="1800" dirty="0">
                <a:solidFill>
                  <a:srgbClr val="0000FF"/>
                </a:solidFill>
              </a:rPr>
              <a:t>private static void </a:t>
            </a:r>
            <a:r>
              <a:rPr lang="en-US" altLang="zh-CN" sz="1800" b="1" dirty="0">
                <a:solidFill>
                  <a:srgbClr val="0000FF"/>
                </a:solidFill>
              </a:rPr>
              <a:t>backtrack</a:t>
            </a:r>
            <a:r>
              <a:rPr lang="en-US" altLang="zh-CN" sz="1800" dirty="0">
                <a:solidFill>
                  <a:srgbClr val="0000FF"/>
                </a:solidFill>
              </a:rPr>
              <a:t>(int </a:t>
            </a:r>
            <a:r>
              <a:rPr lang="en-US" altLang="zh-CN" sz="1800" dirty="0" err="1">
                <a:solidFill>
                  <a:srgbClr val="0000FF"/>
                </a:solidFill>
              </a:rPr>
              <a:t>i</a:t>
            </a:r>
            <a:r>
              <a:rPr lang="en-US" altLang="zh-CN" sz="1800" dirty="0">
                <a:solidFill>
                  <a:srgbClr val="0000FF"/>
                </a:solidFill>
              </a:rPr>
              <a:t>)</a:t>
            </a:r>
          </a:p>
          <a:p>
            <a:pPr eaLnBrk="1" hangingPunct="1"/>
            <a:r>
              <a:rPr lang="en-US" altLang="zh-CN" sz="1800" dirty="0">
                <a:solidFill>
                  <a:srgbClr val="0000FF"/>
                </a:solidFill>
              </a:rPr>
              <a:t> {</a:t>
            </a:r>
          </a:p>
          <a:p>
            <a:pPr eaLnBrk="1" hangingPunct="1"/>
            <a:r>
              <a:rPr lang="en-US" altLang="zh-CN" sz="1800" dirty="0">
                <a:solidFill>
                  <a:srgbClr val="0000FF"/>
                </a:solidFill>
              </a:rPr>
              <a:t>      </a:t>
            </a:r>
            <a:r>
              <a:rPr lang="en-US" altLang="zh-CN" sz="1800" b="1" dirty="0">
                <a:solidFill>
                  <a:srgbClr val="0000FF"/>
                </a:solidFill>
              </a:rPr>
              <a:t>if </a:t>
            </a:r>
            <a:r>
              <a:rPr lang="en-US" altLang="zh-CN" sz="1800" dirty="0">
                <a:solidFill>
                  <a:srgbClr val="0000FF"/>
                </a:solidFill>
              </a:rPr>
              <a:t>(</a:t>
            </a:r>
            <a:r>
              <a:rPr lang="en-US" altLang="zh-CN" sz="1800" dirty="0" err="1">
                <a:solidFill>
                  <a:srgbClr val="0000FF"/>
                </a:solidFill>
              </a:rPr>
              <a:t>i</a:t>
            </a:r>
            <a:r>
              <a:rPr lang="en-US" altLang="zh-CN" sz="1800" dirty="0">
                <a:solidFill>
                  <a:srgbClr val="0000FF"/>
                </a:solidFill>
              </a:rPr>
              <a:t> &gt; n) {</a:t>
            </a:r>
          </a:p>
          <a:p>
            <a:pPr eaLnBrk="1" hangingPunct="1"/>
            <a:r>
              <a:rPr lang="en-US" altLang="zh-CN" sz="1800" dirty="0">
                <a:solidFill>
                  <a:srgbClr val="0000FF"/>
                </a:solidFill>
              </a:rPr>
              <a:t>        </a:t>
            </a:r>
            <a:r>
              <a:rPr lang="en-US" altLang="zh-CN" sz="1800" b="1" dirty="0">
                <a:solidFill>
                  <a:srgbClr val="0000FF"/>
                </a:solidFill>
              </a:rPr>
              <a:t>for</a:t>
            </a:r>
            <a:r>
              <a:rPr lang="en-US" altLang="zh-CN" sz="1800" dirty="0">
                <a:solidFill>
                  <a:srgbClr val="0000FF"/>
                </a:solidFill>
              </a:rPr>
              <a:t> (int j = 1; j &lt;= n; </a:t>
            </a:r>
            <a:r>
              <a:rPr lang="en-US" altLang="zh-CN" sz="1800" dirty="0" err="1">
                <a:solidFill>
                  <a:srgbClr val="0000FF"/>
                </a:solidFill>
              </a:rPr>
              <a:t>j++</a:t>
            </a:r>
            <a:r>
              <a:rPr lang="en-US" altLang="zh-CN" sz="1800" dirty="0">
                <a:solidFill>
                  <a:srgbClr val="0000FF"/>
                </a:solidFill>
              </a:rPr>
              <a:t>) </a:t>
            </a:r>
            <a:r>
              <a:rPr lang="en-US" altLang="zh-CN" sz="1800" dirty="0" err="1">
                <a:solidFill>
                  <a:srgbClr val="0000FF"/>
                </a:solidFill>
              </a:rPr>
              <a:t>bestx</a:t>
            </a:r>
            <a:r>
              <a:rPr lang="en-US" altLang="zh-CN" sz="1800" dirty="0">
                <a:solidFill>
                  <a:srgbClr val="0000FF"/>
                </a:solidFill>
              </a:rPr>
              <a:t>[j] = x[j];</a:t>
            </a:r>
          </a:p>
          <a:p>
            <a:pPr eaLnBrk="1" hangingPunct="1"/>
            <a:r>
              <a:rPr lang="en-US" altLang="zh-CN" sz="1800" dirty="0">
                <a:solidFill>
                  <a:srgbClr val="0000FF"/>
                </a:solidFill>
              </a:rPr>
              <a:t>        </a:t>
            </a:r>
            <a:r>
              <a:rPr lang="en-US" altLang="zh-CN" sz="1800" dirty="0" err="1">
                <a:solidFill>
                  <a:srgbClr val="0000FF"/>
                </a:solidFill>
              </a:rPr>
              <a:t>bestf</a:t>
            </a:r>
            <a:r>
              <a:rPr lang="en-US" altLang="zh-CN" sz="1800" dirty="0">
                <a:solidFill>
                  <a:srgbClr val="0000FF"/>
                </a:solidFill>
              </a:rPr>
              <a:t> = f;</a:t>
            </a:r>
          </a:p>
          <a:p>
            <a:pPr eaLnBrk="1" hangingPunct="1"/>
            <a:r>
              <a:rPr lang="en-US" altLang="zh-CN" sz="1800" dirty="0">
                <a:solidFill>
                  <a:srgbClr val="0000FF"/>
                </a:solidFill>
              </a:rPr>
              <a:t>       }  </a:t>
            </a:r>
            <a:r>
              <a:rPr lang="en-US" altLang="zh-CN" sz="1800" b="1" dirty="0">
                <a:solidFill>
                  <a:srgbClr val="0000FF"/>
                </a:solidFill>
              </a:rPr>
              <a:t>else</a:t>
            </a:r>
          </a:p>
          <a:p>
            <a:pPr eaLnBrk="1" hangingPunct="1"/>
            <a:r>
              <a:rPr lang="en-US" altLang="zh-CN" sz="1800" dirty="0">
                <a:solidFill>
                  <a:srgbClr val="0000FF"/>
                </a:solidFill>
              </a:rPr>
              <a:t>        </a:t>
            </a:r>
            <a:r>
              <a:rPr lang="en-US" altLang="zh-CN" sz="1800" b="1" dirty="0">
                <a:solidFill>
                  <a:srgbClr val="0000FF"/>
                </a:solidFill>
              </a:rPr>
              <a:t>for</a:t>
            </a:r>
            <a:r>
              <a:rPr lang="en-US" altLang="zh-CN" sz="1800" dirty="0">
                <a:solidFill>
                  <a:srgbClr val="0000FF"/>
                </a:solidFill>
              </a:rPr>
              <a:t> (int j = </a:t>
            </a:r>
            <a:r>
              <a:rPr lang="en-US" altLang="zh-CN" sz="1800" dirty="0" err="1">
                <a:solidFill>
                  <a:srgbClr val="0000FF"/>
                </a:solidFill>
              </a:rPr>
              <a:t>i</a:t>
            </a:r>
            <a:r>
              <a:rPr lang="en-US" altLang="zh-CN" sz="1800" dirty="0">
                <a:solidFill>
                  <a:srgbClr val="0000FF"/>
                </a:solidFill>
              </a:rPr>
              <a:t>; j &lt;= n; </a:t>
            </a:r>
            <a:r>
              <a:rPr lang="en-US" altLang="zh-CN" sz="1800" dirty="0" err="1">
                <a:solidFill>
                  <a:srgbClr val="0000FF"/>
                </a:solidFill>
              </a:rPr>
              <a:t>j++</a:t>
            </a:r>
            <a:r>
              <a:rPr lang="en-US" altLang="zh-CN" sz="1800" dirty="0">
                <a:solidFill>
                  <a:srgbClr val="0000FF"/>
                </a:solidFill>
              </a:rPr>
              <a:t>) {</a:t>
            </a:r>
          </a:p>
          <a:p>
            <a:pPr eaLnBrk="1" hangingPunct="1"/>
            <a:r>
              <a:rPr lang="en-US" altLang="zh-CN" sz="1800" dirty="0">
                <a:solidFill>
                  <a:srgbClr val="0000FF"/>
                </a:solidFill>
              </a:rPr>
              <a:t>          f1+=m[x[j]][1];</a:t>
            </a:r>
          </a:p>
          <a:p>
            <a:pPr eaLnBrk="1" hangingPunct="1"/>
            <a:r>
              <a:rPr lang="en-US" altLang="zh-CN" sz="1800" dirty="0">
                <a:solidFill>
                  <a:srgbClr val="0000FF"/>
                </a:solidFill>
              </a:rPr>
              <a:t>          f2[</a:t>
            </a:r>
            <a:r>
              <a:rPr lang="en-US" altLang="zh-CN" sz="1800" dirty="0" err="1">
                <a:solidFill>
                  <a:srgbClr val="0000FF"/>
                </a:solidFill>
              </a:rPr>
              <a:t>i</a:t>
            </a:r>
            <a:r>
              <a:rPr lang="en-US" altLang="zh-CN" sz="1800" dirty="0">
                <a:solidFill>
                  <a:srgbClr val="0000FF"/>
                </a:solidFill>
              </a:rPr>
              <a:t>]=((f2[i-1]&gt;f1)?f2[i-1]:f1)+m[x[j]][2];</a:t>
            </a:r>
          </a:p>
          <a:p>
            <a:pPr eaLnBrk="1" hangingPunct="1"/>
            <a:r>
              <a:rPr lang="en-US" altLang="zh-CN" sz="1800" dirty="0">
                <a:solidFill>
                  <a:srgbClr val="0000FF"/>
                </a:solidFill>
              </a:rPr>
              <a:t>          f+=f2[</a:t>
            </a:r>
            <a:r>
              <a:rPr lang="en-US" altLang="zh-CN" sz="1800" dirty="0" err="1">
                <a:solidFill>
                  <a:srgbClr val="0000FF"/>
                </a:solidFill>
              </a:rPr>
              <a:t>i</a:t>
            </a:r>
            <a:r>
              <a:rPr lang="en-US" altLang="zh-CN" sz="1800" dirty="0">
                <a:solidFill>
                  <a:srgbClr val="0000FF"/>
                </a:solidFill>
              </a:rPr>
              <a:t>];</a:t>
            </a:r>
          </a:p>
          <a:p>
            <a:pPr eaLnBrk="1" hangingPunct="1"/>
            <a:r>
              <a:rPr lang="en-US" altLang="zh-CN" sz="1800" dirty="0">
                <a:solidFill>
                  <a:srgbClr val="0000FF"/>
                </a:solidFill>
              </a:rPr>
              <a:t>          </a:t>
            </a:r>
            <a:r>
              <a:rPr lang="en-US" altLang="zh-CN" sz="1800" b="1" dirty="0">
                <a:solidFill>
                  <a:srgbClr val="0000FF"/>
                </a:solidFill>
              </a:rPr>
              <a:t>if</a:t>
            </a:r>
            <a:r>
              <a:rPr lang="en-US" altLang="zh-CN" sz="1800" dirty="0">
                <a:solidFill>
                  <a:srgbClr val="0000FF"/>
                </a:solidFill>
              </a:rPr>
              <a:t> (f &lt; </a:t>
            </a:r>
            <a:r>
              <a:rPr lang="en-US" altLang="zh-CN" sz="1800" dirty="0" err="1">
                <a:solidFill>
                  <a:srgbClr val="0000FF"/>
                </a:solidFill>
              </a:rPr>
              <a:t>bestf</a:t>
            </a:r>
            <a:r>
              <a:rPr lang="en-US" altLang="zh-CN" sz="1800" dirty="0">
                <a:solidFill>
                  <a:srgbClr val="0000FF"/>
                </a:solidFill>
              </a:rPr>
              <a:t>) {//</a:t>
            </a:r>
            <a:r>
              <a:rPr lang="zh-CN" altLang="en-US" sz="1800" dirty="0">
                <a:solidFill>
                  <a:srgbClr val="0000FF"/>
                </a:solidFill>
              </a:rPr>
              <a:t>如果比当前最短时间短就生成下一步</a:t>
            </a:r>
            <a:endParaRPr lang="en-US" altLang="zh-CN" sz="1800" dirty="0">
              <a:solidFill>
                <a:srgbClr val="0000FF"/>
              </a:solidFill>
            </a:endParaRPr>
          </a:p>
          <a:p>
            <a:pPr eaLnBrk="1" hangingPunct="1"/>
            <a:r>
              <a:rPr lang="en-US" altLang="zh-CN" sz="1800" dirty="0">
                <a:solidFill>
                  <a:srgbClr val="0000FF"/>
                </a:solidFill>
              </a:rPr>
              <a:t>            </a:t>
            </a:r>
            <a:r>
              <a:rPr lang="en-US" altLang="zh-CN" sz="1800" dirty="0" err="1">
                <a:solidFill>
                  <a:srgbClr val="0000FF"/>
                </a:solidFill>
              </a:rPr>
              <a:t>MyMath.</a:t>
            </a:r>
            <a:r>
              <a:rPr lang="en-US" altLang="zh-CN" sz="1800" b="1" dirty="0" err="1">
                <a:solidFill>
                  <a:srgbClr val="0000FF"/>
                </a:solidFill>
              </a:rPr>
              <a:t>swap</a:t>
            </a:r>
            <a:r>
              <a:rPr lang="en-US" altLang="zh-CN" sz="1800" dirty="0">
                <a:solidFill>
                  <a:srgbClr val="0000FF"/>
                </a:solidFill>
              </a:rPr>
              <a:t>(</a:t>
            </a:r>
            <a:r>
              <a:rPr lang="en-US" altLang="zh-CN" sz="1800" dirty="0" err="1">
                <a:solidFill>
                  <a:srgbClr val="0000FF"/>
                </a:solidFill>
              </a:rPr>
              <a:t>x,i,j</a:t>
            </a:r>
            <a:r>
              <a:rPr lang="en-US" altLang="zh-CN" sz="1800" dirty="0">
                <a:solidFill>
                  <a:srgbClr val="0000FF"/>
                </a:solidFill>
              </a:rPr>
              <a:t>);</a:t>
            </a:r>
          </a:p>
          <a:p>
            <a:pPr eaLnBrk="1" hangingPunct="1"/>
            <a:r>
              <a:rPr lang="en-US" altLang="zh-CN" sz="1800" dirty="0">
                <a:solidFill>
                  <a:srgbClr val="0000FF"/>
                </a:solidFill>
              </a:rPr>
              <a:t>            </a:t>
            </a:r>
            <a:r>
              <a:rPr lang="en-US" altLang="zh-CN" sz="1800" b="1" dirty="0">
                <a:solidFill>
                  <a:srgbClr val="0000FF"/>
                </a:solidFill>
              </a:rPr>
              <a:t>backtrack</a:t>
            </a:r>
            <a:r>
              <a:rPr lang="en-US" altLang="zh-CN" sz="1800" dirty="0">
                <a:solidFill>
                  <a:srgbClr val="0000FF"/>
                </a:solidFill>
              </a:rPr>
              <a:t>(i+1);</a:t>
            </a:r>
          </a:p>
          <a:p>
            <a:pPr eaLnBrk="1" hangingPunct="1"/>
            <a:r>
              <a:rPr lang="en-US" altLang="zh-CN" sz="1800" dirty="0">
                <a:solidFill>
                  <a:srgbClr val="0000FF"/>
                </a:solidFill>
              </a:rPr>
              <a:t>            </a:t>
            </a:r>
            <a:r>
              <a:rPr lang="en-US" altLang="zh-CN" sz="1800" dirty="0" err="1">
                <a:solidFill>
                  <a:srgbClr val="0000FF"/>
                </a:solidFill>
              </a:rPr>
              <a:t>MyMath.</a:t>
            </a:r>
            <a:r>
              <a:rPr lang="en-US" altLang="zh-CN" sz="1800" b="1" dirty="0" err="1">
                <a:solidFill>
                  <a:srgbClr val="0000FF"/>
                </a:solidFill>
              </a:rPr>
              <a:t>swap</a:t>
            </a:r>
            <a:r>
              <a:rPr lang="en-US" altLang="zh-CN" sz="1800" dirty="0">
                <a:solidFill>
                  <a:srgbClr val="0000FF"/>
                </a:solidFill>
              </a:rPr>
              <a:t>(</a:t>
            </a:r>
            <a:r>
              <a:rPr lang="en-US" altLang="zh-CN" sz="1800" dirty="0" err="1">
                <a:solidFill>
                  <a:srgbClr val="0000FF"/>
                </a:solidFill>
              </a:rPr>
              <a:t>x,i,j</a:t>
            </a:r>
            <a:r>
              <a:rPr lang="en-US" altLang="zh-CN" sz="1800" dirty="0">
                <a:solidFill>
                  <a:srgbClr val="0000FF"/>
                </a:solidFill>
              </a:rPr>
              <a:t>);</a:t>
            </a:r>
          </a:p>
          <a:p>
            <a:pPr eaLnBrk="1" hangingPunct="1"/>
            <a:r>
              <a:rPr lang="en-US" altLang="zh-CN" sz="1800" dirty="0">
                <a:solidFill>
                  <a:srgbClr val="0000FF"/>
                </a:solidFill>
              </a:rPr>
              <a:t>            }</a:t>
            </a:r>
          </a:p>
          <a:p>
            <a:pPr eaLnBrk="1" hangingPunct="1"/>
            <a:r>
              <a:rPr lang="en-US" altLang="zh-CN" sz="1800" dirty="0">
                <a:solidFill>
                  <a:srgbClr val="0000FF"/>
                </a:solidFill>
              </a:rPr>
              <a:t>          f1-=m[x[j]][1];//</a:t>
            </a:r>
            <a:r>
              <a:rPr lang="zh-CN" altLang="en-US" sz="1800" dirty="0">
                <a:solidFill>
                  <a:srgbClr val="0000FF"/>
                </a:solidFill>
              </a:rPr>
              <a:t>否则就不生成了</a:t>
            </a:r>
            <a:endParaRPr lang="en-US" altLang="zh-CN" sz="1800" dirty="0">
              <a:solidFill>
                <a:srgbClr val="0000FF"/>
              </a:solidFill>
            </a:endParaRPr>
          </a:p>
          <a:p>
            <a:pPr eaLnBrk="1" hangingPunct="1"/>
            <a:r>
              <a:rPr lang="en-US" altLang="zh-CN" sz="1800" dirty="0">
                <a:solidFill>
                  <a:srgbClr val="0000FF"/>
                </a:solidFill>
              </a:rPr>
              <a:t>          f-=f2[</a:t>
            </a:r>
            <a:r>
              <a:rPr lang="en-US" altLang="zh-CN" sz="1800" dirty="0" err="1">
                <a:solidFill>
                  <a:srgbClr val="0000FF"/>
                </a:solidFill>
              </a:rPr>
              <a:t>i</a:t>
            </a:r>
            <a:r>
              <a:rPr lang="en-US" altLang="zh-CN" sz="1800" dirty="0">
                <a:solidFill>
                  <a:srgbClr val="0000FF"/>
                </a:solidFill>
              </a:rPr>
              <a:t>];</a:t>
            </a:r>
          </a:p>
          <a:p>
            <a:pPr eaLnBrk="1" hangingPunct="1"/>
            <a:r>
              <a:rPr lang="en-US" altLang="zh-CN" sz="1800" dirty="0">
                <a:solidFill>
                  <a:srgbClr val="0000FF"/>
                </a:solidFill>
              </a:rPr>
              <a:t>          }</a:t>
            </a:r>
          </a:p>
          <a:p>
            <a:pPr eaLnBrk="1" hangingPunct="1"/>
            <a:r>
              <a:rPr lang="en-US" altLang="zh-CN" sz="1800" dirty="0">
                <a:solidFill>
                  <a:srgbClr val="0000FF"/>
                </a:solidFill>
              </a:rPr>
              <a:t>   }</a:t>
            </a:r>
            <a:endParaRPr lang="zh-CN" altLang="en-US" sz="1800" dirty="0">
              <a:solidFill>
                <a:srgbClr val="0000FF"/>
              </a:solidFill>
            </a:endParaRPr>
          </a:p>
        </p:txBody>
      </p:sp>
      <p:sp>
        <p:nvSpPr>
          <p:cNvPr id="75782" name="Text Box 6"/>
          <p:cNvSpPr txBox="1">
            <a:spLocks noChangeArrowheads="1"/>
          </p:cNvSpPr>
          <p:nvPr/>
        </p:nvSpPr>
        <p:spPr bwMode="auto">
          <a:xfrm>
            <a:off x="6671270" y="1341562"/>
            <a:ext cx="5375897" cy="3417111"/>
          </a:xfrm>
          <a:prstGeom prst="rect">
            <a:avLst/>
          </a:prstGeom>
          <a:solidFill>
            <a:schemeClr val="bg1"/>
          </a:solidFill>
          <a:ln w="50800">
            <a:solidFill>
              <a:srgbClr val="FF6600"/>
            </a:solidFill>
            <a:miter lim="800000"/>
            <a:headEnd/>
            <a:tailEnd/>
          </a:ln>
        </p:spPr>
        <p:txBody>
          <a:bodyPr wrap="square" lIns="108850" tIns="54425" rIns="108850" bIns="54425">
            <a:spAutoFit/>
          </a:bodyPr>
          <a:lstStyle>
            <a:lvl1pPr eaLnBrk="0" hangingPunct="0">
              <a:defRPr sz="2400">
                <a:solidFill>
                  <a:schemeClr val="tx1"/>
                </a:solidFill>
                <a:latin typeface="Arial" charset="0"/>
                <a:ea typeface="楷体_GB2312" pitchFamily="49" charset="-122"/>
              </a:defRPr>
            </a:lvl1pPr>
            <a:lvl2pPr marL="742950" indent="-285750" eaLnBrk="0" hangingPunct="0">
              <a:defRPr sz="2400">
                <a:solidFill>
                  <a:schemeClr val="tx1"/>
                </a:solidFill>
                <a:latin typeface="Arial" charset="0"/>
                <a:ea typeface="楷体_GB2312" pitchFamily="49" charset="-122"/>
              </a:defRPr>
            </a:lvl2pPr>
            <a:lvl3pPr marL="1143000" indent="-228600" eaLnBrk="0" hangingPunct="0">
              <a:defRPr sz="2400">
                <a:solidFill>
                  <a:schemeClr val="tx1"/>
                </a:solidFill>
                <a:latin typeface="Arial" charset="0"/>
                <a:ea typeface="楷体_GB2312" pitchFamily="49" charset="-122"/>
              </a:defRPr>
            </a:lvl3pPr>
            <a:lvl4pPr marL="1600200" indent="-228600" eaLnBrk="0" hangingPunct="0">
              <a:defRPr sz="2400">
                <a:solidFill>
                  <a:schemeClr val="tx1"/>
                </a:solidFill>
                <a:latin typeface="Arial" charset="0"/>
                <a:ea typeface="楷体_GB2312" pitchFamily="49" charset="-122"/>
              </a:defRPr>
            </a:lvl4pPr>
            <a:lvl5pPr marL="2057400" indent="-228600" eaLnBrk="0" hangingPunct="0">
              <a:defRPr sz="2400">
                <a:solidFill>
                  <a:schemeClr val="tx1"/>
                </a:solidFill>
                <a:latin typeface="Arial" charset="0"/>
                <a:ea typeface="楷体_GB2312" pitchFamily="49" charset="-122"/>
              </a:defRPr>
            </a:lvl5pPr>
            <a:lvl6pPr marL="2514600" indent="-228600" eaLnBrk="0" fontAlgn="base" hangingPunct="0">
              <a:spcBef>
                <a:spcPct val="0"/>
              </a:spcBef>
              <a:spcAft>
                <a:spcPct val="0"/>
              </a:spcAft>
              <a:defRPr sz="2400">
                <a:solidFill>
                  <a:schemeClr val="tx1"/>
                </a:solidFill>
                <a:latin typeface="Arial" charset="0"/>
                <a:ea typeface="楷体_GB2312" pitchFamily="49" charset="-122"/>
              </a:defRPr>
            </a:lvl6pPr>
            <a:lvl7pPr marL="2971800" indent="-228600" eaLnBrk="0" fontAlgn="base" hangingPunct="0">
              <a:spcBef>
                <a:spcPct val="0"/>
              </a:spcBef>
              <a:spcAft>
                <a:spcPct val="0"/>
              </a:spcAft>
              <a:defRPr sz="2400">
                <a:solidFill>
                  <a:schemeClr val="tx1"/>
                </a:solidFill>
                <a:latin typeface="Arial" charset="0"/>
                <a:ea typeface="楷体_GB2312" pitchFamily="49" charset="-122"/>
              </a:defRPr>
            </a:lvl7pPr>
            <a:lvl8pPr marL="3429000" indent="-228600" eaLnBrk="0" fontAlgn="base" hangingPunct="0">
              <a:spcBef>
                <a:spcPct val="0"/>
              </a:spcBef>
              <a:spcAft>
                <a:spcPct val="0"/>
              </a:spcAft>
              <a:defRPr sz="2400">
                <a:solidFill>
                  <a:schemeClr val="tx1"/>
                </a:solidFill>
                <a:latin typeface="Arial" charset="0"/>
                <a:ea typeface="楷体_GB2312" pitchFamily="49" charset="-122"/>
              </a:defRPr>
            </a:lvl8pPr>
            <a:lvl9pPr marL="3886200" indent="-228600" eaLnBrk="0" fontAlgn="base" hangingPunct="0">
              <a:spcBef>
                <a:spcPct val="0"/>
              </a:spcBef>
              <a:spcAft>
                <a:spcPct val="0"/>
              </a:spcAft>
              <a:defRPr sz="2400">
                <a:solidFill>
                  <a:schemeClr val="tx1"/>
                </a:solidFill>
                <a:latin typeface="Arial" charset="0"/>
                <a:ea typeface="楷体_GB2312" pitchFamily="49" charset="-122"/>
              </a:defRPr>
            </a:lvl9pPr>
          </a:lstStyle>
          <a:p>
            <a:pPr eaLnBrk="1" hangingPunct="1"/>
            <a:r>
              <a:rPr lang="en-US" altLang="zh-CN" sz="2100" dirty="0">
                <a:solidFill>
                  <a:srgbClr val="0000FF"/>
                </a:solidFill>
                <a:latin typeface="华文楷体" panose="02010600040101010101" pitchFamily="2" charset="-122"/>
                <a:ea typeface="华文楷体" panose="02010600040101010101" pitchFamily="2" charset="-122"/>
              </a:rPr>
              <a:t>public class</a:t>
            </a:r>
            <a:r>
              <a:rPr lang="en-US" altLang="zh-CN" sz="2100" b="1" dirty="0">
                <a:solidFill>
                  <a:srgbClr val="0000FF"/>
                </a:solidFill>
                <a:latin typeface="华文楷体" panose="02010600040101010101" pitchFamily="2" charset="-122"/>
                <a:ea typeface="华文楷体" panose="02010600040101010101" pitchFamily="2" charset="-122"/>
              </a:rPr>
              <a:t> </a:t>
            </a:r>
            <a:r>
              <a:rPr lang="en-US" altLang="zh-CN" sz="2100" b="1" dirty="0" err="1">
                <a:solidFill>
                  <a:srgbClr val="0000FF"/>
                </a:solidFill>
                <a:latin typeface="华文楷体" panose="02010600040101010101" pitchFamily="2" charset="-122"/>
                <a:ea typeface="华文楷体" panose="02010600040101010101" pitchFamily="2" charset="-122"/>
              </a:rPr>
              <a:t>FlowShop</a:t>
            </a:r>
            <a:endParaRPr lang="en-US" altLang="zh-CN" sz="2100" dirty="0">
              <a:solidFill>
                <a:srgbClr val="0000FF"/>
              </a:solidFill>
              <a:latin typeface="华文楷体" panose="02010600040101010101" pitchFamily="2" charset="-122"/>
              <a:ea typeface="华文楷体" panose="02010600040101010101" pitchFamily="2" charset="-122"/>
            </a:endParaRPr>
          </a:p>
          <a:p>
            <a:pPr eaLnBrk="1" hangingPunct="1"/>
            <a:r>
              <a:rPr lang="en-US" altLang="zh-CN" sz="2100" dirty="0">
                <a:solidFill>
                  <a:srgbClr val="0000FF"/>
                </a:solidFill>
                <a:latin typeface="华文楷体" panose="02010600040101010101" pitchFamily="2" charset="-122"/>
                <a:ea typeface="华文楷体" panose="02010600040101010101" pitchFamily="2" charset="-122"/>
              </a:rPr>
              <a:t>      static </a:t>
            </a:r>
            <a:r>
              <a:rPr lang="en-US" altLang="zh-CN" sz="2100" dirty="0" err="1">
                <a:solidFill>
                  <a:srgbClr val="0000FF"/>
                </a:solidFill>
                <a:latin typeface="华文楷体" panose="02010600040101010101" pitchFamily="2" charset="-122"/>
                <a:ea typeface="华文楷体" panose="02010600040101010101" pitchFamily="2" charset="-122"/>
              </a:rPr>
              <a:t>int</a:t>
            </a:r>
            <a:r>
              <a:rPr lang="en-US" altLang="zh-CN" sz="2100" dirty="0">
                <a:solidFill>
                  <a:srgbClr val="0000FF"/>
                </a:solidFill>
                <a:latin typeface="华文楷体" panose="02010600040101010101" pitchFamily="2" charset="-122"/>
                <a:ea typeface="华文楷体" panose="02010600040101010101" pitchFamily="2" charset="-122"/>
              </a:rPr>
              <a:t>  n,      // </a:t>
            </a:r>
            <a:r>
              <a:rPr lang="zh-CN" altLang="en-US" sz="2100" dirty="0">
                <a:solidFill>
                  <a:srgbClr val="0000FF"/>
                </a:solidFill>
                <a:latin typeface="华文楷体" panose="02010600040101010101" pitchFamily="2" charset="-122"/>
                <a:ea typeface="华文楷体" panose="02010600040101010101" pitchFamily="2" charset="-122"/>
              </a:rPr>
              <a:t>作业数</a:t>
            </a:r>
          </a:p>
          <a:p>
            <a:pPr eaLnBrk="1" hangingPunct="1"/>
            <a:r>
              <a:rPr lang="zh-CN" altLang="en-US" sz="2100" dirty="0">
                <a:solidFill>
                  <a:srgbClr val="0000FF"/>
                </a:solidFill>
                <a:latin typeface="华文楷体" panose="02010600040101010101" pitchFamily="2" charset="-122"/>
                <a:ea typeface="华文楷体" panose="02010600040101010101" pitchFamily="2" charset="-122"/>
              </a:rPr>
              <a:t>               </a:t>
            </a:r>
            <a:r>
              <a:rPr lang="en-US" altLang="zh-CN" sz="2100" dirty="0">
                <a:solidFill>
                  <a:srgbClr val="0000FF"/>
                </a:solidFill>
                <a:latin typeface="华文楷体" panose="02010600040101010101" pitchFamily="2" charset="-122"/>
                <a:ea typeface="华文楷体" panose="02010600040101010101" pitchFamily="2" charset="-122"/>
              </a:rPr>
              <a:t>f1,     // </a:t>
            </a:r>
            <a:r>
              <a:rPr lang="zh-CN" altLang="en-US" sz="2100" dirty="0">
                <a:solidFill>
                  <a:srgbClr val="0000FF"/>
                </a:solidFill>
                <a:latin typeface="华文楷体" panose="02010600040101010101" pitchFamily="2" charset="-122"/>
                <a:ea typeface="华文楷体" panose="02010600040101010101" pitchFamily="2" charset="-122"/>
              </a:rPr>
              <a:t>机器</a:t>
            </a:r>
            <a:r>
              <a:rPr lang="en-US" altLang="zh-CN" sz="2100" dirty="0">
                <a:solidFill>
                  <a:srgbClr val="0000FF"/>
                </a:solidFill>
                <a:latin typeface="华文楷体" panose="02010600040101010101" pitchFamily="2" charset="-122"/>
                <a:ea typeface="华文楷体" panose="02010600040101010101" pitchFamily="2" charset="-122"/>
              </a:rPr>
              <a:t>1</a:t>
            </a:r>
            <a:r>
              <a:rPr lang="zh-CN" altLang="en-US" sz="2100" dirty="0">
                <a:solidFill>
                  <a:srgbClr val="0000FF"/>
                </a:solidFill>
                <a:latin typeface="华文楷体" panose="02010600040101010101" pitchFamily="2" charset="-122"/>
                <a:ea typeface="华文楷体" panose="02010600040101010101" pitchFamily="2" charset="-122"/>
              </a:rPr>
              <a:t>完成处理时间</a:t>
            </a:r>
          </a:p>
          <a:p>
            <a:pPr eaLnBrk="1" hangingPunct="1"/>
            <a:r>
              <a:rPr lang="zh-CN" altLang="en-US" sz="2100" dirty="0">
                <a:solidFill>
                  <a:srgbClr val="0000FF"/>
                </a:solidFill>
                <a:latin typeface="华文楷体" panose="02010600040101010101" pitchFamily="2" charset="-122"/>
                <a:ea typeface="华文楷体" panose="02010600040101010101" pitchFamily="2" charset="-122"/>
              </a:rPr>
              <a:t>               </a:t>
            </a:r>
            <a:r>
              <a:rPr lang="en-US" altLang="zh-CN" sz="2100" dirty="0">
                <a:solidFill>
                  <a:srgbClr val="0000FF"/>
                </a:solidFill>
                <a:latin typeface="华文楷体" panose="02010600040101010101" pitchFamily="2" charset="-122"/>
                <a:ea typeface="华文楷体" panose="02010600040101010101" pitchFamily="2" charset="-122"/>
              </a:rPr>
              <a:t>f,      // </a:t>
            </a:r>
            <a:r>
              <a:rPr lang="zh-CN" altLang="en-US" sz="2100" dirty="0">
                <a:solidFill>
                  <a:srgbClr val="0000FF"/>
                </a:solidFill>
                <a:latin typeface="华文楷体" panose="02010600040101010101" pitchFamily="2" charset="-122"/>
                <a:ea typeface="华文楷体" panose="02010600040101010101" pitchFamily="2" charset="-122"/>
              </a:rPr>
              <a:t>完成时间和</a:t>
            </a:r>
          </a:p>
          <a:p>
            <a:pPr eaLnBrk="1" hangingPunct="1"/>
            <a:r>
              <a:rPr lang="zh-CN" altLang="en-US" sz="2100" dirty="0">
                <a:solidFill>
                  <a:srgbClr val="0000FF"/>
                </a:solidFill>
                <a:latin typeface="华文楷体" panose="02010600040101010101" pitchFamily="2" charset="-122"/>
                <a:ea typeface="华文楷体" panose="02010600040101010101" pitchFamily="2" charset="-122"/>
              </a:rPr>
              <a:t>               </a:t>
            </a:r>
            <a:r>
              <a:rPr lang="en-US" altLang="zh-CN" sz="2100" dirty="0" err="1">
                <a:solidFill>
                  <a:srgbClr val="0000FF"/>
                </a:solidFill>
                <a:latin typeface="华文楷体" panose="02010600040101010101" pitchFamily="2" charset="-122"/>
                <a:ea typeface="华文楷体" panose="02010600040101010101" pitchFamily="2" charset="-122"/>
              </a:rPr>
              <a:t>bestf</a:t>
            </a:r>
            <a:r>
              <a:rPr lang="en-US" altLang="zh-CN" sz="2100" dirty="0">
                <a:solidFill>
                  <a:srgbClr val="0000FF"/>
                </a:solidFill>
                <a:latin typeface="华文楷体" panose="02010600040101010101" pitchFamily="2" charset="-122"/>
                <a:ea typeface="华文楷体" panose="02010600040101010101" pitchFamily="2" charset="-122"/>
              </a:rPr>
              <a:t>;   // </a:t>
            </a:r>
            <a:r>
              <a:rPr lang="zh-CN" altLang="en-US" sz="2100" dirty="0">
                <a:solidFill>
                  <a:srgbClr val="0000FF"/>
                </a:solidFill>
                <a:latin typeface="华文楷体" panose="02010600040101010101" pitchFamily="2" charset="-122"/>
                <a:ea typeface="华文楷体" panose="02010600040101010101" pitchFamily="2" charset="-122"/>
              </a:rPr>
              <a:t>当前最优值</a:t>
            </a:r>
          </a:p>
          <a:p>
            <a:pPr eaLnBrk="1" hangingPunct="1"/>
            <a:r>
              <a:rPr lang="zh-CN" altLang="en-US" sz="2100" dirty="0">
                <a:solidFill>
                  <a:srgbClr val="0000FF"/>
                </a:solidFill>
                <a:latin typeface="华文楷体" panose="02010600040101010101" pitchFamily="2" charset="-122"/>
                <a:ea typeface="华文楷体" panose="02010600040101010101" pitchFamily="2" charset="-122"/>
              </a:rPr>
              <a:t>      </a:t>
            </a:r>
            <a:r>
              <a:rPr lang="en-US" altLang="zh-CN" sz="2100" dirty="0">
                <a:solidFill>
                  <a:srgbClr val="0000FF"/>
                </a:solidFill>
                <a:latin typeface="华文楷体" panose="02010600040101010101" pitchFamily="2" charset="-122"/>
                <a:ea typeface="华文楷体" panose="02010600040101010101" pitchFamily="2" charset="-122"/>
              </a:rPr>
              <a:t>static </a:t>
            </a:r>
            <a:r>
              <a:rPr lang="en-US" altLang="zh-CN" sz="2100" dirty="0" err="1">
                <a:solidFill>
                  <a:srgbClr val="0000FF"/>
                </a:solidFill>
                <a:latin typeface="华文楷体" panose="02010600040101010101" pitchFamily="2" charset="-122"/>
                <a:ea typeface="华文楷体" panose="02010600040101010101" pitchFamily="2" charset="-122"/>
              </a:rPr>
              <a:t>int</a:t>
            </a:r>
            <a:r>
              <a:rPr lang="en-US" altLang="zh-CN" sz="2100" dirty="0">
                <a:solidFill>
                  <a:srgbClr val="0000FF"/>
                </a:solidFill>
                <a:latin typeface="华文楷体" panose="02010600040101010101" pitchFamily="2" charset="-122"/>
                <a:ea typeface="华文楷体" panose="02010600040101010101" pitchFamily="2" charset="-122"/>
              </a:rPr>
              <a:t> [][] m;   // </a:t>
            </a:r>
            <a:r>
              <a:rPr lang="zh-CN" altLang="en-US" sz="2100" dirty="0">
                <a:solidFill>
                  <a:srgbClr val="0000FF"/>
                </a:solidFill>
                <a:latin typeface="华文楷体" panose="02010600040101010101" pitchFamily="2" charset="-122"/>
                <a:ea typeface="华文楷体" panose="02010600040101010101" pitchFamily="2" charset="-122"/>
              </a:rPr>
              <a:t>各作业所需的处理时间</a:t>
            </a:r>
          </a:p>
          <a:p>
            <a:pPr eaLnBrk="1" hangingPunct="1"/>
            <a:r>
              <a:rPr lang="zh-CN" altLang="en-US" sz="2100" dirty="0">
                <a:solidFill>
                  <a:srgbClr val="0000FF"/>
                </a:solidFill>
                <a:latin typeface="华文楷体" panose="02010600040101010101" pitchFamily="2" charset="-122"/>
                <a:ea typeface="华文楷体" panose="02010600040101010101" pitchFamily="2" charset="-122"/>
              </a:rPr>
              <a:t>      </a:t>
            </a:r>
            <a:r>
              <a:rPr lang="en-US" altLang="zh-CN" sz="2100" dirty="0">
                <a:solidFill>
                  <a:srgbClr val="0000FF"/>
                </a:solidFill>
                <a:latin typeface="华文楷体" panose="02010600040101010101" pitchFamily="2" charset="-122"/>
                <a:ea typeface="华文楷体" panose="02010600040101010101" pitchFamily="2" charset="-122"/>
              </a:rPr>
              <a:t>static </a:t>
            </a:r>
            <a:r>
              <a:rPr lang="en-US" altLang="zh-CN" sz="2100" dirty="0" err="1">
                <a:solidFill>
                  <a:srgbClr val="0000FF"/>
                </a:solidFill>
                <a:latin typeface="华文楷体" panose="02010600040101010101" pitchFamily="2" charset="-122"/>
                <a:ea typeface="华文楷体" panose="02010600040101010101" pitchFamily="2" charset="-122"/>
              </a:rPr>
              <a:t>int</a:t>
            </a:r>
            <a:r>
              <a:rPr lang="en-US" altLang="zh-CN" sz="2100" dirty="0">
                <a:solidFill>
                  <a:srgbClr val="0000FF"/>
                </a:solidFill>
                <a:latin typeface="华文楷体" panose="02010600040101010101" pitchFamily="2" charset="-122"/>
                <a:ea typeface="华文楷体" panose="02010600040101010101" pitchFamily="2" charset="-122"/>
              </a:rPr>
              <a:t> [] x;     // </a:t>
            </a:r>
            <a:r>
              <a:rPr lang="zh-CN" altLang="en-US" sz="2100" dirty="0">
                <a:solidFill>
                  <a:srgbClr val="0000FF"/>
                </a:solidFill>
                <a:latin typeface="华文楷体" panose="02010600040101010101" pitchFamily="2" charset="-122"/>
                <a:ea typeface="华文楷体" panose="02010600040101010101" pitchFamily="2" charset="-122"/>
              </a:rPr>
              <a:t>当前作业调度</a:t>
            </a:r>
          </a:p>
          <a:p>
            <a:pPr eaLnBrk="1" hangingPunct="1"/>
            <a:r>
              <a:rPr lang="zh-CN" altLang="en-US" sz="2100" dirty="0">
                <a:solidFill>
                  <a:srgbClr val="0000FF"/>
                </a:solidFill>
                <a:latin typeface="华文楷体" panose="02010600040101010101" pitchFamily="2" charset="-122"/>
                <a:ea typeface="华文楷体" panose="02010600040101010101" pitchFamily="2" charset="-122"/>
              </a:rPr>
              <a:t>      </a:t>
            </a:r>
            <a:r>
              <a:rPr lang="en-US" altLang="zh-CN" sz="2100" dirty="0">
                <a:solidFill>
                  <a:srgbClr val="0000FF"/>
                </a:solidFill>
                <a:latin typeface="华文楷体" panose="02010600040101010101" pitchFamily="2" charset="-122"/>
                <a:ea typeface="华文楷体" panose="02010600040101010101" pitchFamily="2" charset="-122"/>
              </a:rPr>
              <a:t>static </a:t>
            </a:r>
            <a:r>
              <a:rPr lang="en-US" altLang="zh-CN" sz="2100" dirty="0" err="1">
                <a:solidFill>
                  <a:srgbClr val="0000FF"/>
                </a:solidFill>
                <a:latin typeface="华文楷体" panose="02010600040101010101" pitchFamily="2" charset="-122"/>
                <a:ea typeface="华文楷体" panose="02010600040101010101" pitchFamily="2" charset="-122"/>
              </a:rPr>
              <a:t>int</a:t>
            </a:r>
            <a:r>
              <a:rPr lang="en-US" altLang="zh-CN" sz="2100" dirty="0">
                <a:solidFill>
                  <a:srgbClr val="0000FF"/>
                </a:solidFill>
                <a:latin typeface="华文楷体" panose="02010600040101010101" pitchFamily="2" charset="-122"/>
                <a:ea typeface="华文楷体" panose="02010600040101010101" pitchFamily="2" charset="-122"/>
              </a:rPr>
              <a:t> [] </a:t>
            </a:r>
            <a:r>
              <a:rPr lang="en-US" altLang="zh-CN" sz="2100" dirty="0" err="1">
                <a:solidFill>
                  <a:srgbClr val="0000FF"/>
                </a:solidFill>
                <a:latin typeface="华文楷体" panose="02010600040101010101" pitchFamily="2" charset="-122"/>
                <a:ea typeface="华文楷体" panose="02010600040101010101" pitchFamily="2" charset="-122"/>
              </a:rPr>
              <a:t>bestx</a:t>
            </a:r>
            <a:r>
              <a:rPr lang="en-US" altLang="zh-CN" sz="2100" dirty="0">
                <a:solidFill>
                  <a:srgbClr val="0000FF"/>
                </a:solidFill>
                <a:latin typeface="华文楷体" panose="02010600040101010101" pitchFamily="2" charset="-122"/>
                <a:ea typeface="华文楷体" panose="02010600040101010101" pitchFamily="2" charset="-122"/>
              </a:rPr>
              <a:t>;  // </a:t>
            </a:r>
            <a:r>
              <a:rPr lang="zh-CN" altLang="en-US" sz="2100" dirty="0">
                <a:solidFill>
                  <a:srgbClr val="0000FF"/>
                </a:solidFill>
                <a:latin typeface="华文楷体" panose="02010600040101010101" pitchFamily="2" charset="-122"/>
                <a:ea typeface="华文楷体" panose="02010600040101010101" pitchFamily="2" charset="-122"/>
              </a:rPr>
              <a:t>当前最优作业调度</a:t>
            </a:r>
          </a:p>
          <a:p>
            <a:pPr eaLnBrk="1" hangingPunct="1"/>
            <a:r>
              <a:rPr lang="zh-CN" altLang="en-US" sz="2100" dirty="0">
                <a:solidFill>
                  <a:srgbClr val="0000FF"/>
                </a:solidFill>
                <a:latin typeface="华文楷体" panose="02010600040101010101" pitchFamily="2" charset="-122"/>
                <a:ea typeface="华文楷体" panose="02010600040101010101" pitchFamily="2" charset="-122"/>
              </a:rPr>
              <a:t>      </a:t>
            </a:r>
            <a:r>
              <a:rPr lang="en-US" altLang="zh-CN" sz="2100" dirty="0">
                <a:solidFill>
                  <a:srgbClr val="0000FF"/>
                </a:solidFill>
                <a:latin typeface="华文楷体" panose="02010600040101010101" pitchFamily="2" charset="-122"/>
                <a:ea typeface="华文楷体" panose="02010600040101010101" pitchFamily="2" charset="-122"/>
              </a:rPr>
              <a:t>static </a:t>
            </a:r>
            <a:r>
              <a:rPr lang="en-US" altLang="zh-CN" sz="2100" dirty="0" err="1">
                <a:solidFill>
                  <a:srgbClr val="0000FF"/>
                </a:solidFill>
                <a:latin typeface="华文楷体" panose="02010600040101010101" pitchFamily="2" charset="-122"/>
                <a:ea typeface="华文楷体" panose="02010600040101010101" pitchFamily="2" charset="-122"/>
              </a:rPr>
              <a:t>int</a:t>
            </a:r>
            <a:r>
              <a:rPr lang="en-US" altLang="zh-CN" sz="2100" dirty="0">
                <a:solidFill>
                  <a:srgbClr val="0000FF"/>
                </a:solidFill>
                <a:latin typeface="华文楷体" panose="02010600040101010101" pitchFamily="2" charset="-122"/>
                <a:ea typeface="华文楷体" panose="02010600040101010101" pitchFamily="2" charset="-122"/>
              </a:rPr>
              <a:t> [] f2;    // </a:t>
            </a:r>
            <a:r>
              <a:rPr lang="zh-CN" altLang="en-US" sz="2100" dirty="0">
                <a:solidFill>
                  <a:srgbClr val="0000FF"/>
                </a:solidFill>
                <a:latin typeface="华文楷体" panose="02010600040101010101" pitchFamily="2" charset="-122"/>
                <a:ea typeface="华文楷体" panose="02010600040101010101" pitchFamily="2" charset="-122"/>
              </a:rPr>
              <a:t>机器</a:t>
            </a:r>
            <a:r>
              <a:rPr lang="en-US" altLang="zh-CN" sz="2100" dirty="0">
                <a:solidFill>
                  <a:srgbClr val="0000FF"/>
                </a:solidFill>
                <a:latin typeface="华文楷体" panose="02010600040101010101" pitchFamily="2" charset="-122"/>
                <a:ea typeface="华文楷体" panose="02010600040101010101" pitchFamily="2" charset="-122"/>
              </a:rPr>
              <a:t>2</a:t>
            </a:r>
            <a:r>
              <a:rPr lang="zh-CN" altLang="en-US" sz="2100" dirty="0">
                <a:solidFill>
                  <a:srgbClr val="0000FF"/>
                </a:solidFill>
                <a:latin typeface="华文楷体" panose="02010600040101010101" pitchFamily="2" charset="-122"/>
                <a:ea typeface="华文楷体" panose="02010600040101010101" pitchFamily="2" charset="-122"/>
              </a:rPr>
              <a:t>完成处理时间</a:t>
            </a:r>
          </a:p>
        </p:txBody>
      </p:sp>
    </p:spTree>
    <p:extLst>
      <p:ext uri="{BB962C8B-B14F-4D97-AF65-F5344CB8AC3E}">
        <p14:creationId xmlns:p14="http://schemas.microsoft.com/office/powerpoint/2010/main" val="4281886412"/>
      </p:ext>
    </p:extLst>
  </p:cSld>
  <p:clrMapOvr>
    <a:overrideClrMapping bg1="lt1" tx1="dk1" bg2="lt2" tx2="dk2" accent1="accent1" accent2="accent2" accent3="accent3" accent4="accent4" accent5="accent5" accent6="accent6" hlink="hlink" folHlink="folHlink"/>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跋涉">
  <a:themeElements>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跋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txDef>
      <a:spPr>
        <a:noFill/>
      </a:spPr>
      <a:bodyPr wrap="square" rtlCol="0">
        <a:spAutoFit/>
      </a:bodyPr>
      <a:lstStyle>
        <a:defPPr>
          <a:defRPr sz="2000" smtClean="0">
            <a:ea typeface="楷体" pitchFamily="49" charset="-122"/>
            <a:cs typeface="Times New Roman" pitchFamily="18" charset="0"/>
          </a:defRPr>
        </a:defPPr>
      </a:lstStyle>
    </a:txDef>
  </a:objectDefaults>
  <a:extraClrSchemeLst/>
</a:theme>
</file>

<file path=ppt/theme/theme2.xml><?xml version="1.0" encoding="utf-8"?>
<a:theme xmlns:a="http://schemas.openxmlformats.org/drawingml/2006/main" name="1_跋涉">
  <a:themeElements>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跋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txDef>
      <a:spPr>
        <a:noFill/>
      </a:spPr>
      <a:bodyPr wrap="square" rtlCol="0">
        <a:spAutoFit/>
      </a:bodyPr>
      <a:lstStyle>
        <a:defPPr>
          <a:defRPr sz="2000" smtClean="0">
            <a:ea typeface="楷体" pitchFamily="49" charset="-122"/>
            <a:cs typeface="Times New Roman" pitchFamily="18" charset="0"/>
          </a:defRPr>
        </a:defPPr>
      </a:lstStyle>
    </a:txDef>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1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2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3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4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7.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8.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59.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0.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1.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2.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3.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4.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5.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ppt/theme/themeOverride66.xml><?xml version="1.0" encoding="utf-8"?>
<a:themeOverride xmlns:a="http://schemas.openxmlformats.org/drawingml/2006/main">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docProps/app.xml><?xml version="1.0" encoding="utf-8"?>
<Properties xmlns="http://schemas.openxmlformats.org/officeDocument/2006/extended-properties" xmlns:vt="http://schemas.openxmlformats.org/officeDocument/2006/docPropsVTypes">
  <Template/>
  <TotalTime>2574</TotalTime>
  <Words>7851</Words>
  <Application>Microsoft Office PowerPoint</Application>
  <PresentationFormat>自定义</PresentationFormat>
  <Paragraphs>791</Paragraphs>
  <Slides>67</Slides>
  <Notes>41</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3</vt:i4>
      </vt:variant>
      <vt:variant>
        <vt:lpstr>幻灯片标题</vt:lpstr>
      </vt:variant>
      <vt:variant>
        <vt:i4>67</vt:i4>
      </vt:variant>
    </vt:vector>
  </HeadingPairs>
  <TitlesOfParts>
    <vt:vector size="89" baseType="lpstr">
      <vt:lpstr>仿宋_GB2312</vt:lpstr>
      <vt:lpstr>黑体</vt:lpstr>
      <vt:lpstr>华文楷体</vt:lpstr>
      <vt:lpstr>楷体</vt:lpstr>
      <vt:lpstr>隶书</vt:lpstr>
      <vt:lpstr>宋体</vt:lpstr>
      <vt:lpstr>微软雅黑</vt:lpstr>
      <vt:lpstr>Arial</vt:lpstr>
      <vt:lpstr>Calibri</vt:lpstr>
      <vt:lpstr>Comic Sans MS</vt:lpstr>
      <vt:lpstr>Consolas</vt:lpstr>
      <vt:lpstr>Franklin Gothic Book</vt:lpstr>
      <vt:lpstr>Franklin Gothic Medium</vt:lpstr>
      <vt:lpstr>Symbol</vt:lpstr>
      <vt:lpstr>Times New Roman</vt:lpstr>
      <vt:lpstr>Wingdings</vt:lpstr>
      <vt:lpstr>Wingdings 2</vt:lpstr>
      <vt:lpstr>跋涉</vt:lpstr>
      <vt:lpstr>1_跋涉</vt:lpstr>
      <vt:lpstr>图片</vt:lpstr>
      <vt:lpstr>位图图像</vt:lpstr>
      <vt:lpstr>公式</vt:lpstr>
      <vt:lpstr>PowerPoint 演示文稿</vt:lpstr>
      <vt:lpstr>PowerPoint 演示文稿</vt:lpstr>
      <vt:lpstr>PowerPoint 演示文稿</vt:lpstr>
      <vt:lpstr>PowerPoint 演示文稿</vt:lpstr>
      <vt:lpstr>生成问题状态的基本方法</vt:lpstr>
      <vt:lpstr>PowerPoint 演示文稿</vt:lpstr>
      <vt:lpstr>PowerPoint 演示文稿</vt:lpstr>
      <vt:lpstr>PowerPoint 演示文稿</vt:lpstr>
      <vt:lpstr>回溯算法用伪代码描述如下：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回溯法</dc:title>
  <dc:creator>GAO</dc:creator>
  <cp:lastModifiedBy>c14794</cp:lastModifiedBy>
  <cp:revision>226</cp:revision>
  <dcterms:created xsi:type="dcterms:W3CDTF">2022-10-09T02:37:05Z</dcterms:created>
  <dcterms:modified xsi:type="dcterms:W3CDTF">2024-08-06T08:32:44Z</dcterms:modified>
</cp:coreProperties>
</file>